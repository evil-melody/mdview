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6858000" cy="9144000"/>
  <p:embeddedFontLst>
    <p:embeddedFont>
      <p:font typeface="Geist"/>
      <p:regular r:id="rId21"/>
    </p:embeddedFont>
    <p:embeddedFont>
      <p:font typeface="Funnel Sans"/>
      <p:regular r:id="rId22"/>
    </p:embeddedFont>
    <p:embeddedFont>
      <p:font typeface="Geist Mono" panose="02010009000000000000"/>
      <p:regular r:id="rId23"/>
    </p:embeddedFont>
    <p:embeddedFont>
      <p:font typeface="Raleway"/>
      <p:regular r:id="rId24"/>
    </p:embeddedFont>
    <p:embeddedFont>
      <p:font typeface="Geist SemiBold"/>
      <p:regular r:id="rId25"/>
    </p:embeddedFont>
    <p:embeddedFont>
      <p:font typeface="IBM Plex Sans Light"/>
      <p:regular r:id="rId26"/>
    </p:embeddedFont>
    <p:embeddedFont>
      <p:font typeface="Geist Mono Medium"/>
      <p:regular r:id="rId27"/>
    </p:embeddedFont>
    <p:embeddedFont>
      <p:font typeface="Hanken Grotesk"/>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548EFF7-97A6-4592-90C5-20E87188711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g4dfce81f19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d431007ba2_0_2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d431007ba2_0_2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g3aaaf42d5e0_0_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aaaf42d5e0_0_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g54dda1946d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54dda1946d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g54dda1946d_6_3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54dda1946d_6_3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g54dda1946d_6_3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54dda1946d_6_3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244"/>
        <p:cNvGrpSpPr/>
        <p:nvPr/>
      </p:nvGrpSpPr>
      <p:grpSpPr>
        <a:xfrm>
          <a:off x="0" y="0"/>
          <a:ext cx="0" cy="0"/>
          <a:chOff x="0" y="0"/>
          <a:chExt cx="0" cy="0"/>
        </a:xfrm>
      </p:grpSpPr>
      <p:sp>
        <p:nvSpPr>
          <p:cNvPr id="245" name="Google Shape;245;g3acaf573365_0_90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acaf573365_0_9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g3acaf573365_0_18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acaf573365_0_18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g3acaf573365_0_27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acaf573365_0_27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g54dda1946d_4_27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54dda1946d_4_27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gd5260bdd85_0_2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d5260bdd85_0_2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5" name="Shape 335"/>
        <p:cNvGrpSpPr/>
        <p:nvPr/>
      </p:nvGrpSpPr>
      <p:grpSpPr>
        <a:xfrm>
          <a:off x="0" y="0"/>
          <a:ext cx="0" cy="0"/>
          <a:chOff x="0" y="0"/>
          <a:chExt cx="0" cy="0"/>
        </a:xfrm>
      </p:grpSpPr>
      <p:sp>
        <p:nvSpPr>
          <p:cNvPr id="336" name="Google Shape;336;g54dda1946d_4_27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54dda1946d_4_27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4" name="Shape 384"/>
        <p:cNvGrpSpPr/>
        <p:nvPr/>
      </p:nvGrpSpPr>
      <p:grpSpPr>
        <a:xfrm>
          <a:off x="0" y="0"/>
          <a:ext cx="0" cy="0"/>
          <a:chOff x="0" y="0"/>
          <a:chExt cx="0" cy="0"/>
        </a:xfrm>
      </p:grpSpPr>
      <p:sp>
        <p:nvSpPr>
          <p:cNvPr id="385" name="Google Shape;385;g54dda1946d_4_270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54dda1946d_4_270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8" name="Shape 398"/>
        <p:cNvGrpSpPr/>
        <p:nvPr/>
      </p:nvGrpSpPr>
      <p:grpSpPr>
        <a:xfrm>
          <a:off x="0" y="0"/>
          <a:ext cx="0" cy="0"/>
          <a:chOff x="0" y="0"/>
          <a:chExt cx="0" cy="0"/>
        </a:xfrm>
      </p:grpSpPr>
      <p:sp>
        <p:nvSpPr>
          <p:cNvPr id="399" name="Google Shape;399;g135e18421cc_13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35e18421cc_13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grpSp>
        <p:nvGrpSpPr>
          <p:cNvPr id="9" name="Google Shape;9;p2"/>
          <p:cNvGrpSpPr/>
          <p:nvPr/>
        </p:nvGrpSpPr>
        <p:grpSpPr>
          <a:xfrm>
            <a:off x="-4748" y="0"/>
            <a:ext cx="9143998" cy="5143503"/>
            <a:chOff x="-4748" y="0"/>
            <a:chExt cx="9143998" cy="5143503"/>
          </a:xfrm>
        </p:grpSpPr>
        <p:pic>
          <p:nvPicPr>
            <p:cNvPr id="10" name="Google Shape;10;p2" title="FONDO-01.png"/>
            <p:cNvPicPr preferRelativeResize="0"/>
            <p:nvPr/>
          </p:nvPicPr>
          <p:blipFill rotWithShape="1">
            <a:blip r:embed="rId2">
              <a:alphaModFix amt="95000"/>
            </a:blip>
            <a:srcRect t="55208" b="6185"/>
            <a:stretch>
              <a:fillRect/>
            </a:stretch>
          </p:blipFill>
          <p:spPr>
            <a:xfrm flipH="1">
              <a:off x="-4748" y="3157553"/>
              <a:ext cx="9143998" cy="1985949"/>
            </a:xfrm>
            <a:prstGeom prst="rect">
              <a:avLst/>
            </a:prstGeom>
            <a:noFill/>
            <a:ln>
              <a:noFill/>
            </a:ln>
          </p:spPr>
        </p:pic>
        <p:pic>
          <p:nvPicPr>
            <p:cNvPr id="11" name="Google Shape;11;p2" title="FONDO-01.png"/>
            <p:cNvPicPr preferRelativeResize="0"/>
            <p:nvPr/>
          </p:nvPicPr>
          <p:blipFill rotWithShape="1">
            <a:blip r:embed="rId2">
              <a:alphaModFix amt="95000"/>
            </a:blip>
            <a:srcRect t="30845" b="7771"/>
            <a:stretch>
              <a:fillRect/>
            </a:stretch>
          </p:blipFill>
          <p:spPr>
            <a:xfrm flipH="1">
              <a:off x="-4748" y="0"/>
              <a:ext cx="9143998" cy="3157557"/>
            </a:xfrm>
            <a:prstGeom prst="rect">
              <a:avLst/>
            </a:prstGeom>
            <a:noFill/>
            <a:ln>
              <a:noFill/>
            </a:ln>
          </p:spPr>
        </p:pic>
      </p:grpSp>
      <p:sp>
        <p:nvSpPr>
          <p:cNvPr id="12" name="Google Shape;12;p2"/>
          <p:cNvSpPr txBox="1"/>
          <p:nvPr>
            <p:ph type="ctrTitle"/>
          </p:nvPr>
        </p:nvSpPr>
        <p:spPr>
          <a:xfrm>
            <a:off x="228600" y="1979841"/>
            <a:ext cx="5429100" cy="1422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Font typeface="Geist"/>
              <a:buNone/>
              <a:defRPr sz="5000"/>
            </a:lvl1pPr>
            <a:lvl2pPr lvl="1"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2pPr>
            <a:lvl3pPr lvl="2"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3pPr>
            <a:lvl4pPr lvl="3"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4pPr>
            <a:lvl5pPr lvl="4"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5pPr>
            <a:lvl6pPr lvl="5"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6pPr>
            <a:lvl7pPr lvl="6"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7pPr>
            <a:lvl8pPr lvl="7"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8pPr>
            <a:lvl9pPr lvl="8"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9pPr>
          </a:lstStyle>
          <a:p/>
        </p:txBody>
      </p:sp>
      <p:sp>
        <p:nvSpPr>
          <p:cNvPr id="13" name="Google Shape;13;p2"/>
          <p:cNvSpPr txBox="1"/>
          <p:nvPr>
            <p:ph type="subTitle" idx="1"/>
          </p:nvPr>
        </p:nvSpPr>
        <p:spPr>
          <a:xfrm>
            <a:off x="5657850" y="253700"/>
            <a:ext cx="1635000" cy="117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4" name="Shape 14"/>
        <p:cNvGrpSpPr/>
        <p:nvPr/>
      </p:nvGrpSpPr>
      <p:grpSpPr>
        <a:xfrm>
          <a:off x="0" y="0"/>
          <a:ext cx="0" cy="0"/>
          <a:chOff x="0" y="0"/>
          <a:chExt cx="0" cy="0"/>
        </a:xfrm>
      </p:grpSpPr>
      <p:grpSp>
        <p:nvGrpSpPr>
          <p:cNvPr id="15" name="Google Shape;15;p3"/>
          <p:cNvGrpSpPr/>
          <p:nvPr/>
        </p:nvGrpSpPr>
        <p:grpSpPr>
          <a:xfrm rot="10800000" flipH="1">
            <a:off x="0" y="-1"/>
            <a:ext cx="9144000" cy="5143502"/>
            <a:chOff x="0" y="-1"/>
            <a:chExt cx="9144000" cy="5143502"/>
          </a:xfrm>
        </p:grpSpPr>
        <p:pic>
          <p:nvPicPr>
            <p:cNvPr id="16" name="Google Shape;16;p3" title="FONDO-01.png"/>
            <p:cNvPicPr preferRelativeResize="0"/>
            <p:nvPr/>
          </p:nvPicPr>
          <p:blipFill rotWithShape="1">
            <a:blip r:embed="rId2">
              <a:alphaModFix amt="90000"/>
            </a:blip>
            <a:srcRect l="-9" r="85531"/>
            <a:stretch>
              <a:fillRect/>
            </a:stretch>
          </p:blipFill>
          <p:spPr>
            <a:xfrm rot="10800000" flipH="1">
              <a:off x="0" y="-1"/>
              <a:ext cx="1323625" cy="5143501"/>
            </a:xfrm>
            <a:prstGeom prst="rect">
              <a:avLst/>
            </a:prstGeom>
            <a:noFill/>
            <a:ln>
              <a:noFill/>
            </a:ln>
          </p:spPr>
        </p:pic>
        <p:pic>
          <p:nvPicPr>
            <p:cNvPr id="17" name="Google Shape;17;p3" title="FONDO-01.png"/>
            <p:cNvPicPr preferRelativeResize="0"/>
            <p:nvPr/>
          </p:nvPicPr>
          <p:blipFill rotWithShape="1">
            <a:blip r:embed="rId2">
              <a:alphaModFix amt="90000"/>
            </a:blip>
            <a:srcRect r="14362"/>
            <a:stretch>
              <a:fillRect/>
            </a:stretch>
          </p:blipFill>
          <p:spPr>
            <a:xfrm>
              <a:off x="1314450" y="0"/>
              <a:ext cx="7829550" cy="5143501"/>
            </a:xfrm>
            <a:prstGeom prst="rect">
              <a:avLst/>
            </a:prstGeom>
            <a:noFill/>
            <a:ln>
              <a:noFill/>
            </a:ln>
          </p:spPr>
        </p:pic>
      </p:grpSp>
      <p:sp>
        <p:nvSpPr>
          <p:cNvPr id="18" name="Google Shape;18;p3"/>
          <p:cNvSpPr txBox="1"/>
          <p:nvPr>
            <p:ph type="title"/>
          </p:nvPr>
        </p:nvSpPr>
        <p:spPr>
          <a:xfrm>
            <a:off x="2400300" y="228600"/>
            <a:ext cx="3401400" cy="2562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type="title" idx="2" hasCustomPrompt="1"/>
          </p:nvPr>
        </p:nvSpPr>
        <p:spPr>
          <a:xfrm>
            <a:off x="228600" y="228625"/>
            <a:ext cx="1086000" cy="11715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lt1"/>
              </a:buClr>
              <a:buSzPts val="6000"/>
              <a:buNone/>
              <a:defRPr sz="4000">
                <a:latin typeface="Geist Mono" panose="02010009000000000000"/>
                <a:ea typeface="Geist Mono" panose="02010009000000000000"/>
                <a:cs typeface="Geist Mono" panose="02010009000000000000"/>
                <a:sym typeface="Geist Mono" panose="02010009000000000000"/>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0" name="Shape 20"/>
        <p:cNvGrpSpPr/>
        <p:nvPr/>
      </p:nvGrpSpPr>
      <p:grpSpPr>
        <a:xfrm>
          <a:off x="0" y="0"/>
          <a:ext cx="0" cy="0"/>
          <a:chOff x="0" y="0"/>
          <a:chExt cx="0" cy="0"/>
        </a:xfrm>
      </p:grpSpPr>
      <p:pic>
        <p:nvPicPr>
          <p:cNvPr id="21" name="Google Shape;21;p4"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22" name="Google Shape;22;p4"/>
          <p:cNvSpPr txBox="1"/>
          <p:nvPr>
            <p:ph type="title"/>
          </p:nvPr>
        </p:nvSpPr>
        <p:spPr>
          <a:xfrm>
            <a:off x="228600" y="228600"/>
            <a:ext cx="8686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25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3" name="Google Shape;23;p4"/>
          <p:cNvSpPr txBox="1"/>
          <p:nvPr>
            <p:ph type="body" idx="1"/>
          </p:nvPr>
        </p:nvSpPr>
        <p:spPr>
          <a:xfrm>
            <a:off x="228600" y="999327"/>
            <a:ext cx="77040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4" name="Shape 24"/>
        <p:cNvGrpSpPr/>
        <p:nvPr/>
      </p:nvGrpSpPr>
      <p:grpSpPr>
        <a:xfrm>
          <a:off x="0" y="0"/>
          <a:ext cx="0" cy="0"/>
          <a:chOff x="0" y="0"/>
          <a:chExt cx="0" cy="0"/>
        </a:xfrm>
      </p:grpSpPr>
      <p:grpSp>
        <p:nvGrpSpPr>
          <p:cNvPr id="25" name="Google Shape;25;p5"/>
          <p:cNvGrpSpPr/>
          <p:nvPr/>
        </p:nvGrpSpPr>
        <p:grpSpPr>
          <a:xfrm>
            <a:off x="-4748" y="9"/>
            <a:ext cx="9143998" cy="5143490"/>
            <a:chOff x="-4748" y="9"/>
            <a:chExt cx="9143998" cy="5143490"/>
          </a:xfrm>
        </p:grpSpPr>
        <p:pic>
          <p:nvPicPr>
            <p:cNvPr id="26" name="Google Shape;26;p5" title="FONDO-01.png"/>
            <p:cNvPicPr preferRelativeResize="0"/>
            <p:nvPr/>
          </p:nvPicPr>
          <p:blipFill rotWithShape="1">
            <a:blip r:embed="rId2"/>
            <a:srcRect t="50" b="49958"/>
            <a:stretch>
              <a:fillRect/>
            </a:stretch>
          </p:blipFill>
          <p:spPr>
            <a:xfrm rot="10800000">
              <a:off x="-4748" y="2571750"/>
              <a:ext cx="9143998" cy="2571749"/>
            </a:xfrm>
            <a:prstGeom prst="rect">
              <a:avLst/>
            </a:prstGeom>
            <a:noFill/>
            <a:ln>
              <a:noFill/>
            </a:ln>
          </p:spPr>
        </p:pic>
        <p:pic>
          <p:nvPicPr>
            <p:cNvPr id="27" name="Google Shape;27;p5" title="FONDO-01.png"/>
            <p:cNvPicPr preferRelativeResize="0"/>
            <p:nvPr/>
          </p:nvPicPr>
          <p:blipFill rotWithShape="1">
            <a:blip r:embed="rId2">
              <a:alphaModFix amt="95000"/>
            </a:blip>
            <a:srcRect l="50" t="39331" r="-50" b="10674"/>
            <a:stretch>
              <a:fillRect/>
            </a:stretch>
          </p:blipFill>
          <p:spPr>
            <a:xfrm rot="10800000">
              <a:off x="-4748" y="9"/>
              <a:ext cx="9143998" cy="2571749"/>
            </a:xfrm>
            <a:prstGeom prst="rect">
              <a:avLst/>
            </a:prstGeom>
            <a:noFill/>
            <a:ln>
              <a:noFill/>
            </a:ln>
          </p:spPr>
        </p:pic>
      </p:grpSp>
      <p:sp>
        <p:nvSpPr>
          <p:cNvPr id="28" name="Google Shape;28;p5"/>
          <p:cNvSpPr txBox="1"/>
          <p:nvPr>
            <p:ph type="title"/>
          </p:nvPr>
        </p:nvSpPr>
        <p:spPr>
          <a:xfrm>
            <a:off x="228600" y="593767"/>
            <a:ext cx="4869300" cy="21345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9" name="Google Shape;29;p5"/>
          <p:cNvSpPr txBox="1"/>
          <p:nvPr>
            <p:ph type="subTitle" idx="1"/>
          </p:nvPr>
        </p:nvSpPr>
        <p:spPr>
          <a:xfrm>
            <a:off x="4088655" y="3077116"/>
            <a:ext cx="2112300" cy="18099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p:txBody>
      </p:sp>
      <p:sp>
        <p:nvSpPr>
          <p:cNvPr id="30" name="Google Shape;30;p5"/>
          <p:cNvSpPr txBox="1"/>
          <p:nvPr>
            <p:ph type="subTitle" idx="2"/>
          </p:nvPr>
        </p:nvSpPr>
        <p:spPr>
          <a:xfrm>
            <a:off x="6743700" y="3077105"/>
            <a:ext cx="2112300" cy="18099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 name="Shape 31"/>
        <p:cNvGrpSpPr/>
        <p:nvPr/>
      </p:nvGrpSpPr>
      <p:grpSpPr>
        <a:xfrm>
          <a:off x="0" y="0"/>
          <a:ext cx="0" cy="0"/>
          <a:chOff x="0" y="0"/>
          <a:chExt cx="0" cy="0"/>
        </a:xfrm>
      </p:grpSpPr>
      <p:pic>
        <p:nvPicPr>
          <p:cNvPr id="32" name="Google Shape;32;p6"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33" name="Google Shape;33;p6"/>
          <p:cNvSpPr txBox="1"/>
          <p:nvPr>
            <p:ph type="title"/>
          </p:nvPr>
        </p:nvSpPr>
        <p:spPr>
          <a:xfrm>
            <a:off x="228600" y="228600"/>
            <a:ext cx="8686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4" name="Shape 34"/>
        <p:cNvGrpSpPr/>
        <p:nvPr/>
      </p:nvGrpSpPr>
      <p:grpSpPr>
        <a:xfrm>
          <a:off x="0" y="0"/>
          <a:ext cx="0" cy="0"/>
          <a:chOff x="0" y="0"/>
          <a:chExt cx="0" cy="0"/>
        </a:xfrm>
      </p:grpSpPr>
      <p:pic>
        <p:nvPicPr>
          <p:cNvPr id="35" name="Google Shape;35;p7"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36" name="Google Shape;36;p7"/>
          <p:cNvSpPr txBox="1"/>
          <p:nvPr>
            <p:ph type="title"/>
          </p:nvPr>
        </p:nvSpPr>
        <p:spPr>
          <a:xfrm>
            <a:off x="228600" y="228594"/>
            <a:ext cx="4763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37" name="Google Shape;37;p7"/>
          <p:cNvSpPr txBox="1"/>
          <p:nvPr>
            <p:ph type="subTitle" idx="1"/>
          </p:nvPr>
        </p:nvSpPr>
        <p:spPr>
          <a:xfrm>
            <a:off x="1314450" y="3006000"/>
            <a:ext cx="4343400" cy="19089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8" name="Shape 38"/>
        <p:cNvGrpSpPr/>
        <p:nvPr/>
      </p:nvGrpSpPr>
      <p:grpSpPr>
        <a:xfrm>
          <a:off x="0" y="0"/>
          <a:ext cx="0" cy="0"/>
          <a:chOff x="0" y="0"/>
          <a:chExt cx="0" cy="0"/>
        </a:xfrm>
      </p:grpSpPr>
      <p:grpSp>
        <p:nvGrpSpPr>
          <p:cNvPr id="39" name="Google Shape;39;p8"/>
          <p:cNvGrpSpPr/>
          <p:nvPr/>
        </p:nvGrpSpPr>
        <p:grpSpPr>
          <a:xfrm>
            <a:off x="-4748" y="0"/>
            <a:ext cx="9143998" cy="5143503"/>
            <a:chOff x="-4748" y="0"/>
            <a:chExt cx="9143998" cy="5143503"/>
          </a:xfrm>
        </p:grpSpPr>
        <p:pic>
          <p:nvPicPr>
            <p:cNvPr id="40" name="Google Shape;40;p8" title="FONDO-01.png"/>
            <p:cNvPicPr preferRelativeResize="0"/>
            <p:nvPr/>
          </p:nvPicPr>
          <p:blipFill rotWithShape="1">
            <a:blip r:embed="rId2">
              <a:alphaModFix amt="95000"/>
            </a:blip>
            <a:srcRect t="55208" b="6185"/>
            <a:stretch>
              <a:fillRect/>
            </a:stretch>
          </p:blipFill>
          <p:spPr>
            <a:xfrm flipH="1">
              <a:off x="-4748" y="3157553"/>
              <a:ext cx="9143998" cy="1985949"/>
            </a:xfrm>
            <a:prstGeom prst="rect">
              <a:avLst/>
            </a:prstGeom>
            <a:noFill/>
            <a:ln>
              <a:noFill/>
            </a:ln>
          </p:spPr>
        </p:pic>
        <p:pic>
          <p:nvPicPr>
            <p:cNvPr id="41" name="Google Shape;41;p8" title="FONDO-01.png"/>
            <p:cNvPicPr preferRelativeResize="0"/>
            <p:nvPr/>
          </p:nvPicPr>
          <p:blipFill rotWithShape="1">
            <a:blip r:embed="rId2">
              <a:alphaModFix amt="95000"/>
            </a:blip>
            <a:srcRect t="30845" b="7771"/>
            <a:stretch>
              <a:fillRect/>
            </a:stretch>
          </p:blipFill>
          <p:spPr>
            <a:xfrm flipH="1">
              <a:off x="-4748" y="0"/>
              <a:ext cx="9143998" cy="3157557"/>
            </a:xfrm>
            <a:prstGeom prst="rect">
              <a:avLst/>
            </a:prstGeom>
            <a:noFill/>
            <a:ln>
              <a:noFill/>
            </a:ln>
          </p:spPr>
        </p:pic>
      </p:grpSp>
      <p:sp>
        <p:nvSpPr>
          <p:cNvPr id="42" name="Google Shape;42;p8"/>
          <p:cNvSpPr txBox="1"/>
          <p:nvPr>
            <p:ph type="title"/>
          </p:nvPr>
        </p:nvSpPr>
        <p:spPr>
          <a:xfrm>
            <a:off x="228600" y="902741"/>
            <a:ext cx="6515100" cy="25293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3" name="Shape 43"/>
        <p:cNvGrpSpPr/>
        <p:nvPr/>
      </p:nvGrpSpPr>
      <p:grpSpPr>
        <a:xfrm>
          <a:off x="0" y="0"/>
          <a:ext cx="0" cy="0"/>
          <a:chOff x="0" y="0"/>
          <a:chExt cx="0" cy="0"/>
        </a:xfrm>
      </p:grpSpPr>
      <p:grpSp>
        <p:nvGrpSpPr>
          <p:cNvPr id="44" name="Google Shape;44;p9"/>
          <p:cNvGrpSpPr/>
          <p:nvPr/>
        </p:nvGrpSpPr>
        <p:grpSpPr>
          <a:xfrm>
            <a:off x="-4748" y="-8526"/>
            <a:ext cx="9143998" cy="5178701"/>
            <a:chOff x="-4748" y="-1177144"/>
            <a:chExt cx="9143998" cy="5178701"/>
          </a:xfrm>
        </p:grpSpPr>
        <p:pic>
          <p:nvPicPr>
            <p:cNvPr id="45" name="Google Shape;45;p9" title="FONDO-01.png"/>
            <p:cNvPicPr preferRelativeResize="0"/>
            <p:nvPr/>
          </p:nvPicPr>
          <p:blipFill rotWithShape="1">
            <a:blip r:embed="rId2"/>
            <a:srcRect t="19295" b="52911"/>
            <a:stretch>
              <a:fillRect/>
            </a:stretch>
          </p:blipFill>
          <p:spPr>
            <a:xfrm rot="10800000">
              <a:off x="-4748" y="2571757"/>
              <a:ext cx="9143998" cy="1429800"/>
            </a:xfrm>
            <a:prstGeom prst="rect">
              <a:avLst/>
            </a:prstGeom>
            <a:noFill/>
            <a:ln>
              <a:noFill/>
            </a:ln>
          </p:spPr>
        </p:pic>
        <p:pic>
          <p:nvPicPr>
            <p:cNvPr id="46" name="Google Shape;46;p9" title="FONDO-01.png"/>
            <p:cNvPicPr preferRelativeResize="0"/>
            <p:nvPr/>
          </p:nvPicPr>
          <p:blipFill rotWithShape="1">
            <a:blip r:embed="rId2">
              <a:alphaModFix amt="95000"/>
            </a:blip>
            <a:srcRect l="50" t="27279" r="-50" b="-160"/>
            <a:stretch>
              <a:fillRect/>
            </a:stretch>
          </p:blipFill>
          <p:spPr>
            <a:xfrm rot="10800000">
              <a:off x="-4748" y="-1177144"/>
              <a:ext cx="9143998" cy="3748900"/>
            </a:xfrm>
            <a:prstGeom prst="rect">
              <a:avLst/>
            </a:prstGeom>
            <a:noFill/>
            <a:ln>
              <a:noFill/>
            </a:ln>
          </p:spPr>
        </p:pic>
      </p:grpSp>
      <p:sp>
        <p:nvSpPr>
          <p:cNvPr id="47" name="Google Shape;47;p9"/>
          <p:cNvSpPr txBox="1"/>
          <p:nvPr>
            <p:ph type="title"/>
          </p:nvPr>
        </p:nvSpPr>
        <p:spPr>
          <a:xfrm>
            <a:off x="3486150" y="2198542"/>
            <a:ext cx="5429400" cy="1765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p:txBody>
      </p:sp>
      <p:sp>
        <p:nvSpPr>
          <p:cNvPr id="48" name="Google Shape;48;p9"/>
          <p:cNvSpPr txBox="1"/>
          <p:nvPr>
            <p:ph type="subTitle" idx="1"/>
          </p:nvPr>
        </p:nvSpPr>
        <p:spPr>
          <a:xfrm>
            <a:off x="228600" y="228600"/>
            <a:ext cx="48729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9" name="Shape 49"/>
        <p:cNvGrpSpPr/>
        <p:nvPr/>
      </p:nvGrpSpPr>
      <p:grpSpPr>
        <a:xfrm>
          <a:off x="0" y="0"/>
          <a:ext cx="0" cy="0"/>
          <a:chOff x="0" y="0"/>
          <a:chExt cx="0" cy="0"/>
        </a:xfrm>
      </p:grpSpPr>
      <p:sp>
        <p:nvSpPr>
          <p:cNvPr id="50" name="Google Shape;50;p10"/>
          <p:cNvSpPr/>
          <p:nvPr>
            <p:ph type="pic" idx="2"/>
          </p:nvPr>
        </p:nvSpPr>
        <p:spPr>
          <a:xfrm>
            <a:off x="0" y="0"/>
            <a:ext cx="9144000" cy="5143500"/>
          </a:xfrm>
          <a:prstGeom prst="rect">
            <a:avLst/>
          </a:prstGeom>
          <a:noFill/>
          <a:ln>
            <a:noFill/>
          </a:ln>
        </p:spPr>
      </p:sp>
      <p:sp>
        <p:nvSpPr>
          <p:cNvPr id="51" name="Google Shape;51;p10"/>
          <p:cNvSpPr txBox="1"/>
          <p:nvPr>
            <p:ph type="title"/>
          </p:nvPr>
        </p:nvSpPr>
        <p:spPr>
          <a:xfrm>
            <a:off x="228600" y="4329125"/>
            <a:ext cx="3257400" cy="585900"/>
          </a:xfrm>
          <a:prstGeom prst="rect">
            <a:avLst/>
          </a:prstGeom>
          <a:solidFill>
            <a:schemeClr val="lt1"/>
          </a:solidFill>
        </p:spPr>
        <p:txBody>
          <a:bodyPr spcFirstLastPara="1" wrap="square" lIns="91425" tIns="91425" rIns="91425" bIns="91425" anchor="b" anchorCtr="0">
            <a:noAutofit/>
          </a:bodyPr>
          <a:lstStyle>
            <a:lvl1pPr lvl="0" rtl="0">
              <a:spcBef>
                <a:spcPts val="0"/>
              </a:spcBef>
              <a:spcAft>
                <a:spcPts val="0"/>
              </a:spcAft>
              <a:buSzPts val="1200"/>
              <a:buFont typeface="Geist SemiBold"/>
              <a:buNone/>
              <a:defRPr sz="1200">
                <a:latin typeface="Geist SemiBold"/>
                <a:ea typeface="Geist SemiBold"/>
                <a:cs typeface="Geist SemiBold"/>
                <a:sym typeface="Geist SemiBold"/>
              </a:defRPr>
            </a:lvl1pPr>
            <a:lvl2pPr lvl="1" rtl="0">
              <a:spcBef>
                <a:spcPts val="0"/>
              </a:spcBef>
              <a:spcAft>
                <a:spcPts val="0"/>
              </a:spcAft>
              <a:buSzPts val="1200"/>
              <a:buFont typeface="Geist SemiBold"/>
              <a:buNone/>
              <a:defRPr sz="1200">
                <a:latin typeface="Geist SemiBold"/>
                <a:ea typeface="Geist SemiBold"/>
                <a:cs typeface="Geist SemiBold"/>
                <a:sym typeface="Geist SemiBold"/>
              </a:defRPr>
            </a:lvl2pPr>
            <a:lvl3pPr lvl="2" rtl="0">
              <a:spcBef>
                <a:spcPts val="0"/>
              </a:spcBef>
              <a:spcAft>
                <a:spcPts val="0"/>
              </a:spcAft>
              <a:buSzPts val="1200"/>
              <a:buFont typeface="Geist SemiBold"/>
              <a:buNone/>
              <a:defRPr sz="1200">
                <a:latin typeface="Geist SemiBold"/>
                <a:ea typeface="Geist SemiBold"/>
                <a:cs typeface="Geist SemiBold"/>
                <a:sym typeface="Geist SemiBold"/>
              </a:defRPr>
            </a:lvl3pPr>
            <a:lvl4pPr lvl="3" rtl="0">
              <a:spcBef>
                <a:spcPts val="0"/>
              </a:spcBef>
              <a:spcAft>
                <a:spcPts val="0"/>
              </a:spcAft>
              <a:buSzPts val="1200"/>
              <a:buFont typeface="Geist SemiBold"/>
              <a:buNone/>
              <a:defRPr sz="1200">
                <a:latin typeface="Geist SemiBold"/>
                <a:ea typeface="Geist SemiBold"/>
                <a:cs typeface="Geist SemiBold"/>
                <a:sym typeface="Geist SemiBold"/>
              </a:defRPr>
            </a:lvl4pPr>
            <a:lvl5pPr lvl="4" rtl="0">
              <a:spcBef>
                <a:spcPts val="0"/>
              </a:spcBef>
              <a:spcAft>
                <a:spcPts val="0"/>
              </a:spcAft>
              <a:buSzPts val="1200"/>
              <a:buFont typeface="Geist SemiBold"/>
              <a:buNone/>
              <a:defRPr sz="1200">
                <a:latin typeface="Geist SemiBold"/>
                <a:ea typeface="Geist SemiBold"/>
                <a:cs typeface="Geist SemiBold"/>
                <a:sym typeface="Geist SemiBold"/>
              </a:defRPr>
            </a:lvl5pPr>
            <a:lvl6pPr lvl="5" rtl="0">
              <a:spcBef>
                <a:spcPts val="0"/>
              </a:spcBef>
              <a:spcAft>
                <a:spcPts val="0"/>
              </a:spcAft>
              <a:buSzPts val="1200"/>
              <a:buFont typeface="Geist SemiBold"/>
              <a:buNone/>
              <a:defRPr sz="1200">
                <a:latin typeface="Geist SemiBold"/>
                <a:ea typeface="Geist SemiBold"/>
                <a:cs typeface="Geist SemiBold"/>
                <a:sym typeface="Geist SemiBold"/>
              </a:defRPr>
            </a:lvl6pPr>
            <a:lvl7pPr lvl="6" rtl="0">
              <a:spcBef>
                <a:spcPts val="0"/>
              </a:spcBef>
              <a:spcAft>
                <a:spcPts val="0"/>
              </a:spcAft>
              <a:buSzPts val="1200"/>
              <a:buFont typeface="Geist SemiBold"/>
              <a:buNone/>
              <a:defRPr sz="1200">
                <a:latin typeface="Geist SemiBold"/>
                <a:ea typeface="Geist SemiBold"/>
                <a:cs typeface="Geist SemiBold"/>
                <a:sym typeface="Geist SemiBold"/>
              </a:defRPr>
            </a:lvl7pPr>
            <a:lvl8pPr lvl="7" rtl="0">
              <a:spcBef>
                <a:spcPts val="0"/>
              </a:spcBef>
              <a:spcAft>
                <a:spcPts val="0"/>
              </a:spcAft>
              <a:buSzPts val="1200"/>
              <a:buFont typeface="Geist SemiBold"/>
              <a:buNone/>
              <a:defRPr sz="1200">
                <a:latin typeface="Geist SemiBold"/>
                <a:ea typeface="Geist SemiBold"/>
                <a:cs typeface="Geist SemiBold"/>
                <a:sym typeface="Geist SemiBold"/>
              </a:defRPr>
            </a:lvl8pPr>
            <a:lvl9pPr lvl="8" rtl="0">
              <a:spcBef>
                <a:spcPts val="0"/>
              </a:spcBef>
              <a:spcAft>
                <a:spcPts val="0"/>
              </a:spcAft>
              <a:buSzPts val="1200"/>
              <a:buFont typeface="Geist SemiBold"/>
              <a:buNone/>
              <a:defRPr sz="1200">
                <a:latin typeface="Geist SemiBold"/>
                <a:ea typeface="Geist SemiBold"/>
                <a:cs typeface="Geist SemiBold"/>
                <a:sym typeface="Geist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52" name="Shape 52"/>
        <p:cNvGrpSpPr/>
        <p:nvPr/>
      </p:nvGrpSpPr>
      <p:grpSpPr>
        <a:xfrm>
          <a:off x="0" y="0"/>
          <a:ext cx="0" cy="0"/>
          <a:chOff x="0" y="0"/>
          <a:chExt cx="0" cy="0"/>
        </a:xfrm>
      </p:grpSpPr>
      <p:grpSp>
        <p:nvGrpSpPr>
          <p:cNvPr id="53" name="Google Shape;53;p11"/>
          <p:cNvGrpSpPr/>
          <p:nvPr/>
        </p:nvGrpSpPr>
        <p:grpSpPr>
          <a:xfrm rot="10800000" flipH="1">
            <a:off x="-4748" y="0"/>
            <a:ext cx="9143998" cy="5143503"/>
            <a:chOff x="-4748" y="0"/>
            <a:chExt cx="9143998" cy="5143503"/>
          </a:xfrm>
        </p:grpSpPr>
        <p:pic>
          <p:nvPicPr>
            <p:cNvPr id="54" name="Google Shape;54;p11" title="FONDO-01.png"/>
            <p:cNvPicPr preferRelativeResize="0"/>
            <p:nvPr/>
          </p:nvPicPr>
          <p:blipFill rotWithShape="1">
            <a:blip r:embed="rId2">
              <a:alphaModFix amt="95000"/>
            </a:blip>
            <a:srcRect t="55208" b="6185"/>
            <a:stretch>
              <a:fillRect/>
            </a:stretch>
          </p:blipFill>
          <p:spPr>
            <a:xfrm flipH="1">
              <a:off x="-4748" y="3157553"/>
              <a:ext cx="9143998" cy="1985949"/>
            </a:xfrm>
            <a:prstGeom prst="rect">
              <a:avLst/>
            </a:prstGeom>
            <a:noFill/>
            <a:ln>
              <a:noFill/>
            </a:ln>
          </p:spPr>
        </p:pic>
        <p:pic>
          <p:nvPicPr>
            <p:cNvPr id="55" name="Google Shape;55;p11" title="FONDO-01.png"/>
            <p:cNvPicPr preferRelativeResize="0"/>
            <p:nvPr/>
          </p:nvPicPr>
          <p:blipFill rotWithShape="1">
            <a:blip r:embed="rId2">
              <a:alphaModFix amt="95000"/>
            </a:blip>
            <a:srcRect t="30845" b="7771"/>
            <a:stretch>
              <a:fillRect/>
            </a:stretch>
          </p:blipFill>
          <p:spPr>
            <a:xfrm flipH="1">
              <a:off x="-4748" y="0"/>
              <a:ext cx="9143998" cy="3157557"/>
            </a:xfrm>
            <a:prstGeom prst="rect">
              <a:avLst/>
            </a:prstGeom>
            <a:noFill/>
            <a:ln>
              <a:noFill/>
            </a:ln>
          </p:spPr>
        </p:pic>
      </p:grpSp>
      <p:sp>
        <p:nvSpPr>
          <p:cNvPr id="56" name="Google Shape;56;p11"/>
          <p:cNvSpPr txBox="1"/>
          <p:nvPr>
            <p:ph type="title" hasCustomPrompt="1"/>
          </p:nvPr>
        </p:nvSpPr>
        <p:spPr>
          <a:xfrm>
            <a:off x="1314450" y="1216774"/>
            <a:ext cx="6515100" cy="10452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7" name="Google Shape;57;p11"/>
          <p:cNvSpPr txBox="1"/>
          <p:nvPr>
            <p:ph type="subTitle" idx="1"/>
          </p:nvPr>
        </p:nvSpPr>
        <p:spPr>
          <a:xfrm>
            <a:off x="4572000" y="3157550"/>
            <a:ext cx="2171700" cy="585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58" name="Shape 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28_1">
    <p:spTree>
      <p:nvGrpSpPr>
        <p:cNvPr id="59" name="Shape 59"/>
        <p:cNvGrpSpPr/>
        <p:nvPr/>
      </p:nvGrpSpPr>
      <p:grpSpPr>
        <a:xfrm>
          <a:off x="0" y="0"/>
          <a:ext cx="0" cy="0"/>
          <a:chOff x="0" y="0"/>
          <a:chExt cx="0" cy="0"/>
        </a:xfrm>
      </p:grpSpPr>
      <p:grpSp>
        <p:nvGrpSpPr>
          <p:cNvPr id="60" name="Google Shape;60;p13"/>
          <p:cNvGrpSpPr/>
          <p:nvPr/>
        </p:nvGrpSpPr>
        <p:grpSpPr>
          <a:xfrm>
            <a:off x="0" y="-1"/>
            <a:ext cx="9144001" cy="5143502"/>
            <a:chOff x="0" y="-1"/>
            <a:chExt cx="9144001" cy="5143502"/>
          </a:xfrm>
        </p:grpSpPr>
        <p:pic>
          <p:nvPicPr>
            <p:cNvPr id="61" name="Google Shape;61;p13" title="FONDO-01.png"/>
            <p:cNvPicPr preferRelativeResize="0"/>
            <p:nvPr/>
          </p:nvPicPr>
          <p:blipFill rotWithShape="1">
            <a:blip r:embed="rId2">
              <a:alphaModFix amt="90000"/>
            </a:blip>
            <a:srcRect l="13123" r="48785"/>
            <a:stretch>
              <a:fillRect/>
            </a:stretch>
          </p:blipFill>
          <p:spPr>
            <a:xfrm rot="10800000" flipH="1">
              <a:off x="0" y="-1"/>
              <a:ext cx="3482499" cy="5143501"/>
            </a:xfrm>
            <a:prstGeom prst="rect">
              <a:avLst/>
            </a:prstGeom>
            <a:noFill/>
            <a:ln>
              <a:noFill/>
            </a:ln>
          </p:spPr>
        </p:pic>
        <p:pic>
          <p:nvPicPr>
            <p:cNvPr id="62" name="Google Shape;62;p13" title="FONDO-01.png"/>
            <p:cNvPicPr preferRelativeResize="0"/>
            <p:nvPr/>
          </p:nvPicPr>
          <p:blipFill rotWithShape="1">
            <a:blip r:embed="rId2">
              <a:alphaModFix amt="90000"/>
            </a:blip>
            <a:srcRect l="5449" t="-190" r="32554" b="190"/>
            <a:stretch>
              <a:fillRect/>
            </a:stretch>
          </p:blipFill>
          <p:spPr>
            <a:xfrm>
              <a:off x="3476100" y="0"/>
              <a:ext cx="5667901" cy="5143501"/>
            </a:xfrm>
            <a:prstGeom prst="rect">
              <a:avLst/>
            </a:prstGeom>
            <a:noFill/>
            <a:ln>
              <a:noFill/>
            </a:ln>
          </p:spPr>
        </p:pic>
      </p:grpSp>
      <p:sp>
        <p:nvSpPr>
          <p:cNvPr id="63" name="Google Shape;63;p13"/>
          <p:cNvSpPr txBox="1"/>
          <p:nvPr>
            <p:ph type="title"/>
          </p:nvPr>
        </p:nvSpPr>
        <p:spPr>
          <a:xfrm>
            <a:off x="228600" y="2571750"/>
            <a:ext cx="2714700" cy="2343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4" name="Google Shape;64;p13"/>
          <p:cNvSpPr txBox="1"/>
          <p:nvPr>
            <p:ph type="subTitle" idx="1"/>
          </p:nvPr>
        </p:nvSpPr>
        <p:spPr>
          <a:xfrm>
            <a:off x="5657825" y="660130"/>
            <a:ext cx="3257700" cy="310800"/>
          </a:xfrm>
          <a:prstGeom prst="rect">
            <a:avLst/>
          </a:prstGeom>
        </p:spPr>
        <p:txBody>
          <a:bodyPr spcFirstLastPara="1" wrap="square" lIns="91425" tIns="91425" rIns="91425" bIns="91425" anchor="t" anchorCtr="0">
            <a:noAutofit/>
          </a:bodyPr>
          <a:lstStyle>
            <a:lvl1pPr lvl="0" algn="r">
              <a:spcBef>
                <a:spcPts val="0"/>
              </a:spcBef>
              <a:spcAft>
                <a:spcPts val="0"/>
              </a:spcAft>
              <a:buSzPts val="2000"/>
              <a:buFont typeface="IBM Plex Sans Light"/>
              <a:buNone/>
              <a:defRPr>
                <a:solidFill>
                  <a:schemeClr val="dk2"/>
                </a:solidFill>
                <a:latin typeface="Geist SemiBold"/>
                <a:ea typeface="Geist SemiBold"/>
                <a:cs typeface="Geist SemiBold"/>
                <a:sym typeface="Geist SemiBold"/>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p:txBody>
      </p:sp>
      <p:sp>
        <p:nvSpPr>
          <p:cNvPr id="65" name="Google Shape;65;p13"/>
          <p:cNvSpPr txBox="1"/>
          <p:nvPr>
            <p:ph type="subTitle" idx="2"/>
          </p:nvPr>
        </p:nvSpPr>
        <p:spPr>
          <a:xfrm>
            <a:off x="5657825" y="1067648"/>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6" name="Google Shape;66;p13"/>
          <p:cNvSpPr txBox="1"/>
          <p:nvPr>
            <p:ph type="subTitle" idx="3"/>
          </p:nvPr>
        </p:nvSpPr>
        <p:spPr>
          <a:xfrm>
            <a:off x="5657825" y="1882684"/>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7" name="Google Shape;67;p13"/>
          <p:cNvSpPr txBox="1"/>
          <p:nvPr>
            <p:ph type="subTitle" idx="4"/>
          </p:nvPr>
        </p:nvSpPr>
        <p:spPr>
          <a:xfrm>
            <a:off x="5657825" y="3105238"/>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 name="Google Shape;68;p13"/>
          <p:cNvSpPr txBox="1"/>
          <p:nvPr>
            <p:ph type="subTitle" idx="5"/>
          </p:nvPr>
        </p:nvSpPr>
        <p:spPr>
          <a:xfrm>
            <a:off x="5657825" y="2697720"/>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 name="Google Shape;69;p13"/>
          <p:cNvSpPr txBox="1"/>
          <p:nvPr>
            <p:ph type="subTitle" idx="6"/>
          </p:nvPr>
        </p:nvSpPr>
        <p:spPr>
          <a:xfrm>
            <a:off x="5657825" y="1475166"/>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0" name="Google Shape;70;p13"/>
          <p:cNvSpPr txBox="1"/>
          <p:nvPr>
            <p:ph type="subTitle" idx="7"/>
          </p:nvPr>
        </p:nvSpPr>
        <p:spPr>
          <a:xfrm>
            <a:off x="5657825" y="2290202"/>
            <a:ext cx="3252300" cy="310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 name="Google Shape;71;p13"/>
          <p:cNvSpPr txBox="1"/>
          <p:nvPr>
            <p:ph type="title" idx="8" hasCustomPrompt="1"/>
          </p:nvPr>
        </p:nvSpPr>
        <p:spPr>
          <a:xfrm>
            <a:off x="4572000" y="1882427"/>
            <a:ext cx="1085700" cy="310800"/>
          </a:xfrm>
          <a:prstGeom prst="rect">
            <a:avLst/>
          </a:prstGeom>
          <a:noFill/>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2" name="Google Shape;72;p13"/>
          <p:cNvSpPr txBox="1"/>
          <p:nvPr>
            <p:ph type="title" idx="9" hasCustomPrompt="1"/>
          </p:nvPr>
        </p:nvSpPr>
        <p:spPr>
          <a:xfrm>
            <a:off x="4572000" y="1067220"/>
            <a:ext cx="1085700" cy="310800"/>
          </a:xfrm>
          <a:prstGeom prst="rect">
            <a:avLst/>
          </a:prstGeom>
          <a:noFill/>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3" name="Google Shape;73;p13"/>
          <p:cNvSpPr txBox="1"/>
          <p:nvPr>
            <p:ph type="title" idx="13" hasCustomPrompt="1"/>
          </p:nvPr>
        </p:nvSpPr>
        <p:spPr>
          <a:xfrm>
            <a:off x="4572000" y="2290030"/>
            <a:ext cx="1085700" cy="310800"/>
          </a:xfrm>
          <a:prstGeom prst="rect">
            <a:avLst/>
          </a:prstGeom>
          <a:noFill/>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4" name="Google Shape;74;p13"/>
          <p:cNvSpPr txBox="1"/>
          <p:nvPr>
            <p:ph type="title" idx="14" hasCustomPrompt="1"/>
          </p:nvPr>
        </p:nvSpPr>
        <p:spPr>
          <a:xfrm>
            <a:off x="4572000" y="2697634"/>
            <a:ext cx="1085700" cy="310800"/>
          </a:xfrm>
          <a:prstGeom prst="rect">
            <a:avLst/>
          </a:prstGeom>
          <a:noFill/>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 name="Google Shape;75;p13"/>
          <p:cNvSpPr txBox="1"/>
          <p:nvPr>
            <p:ph type="title" idx="15" hasCustomPrompt="1"/>
          </p:nvPr>
        </p:nvSpPr>
        <p:spPr>
          <a:xfrm>
            <a:off x="4572001" y="659916"/>
            <a:ext cx="1085700" cy="310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 name="Google Shape;76;p13"/>
          <p:cNvSpPr txBox="1"/>
          <p:nvPr>
            <p:ph type="title" idx="16" hasCustomPrompt="1"/>
          </p:nvPr>
        </p:nvSpPr>
        <p:spPr>
          <a:xfrm>
            <a:off x="4572000" y="1474823"/>
            <a:ext cx="1085700" cy="310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7" name="Google Shape;77;p13"/>
          <p:cNvSpPr txBox="1"/>
          <p:nvPr>
            <p:ph type="title" idx="17" hasCustomPrompt="1"/>
          </p:nvPr>
        </p:nvSpPr>
        <p:spPr>
          <a:xfrm>
            <a:off x="4572000" y="3105238"/>
            <a:ext cx="1085700" cy="310800"/>
          </a:xfrm>
          <a:prstGeom prst="rect">
            <a:avLst/>
          </a:prstGeom>
          <a:noFill/>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8" name="Google Shape;78;p13"/>
          <p:cNvSpPr txBox="1"/>
          <p:nvPr>
            <p:ph type="subTitle" idx="18"/>
          </p:nvPr>
        </p:nvSpPr>
        <p:spPr>
          <a:xfrm>
            <a:off x="5657825" y="252613"/>
            <a:ext cx="3257700" cy="310800"/>
          </a:xfrm>
          <a:prstGeom prst="rect">
            <a:avLst/>
          </a:prstGeom>
        </p:spPr>
        <p:txBody>
          <a:bodyPr spcFirstLastPara="1" wrap="square" lIns="91425" tIns="91425" rIns="91425" bIns="91425" anchor="t" anchorCtr="0">
            <a:noAutofit/>
          </a:bodyPr>
          <a:lstStyle>
            <a:lvl1pPr lvl="0" algn="r">
              <a:spcBef>
                <a:spcPts val="0"/>
              </a:spcBef>
              <a:spcAft>
                <a:spcPts val="0"/>
              </a:spcAft>
              <a:buSzPts val="2000"/>
              <a:buFont typeface="IBM Plex Sans Light"/>
              <a:buNone/>
              <a:defRPr>
                <a:solidFill>
                  <a:schemeClr val="dk2"/>
                </a:solidFill>
                <a:latin typeface="Geist SemiBold"/>
                <a:ea typeface="Geist SemiBold"/>
                <a:cs typeface="Geist SemiBold"/>
                <a:sym typeface="Geist SemiBold"/>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p:txBody>
      </p:sp>
      <p:sp>
        <p:nvSpPr>
          <p:cNvPr id="79" name="Google Shape;79;p13"/>
          <p:cNvSpPr txBox="1"/>
          <p:nvPr>
            <p:ph type="title" idx="19" hasCustomPrompt="1"/>
          </p:nvPr>
        </p:nvSpPr>
        <p:spPr>
          <a:xfrm>
            <a:off x="4572001" y="252613"/>
            <a:ext cx="1085700" cy="310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80" name="Shape 80"/>
        <p:cNvGrpSpPr/>
        <p:nvPr/>
      </p:nvGrpSpPr>
      <p:grpSpPr>
        <a:xfrm>
          <a:off x="0" y="0"/>
          <a:ext cx="0" cy="0"/>
          <a:chOff x="0" y="0"/>
          <a:chExt cx="0" cy="0"/>
        </a:xfrm>
      </p:grpSpPr>
      <p:grpSp>
        <p:nvGrpSpPr>
          <p:cNvPr id="81" name="Google Shape;81;p14"/>
          <p:cNvGrpSpPr/>
          <p:nvPr/>
        </p:nvGrpSpPr>
        <p:grpSpPr>
          <a:xfrm>
            <a:off x="0" y="-750"/>
            <a:ext cx="9143998" cy="5140250"/>
            <a:chOff x="0" y="-750"/>
            <a:chExt cx="9143998" cy="5140250"/>
          </a:xfrm>
        </p:grpSpPr>
        <p:pic>
          <p:nvPicPr>
            <p:cNvPr id="82" name="Google Shape;82;p14" title="FONDO-01.png"/>
            <p:cNvPicPr preferRelativeResize="0"/>
            <p:nvPr/>
          </p:nvPicPr>
          <p:blipFill rotWithShape="1">
            <a:blip r:embed="rId2"/>
            <a:srcRect t="6759" b="31745"/>
            <a:stretch>
              <a:fillRect/>
            </a:stretch>
          </p:blipFill>
          <p:spPr>
            <a:xfrm rot="10800000" flipH="1">
              <a:off x="0" y="1975926"/>
              <a:ext cx="9143998" cy="3163574"/>
            </a:xfrm>
            <a:prstGeom prst="rect">
              <a:avLst/>
            </a:prstGeom>
            <a:noFill/>
            <a:ln>
              <a:noFill/>
            </a:ln>
          </p:spPr>
        </p:pic>
        <p:pic>
          <p:nvPicPr>
            <p:cNvPr id="83" name="Google Shape;83;p14" title="FONDO-01.png"/>
            <p:cNvPicPr preferRelativeResize="0"/>
            <p:nvPr/>
          </p:nvPicPr>
          <p:blipFill rotWithShape="1">
            <a:blip r:embed="rId2"/>
            <a:srcRect t="45194" b="16186"/>
            <a:stretch>
              <a:fillRect/>
            </a:stretch>
          </p:blipFill>
          <p:spPr>
            <a:xfrm rot="10800000">
              <a:off x="0" y="-750"/>
              <a:ext cx="9143998" cy="1986701"/>
            </a:xfrm>
            <a:prstGeom prst="rect">
              <a:avLst/>
            </a:prstGeom>
            <a:noFill/>
            <a:ln>
              <a:noFill/>
            </a:ln>
          </p:spPr>
        </p:pic>
      </p:grpSp>
      <p:sp>
        <p:nvSpPr>
          <p:cNvPr id="84" name="Google Shape;84;p14"/>
          <p:cNvSpPr txBox="1"/>
          <p:nvPr>
            <p:ph type="title"/>
          </p:nvPr>
        </p:nvSpPr>
        <p:spPr>
          <a:xfrm>
            <a:off x="228600" y="507091"/>
            <a:ext cx="4343400" cy="1645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5" name="Google Shape;85;p14"/>
          <p:cNvSpPr txBox="1"/>
          <p:nvPr>
            <p:ph type="subTitle" idx="1"/>
          </p:nvPr>
        </p:nvSpPr>
        <p:spPr>
          <a:xfrm>
            <a:off x="3486150" y="2580471"/>
            <a:ext cx="5277900" cy="2309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400"/>
              <a:buChar char="●"/>
              <a:defRPr sz="1200"/>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86" name="Shape 86"/>
        <p:cNvGrpSpPr/>
        <p:nvPr/>
      </p:nvGrpSpPr>
      <p:grpSpPr>
        <a:xfrm>
          <a:off x="0" y="0"/>
          <a:ext cx="0" cy="0"/>
          <a:chOff x="0" y="0"/>
          <a:chExt cx="0" cy="0"/>
        </a:xfrm>
      </p:grpSpPr>
      <p:pic>
        <p:nvPicPr>
          <p:cNvPr id="87" name="Google Shape;87;p15"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88" name="Google Shape;88;p15"/>
          <p:cNvSpPr txBox="1"/>
          <p:nvPr>
            <p:ph type="title"/>
          </p:nvPr>
        </p:nvSpPr>
        <p:spPr>
          <a:xfrm>
            <a:off x="4572000" y="3157425"/>
            <a:ext cx="4343400" cy="17574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9" name="Google Shape;89;p15"/>
          <p:cNvSpPr txBox="1"/>
          <p:nvPr>
            <p:ph type="subTitle" idx="1"/>
          </p:nvPr>
        </p:nvSpPr>
        <p:spPr>
          <a:xfrm>
            <a:off x="228600" y="252613"/>
            <a:ext cx="5429400" cy="17574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90" name="Google Shape;90;p15"/>
          <p:cNvSpPr/>
          <p:nvPr>
            <p:ph type="pic" idx="2"/>
          </p:nvPr>
        </p:nvSpPr>
        <p:spPr>
          <a:xfrm>
            <a:off x="1314450" y="2571750"/>
            <a:ext cx="2171700" cy="25716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5_1_1">
    <p:spTree>
      <p:nvGrpSpPr>
        <p:cNvPr id="91" name="Shape 91"/>
        <p:cNvGrpSpPr/>
        <p:nvPr/>
      </p:nvGrpSpPr>
      <p:grpSpPr>
        <a:xfrm>
          <a:off x="0" y="0"/>
          <a:ext cx="0" cy="0"/>
          <a:chOff x="0" y="0"/>
          <a:chExt cx="0" cy="0"/>
        </a:xfrm>
      </p:grpSpPr>
      <p:grpSp>
        <p:nvGrpSpPr>
          <p:cNvPr id="92" name="Google Shape;92;p16"/>
          <p:cNvGrpSpPr/>
          <p:nvPr/>
        </p:nvGrpSpPr>
        <p:grpSpPr>
          <a:xfrm rot="10800000" flipH="1">
            <a:off x="0" y="-1"/>
            <a:ext cx="9144000" cy="5143502"/>
            <a:chOff x="0" y="-1"/>
            <a:chExt cx="9144000" cy="5143502"/>
          </a:xfrm>
        </p:grpSpPr>
        <p:pic>
          <p:nvPicPr>
            <p:cNvPr id="93" name="Google Shape;93;p16" title="FONDO-01.png"/>
            <p:cNvPicPr preferRelativeResize="0"/>
            <p:nvPr/>
          </p:nvPicPr>
          <p:blipFill rotWithShape="1">
            <a:blip r:embed="rId2">
              <a:alphaModFix amt="90000"/>
            </a:blip>
            <a:srcRect l="36074" r="2060"/>
            <a:stretch>
              <a:fillRect/>
            </a:stretch>
          </p:blipFill>
          <p:spPr>
            <a:xfrm rot="10800000" flipH="1">
              <a:off x="3488075" y="-1"/>
              <a:ext cx="5655925" cy="5143501"/>
            </a:xfrm>
            <a:prstGeom prst="rect">
              <a:avLst/>
            </a:prstGeom>
            <a:noFill/>
            <a:ln>
              <a:noFill/>
            </a:ln>
          </p:spPr>
        </p:pic>
        <p:pic>
          <p:nvPicPr>
            <p:cNvPr id="94" name="Google Shape;94;p16" title="FONDO-01.png"/>
            <p:cNvPicPr preferRelativeResize="0"/>
            <p:nvPr/>
          </p:nvPicPr>
          <p:blipFill rotWithShape="1">
            <a:blip r:embed="rId2">
              <a:alphaModFix amt="90000"/>
            </a:blip>
            <a:srcRect l="61868"/>
            <a:stretch>
              <a:fillRect/>
            </a:stretch>
          </p:blipFill>
          <p:spPr>
            <a:xfrm rot="10800000" flipH="1">
              <a:off x="0" y="0"/>
              <a:ext cx="3486150" cy="5143501"/>
            </a:xfrm>
            <a:prstGeom prst="rect">
              <a:avLst/>
            </a:prstGeom>
            <a:noFill/>
            <a:ln>
              <a:noFill/>
            </a:ln>
          </p:spPr>
        </p:pic>
      </p:grpSp>
      <p:sp>
        <p:nvSpPr>
          <p:cNvPr id="95" name="Google Shape;95;p16"/>
          <p:cNvSpPr txBox="1"/>
          <p:nvPr>
            <p:ph type="title"/>
          </p:nvPr>
        </p:nvSpPr>
        <p:spPr>
          <a:xfrm>
            <a:off x="228600" y="231125"/>
            <a:ext cx="2714700" cy="1754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6" name="Google Shape;96;p16"/>
          <p:cNvSpPr txBox="1"/>
          <p:nvPr>
            <p:ph type="subTitle" idx="1"/>
          </p:nvPr>
        </p:nvSpPr>
        <p:spPr>
          <a:xfrm>
            <a:off x="213000" y="3454525"/>
            <a:ext cx="2187300" cy="1434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400"/>
              <a:buNone/>
              <a:defRPr sz="1200">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7" name="Google Shape;97;p16"/>
          <p:cNvSpPr txBox="1"/>
          <p:nvPr>
            <p:ph type="subTitle" idx="2"/>
          </p:nvPr>
        </p:nvSpPr>
        <p:spPr>
          <a:xfrm>
            <a:off x="4850975" y="1263718"/>
            <a:ext cx="4064700" cy="87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8" name="Google Shape;98;p16"/>
          <p:cNvSpPr txBox="1"/>
          <p:nvPr>
            <p:ph type="subTitle" idx="3"/>
          </p:nvPr>
        </p:nvSpPr>
        <p:spPr>
          <a:xfrm>
            <a:off x="4850975" y="251178"/>
            <a:ext cx="4064700" cy="87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9" name="Google Shape;99;p16"/>
          <p:cNvSpPr txBox="1"/>
          <p:nvPr>
            <p:ph type="subTitle" idx="4"/>
          </p:nvPr>
        </p:nvSpPr>
        <p:spPr>
          <a:xfrm>
            <a:off x="4850975" y="2276259"/>
            <a:ext cx="4064700" cy="87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0" name="Google Shape;100;p16"/>
          <p:cNvSpPr txBox="1"/>
          <p:nvPr>
            <p:ph type="title" idx="5" hasCustomPrompt="1"/>
          </p:nvPr>
        </p:nvSpPr>
        <p:spPr>
          <a:xfrm>
            <a:off x="3893101" y="1264681"/>
            <a:ext cx="678900" cy="310800"/>
          </a:xfrm>
          <a:prstGeom prst="rect">
            <a:avLst/>
          </a:prstGeom>
          <a:noFill/>
        </p:spPr>
        <p:txBody>
          <a:bodyPr spcFirstLastPara="1" wrap="square" lIns="91425" tIns="91425" rIns="91425" bIns="91425" anchor="t" anchorCtr="0">
            <a:noAutofit/>
          </a:bodyPr>
          <a:lstStyle>
            <a:lvl1pPr lvl="0" algn="ctr">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1" name="Google Shape;101;p16"/>
          <p:cNvSpPr txBox="1"/>
          <p:nvPr>
            <p:ph type="title" idx="6" hasCustomPrompt="1"/>
          </p:nvPr>
        </p:nvSpPr>
        <p:spPr>
          <a:xfrm>
            <a:off x="3893691" y="252440"/>
            <a:ext cx="677700" cy="3105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 name="Google Shape;102;p16"/>
          <p:cNvSpPr txBox="1"/>
          <p:nvPr>
            <p:ph type="title" idx="7" hasCustomPrompt="1"/>
          </p:nvPr>
        </p:nvSpPr>
        <p:spPr>
          <a:xfrm>
            <a:off x="3893100" y="2277222"/>
            <a:ext cx="678900" cy="3108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17_2_1">
    <p:spTree>
      <p:nvGrpSpPr>
        <p:cNvPr id="103" name="Shape 103"/>
        <p:cNvGrpSpPr/>
        <p:nvPr/>
      </p:nvGrpSpPr>
      <p:grpSpPr>
        <a:xfrm>
          <a:off x="0" y="0"/>
          <a:ext cx="0" cy="0"/>
          <a:chOff x="0" y="0"/>
          <a:chExt cx="0" cy="0"/>
        </a:xfrm>
      </p:grpSpPr>
      <p:pic>
        <p:nvPicPr>
          <p:cNvPr id="104" name="Google Shape;104;p17"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105" name="Google Shape;105;p17"/>
          <p:cNvSpPr txBox="1"/>
          <p:nvPr>
            <p:ph type="title"/>
          </p:nvPr>
        </p:nvSpPr>
        <p:spPr>
          <a:xfrm>
            <a:off x="228600" y="4339147"/>
            <a:ext cx="8687100" cy="5727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6" name="Google Shape;106;p17"/>
          <p:cNvSpPr txBox="1"/>
          <p:nvPr>
            <p:ph type="subTitle" idx="1"/>
          </p:nvPr>
        </p:nvSpPr>
        <p:spPr>
          <a:xfrm>
            <a:off x="228600" y="1380822"/>
            <a:ext cx="1799400" cy="149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7" name="Google Shape;107;p17"/>
          <p:cNvSpPr txBox="1"/>
          <p:nvPr>
            <p:ph type="subTitle" idx="2"/>
          </p:nvPr>
        </p:nvSpPr>
        <p:spPr>
          <a:xfrm>
            <a:off x="228600" y="587700"/>
            <a:ext cx="1799400" cy="889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sp>
        <p:nvSpPr>
          <p:cNvPr id="108" name="Google Shape;108;p17"/>
          <p:cNvSpPr txBox="1"/>
          <p:nvPr>
            <p:ph type="title" idx="3" hasCustomPrompt="1"/>
          </p:nvPr>
        </p:nvSpPr>
        <p:spPr>
          <a:xfrm>
            <a:off x="228600" y="228600"/>
            <a:ext cx="932400" cy="429000"/>
          </a:xfrm>
          <a:prstGeom prst="rect">
            <a:avLst/>
          </a:prstGeom>
          <a:noFill/>
        </p:spPr>
        <p:txBody>
          <a:bodyPr spcFirstLastPara="1" wrap="square" lIns="91425" tIns="91425" rIns="91425" bIns="91425" anchor="b"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9" name="Google Shape;109;p17"/>
          <p:cNvSpPr txBox="1"/>
          <p:nvPr>
            <p:ph type="subTitle" idx="4"/>
          </p:nvPr>
        </p:nvSpPr>
        <p:spPr>
          <a:xfrm>
            <a:off x="2486300" y="1380822"/>
            <a:ext cx="1799400" cy="149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0" name="Google Shape;110;p17"/>
          <p:cNvSpPr txBox="1"/>
          <p:nvPr>
            <p:ph type="subTitle" idx="5"/>
          </p:nvPr>
        </p:nvSpPr>
        <p:spPr>
          <a:xfrm>
            <a:off x="2486300" y="587700"/>
            <a:ext cx="1799400" cy="889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sp>
        <p:nvSpPr>
          <p:cNvPr id="111" name="Google Shape;111;p17"/>
          <p:cNvSpPr txBox="1"/>
          <p:nvPr>
            <p:ph type="title" idx="6" hasCustomPrompt="1"/>
          </p:nvPr>
        </p:nvSpPr>
        <p:spPr>
          <a:xfrm>
            <a:off x="2486300" y="228600"/>
            <a:ext cx="932400" cy="429000"/>
          </a:xfrm>
          <a:prstGeom prst="rect">
            <a:avLst/>
          </a:prstGeom>
          <a:noFill/>
        </p:spPr>
        <p:txBody>
          <a:bodyPr spcFirstLastPara="1" wrap="square" lIns="91425" tIns="91425" rIns="91425" bIns="91425" anchor="b"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12" name="Google Shape;112;p17"/>
          <p:cNvSpPr txBox="1"/>
          <p:nvPr>
            <p:ph type="subTitle" idx="7"/>
          </p:nvPr>
        </p:nvSpPr>
        <p:spPr>
          <a:xfrm>
            <a:off x="4744000" y="1380822"/>
            <a:ext cx="1799400" cy="149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3" name="Google Shape;113;p17"/>
          <p:cNvSpPr txBox="1"/>
          <p:nvPr>
            <p:ph type="subTitle" idx="8"/>
          </p:nvPr>
        </p:nvSpPr>
        <p:spPr>
          <a:xfrm>
            <a:off x="4744000" y="587700"/>
            <a:ext cx="1799400" cy="889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sp>
        <p:nvSpPr>
          <p:cNvPr id="114" name="Google Shape;114;p17"/>
          <p:cNvSpPr txBox="1"/>
          <p:nvPr>
            <p:ph type="title" idx="9" hasCustomPrompt="1"/>
          </p:nvPr>
        </p:nvSpPr>
        <p:spPr>
          <a:xfrm>
            <a:off x="4744000" y="228600"/>
            <a:ext cx="932400" cy="429000"/>
          </a:xfrm>
          <a:prstGeom prst="rect">
            <a:avLst/>
          </a:prstGeom>
          <a:noFill/>
        </p:spPr>
        <p:txBody>
          <a:bodyPr spcFirstLastPara="1" wrap="square" lIns="91425" tIns="91425" rIns="91425" bIns="91425" anchor="b"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15" name="Google Shape;115;p17"/>
          <p:cNvSpPr txBox="1"/>
          <p:nvPr>
            <p:ph type="subTitle" idx="13"/>
          </p:nvPr>
        </p:nvSpPr>
        <p:spPr>
          <a:xfrm>
            <a:off x="7001700" y="1380822"/>
            <a:ext cx="1799400" cy="149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 name="Google Shape;116;p17"/>
          <p:cNvSpPr txBox="1"/>
          <p:nvPr>
            <p:ph type="subTitle" idx="14"/>
          </p:nvPr>
        </p:nvSpPr>
        <p:spPr>
          <a:xfrm>
            <a:off x="7001700" y="587700"/>
            <a:ext cx="1799400" cy="889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sp>
        <p:nvSpPr>
          <p:cNvPr id="117" name="Google Shape;117;p17"/>
          <p:cNvSpPr txBox="1"/>
          <p:nvPr>
            <p:ph type="title" idx="15" hasCustomPrompt="1"/>
          </p:nvPr>
        </p:nvSpPr>
        <p:spPr>
          <a:xfrm>
            <a:off x="7001700" y="228600"/>
            <a:ext cx="932400" cy="429000"/>
          </a:xfrm>
          <a:prstGeom prst="rect">
            <a:avLst/>
          </a:prstGeom>
          <a:noFill/>
        </p:spPr>
        <p:txBody>
          <a:bodyPr spcFirstLastPara="1" wrap="square" lIns="91425" tIns="91425" rIns="91425" bIns="91425" anchor="b" anchorCtr="0">
            <a:noAutofit/>
          </a:bodyPr>
          <a:lstStyle>
            <a:lvl1pPr lvl="0">
              <a:spcBef>
                <a:spcPts val="0"/>
              </a:spcBef>
              <a:spcAft>
                <a:spcPts val="0"/>
              </a:spcAft>
              <a:buSzPts val="3000"/>
              <a:buNone/>
              <a:defRPr sz="1400">
                <a:latin typeface="Geist Mono" panose="02010009000000000000"/>
                <a:ea typeface="Geist Mono" panose="02010009000000000000"/>
                <a:cs typeface="Geist Mono" panose="02010009000000000000"/>
                <a:sym typeface="Geist Mono" panose="0201000900000000000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18" name="Shape 118"/>
        <p:cNvGrpSpPr/>
        <p:nvPr/>
      </p:nvGrpSpPr>
      <p:grpSpPr>
        <a:xfrm>
          <a:off x="0" y="0"/>
          <a:ext cx="0" cy="0"/>
          <a:chOff x="0" y="0"/>
          <a:chExt cx="0" cy="0"/>
        </a:xfrm>
      </p:grpSpPr>
      <p:grpSp>
        <p:nvGrpSpPr>
          <p:cNvPr id="119" name="Google Shape;119;p18"/>
          <p:cNvGrpSpPr/>
          <p:nvPr/>
        </p:nvGrpSpPr>
        <p:grpSpPr>
          <a:xfrm>
            <a:off x="0" y="-1"/>
            <a:ext cx="9144001" cy="5143502"/>
            <a:chOff x="0" y="-1"/>
            <a:chExt cx="9144001" cy="5143502"/>
          </a:xfrm>
        </p:grpSpPr>
        <p:pic>
          <p:nvPicPr>
            <p:cNvPr id="120" name="Google Shape;120;p18"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grpSp>
          <p:nvGrpSpPr>
            <p:cNvPr id="121" name="Google Shape;121;p18"/>
            <p:cNvGrpSpPr/>
            <p:nvPr/>
          </p:nvGrpSpPr>
          <p:grpSpPr>
            <a:xfrm>
              <a:off x="0" y="-1"/>
              <a:ext cx="9144001" cy="5143502"/>
              <a:chOff x="0" y="-1"/>
              <a:chExt cx="9144001" cy="5143502"/>
            </a:xfrm>
          </p:grpSpPr>
          <p:pic>
            <p:nvPicPr>
              <p:cNvPr id="122" name="Google Shape;122;p18" title="FONDO-01.png"/>
              <p:cNvPicPr preferRelativeResize="0"/>
              <p:nvPr/>
            </p:nvPicPr>
            <p:blipFill rotWithShape="1">
              <a:blip r:embed="rId3">
                <a:alphaModFix amt="90000"/>
              </a:blip>
              <a:srcRect l="53512" t="-190" r="8396" b="190"/>
              <a:stretch>
                <a:fillRect/>
              </a:stretch>
            </p:blipFill>
            <p:spPr>
              <a:xfrm rot="10800000" flipH="1">
                <a:off x="0" y="-1"/>
                <a:ext cx="3482499" cy="5143501"/>
              </a:xfrm>
              <a:prstGeom prst="rect">
                <a:avLst/>
              </a:prstGeom>
              <a:noFill/>
              <a:ln>
                <a:noFill/>
              </a:ln>
            </p:spPr>
          </p:pic>
          <p:pic>
            <p:nvPicPr>
              <p:cNvPr id="123" name="Google Shape;123;p18" title="FONDO-01.png"/>
              <p:cNvPicPr preferRelativeResize="0"/>
              <p:nvPr/>
            </p:nvPicPr>
            <p:blipFill rotWithShape="1">
              <a:blip r:embed="rId3">
                <a:alphaModFix amt="90000"/>
              </a:blip>
              <a:srcRect l="-223" t="-34290" r="38227" b="34290"/>
              <a:stretch>
                <a:fillRect/>
              </a:stretch>
            </p:blipFill>
            <p:spPr>
              <a:xfrm>
                <a:off x="3476100" y="0"/>
                <a:ext cx="5667901" cy="5143501"/>
              </a:xfrm>
              <a:prstGeom prst="rect">
                <a:avLst/>
              </a:prstGeom>
              <a:noFill/>
              <a:ln>
                <a:noFill/>
              </a:ln>
            </p:spPr>
          </p:pic>
        </p:grpSp>
      </p:grpSp>
      <p:sp>
        <p:nvSpPr>
          <p:cNvPr id="124" name="Google Shape;124;p18"/>
          <p:cNvSpPr txBox="1"/>
          <p:nvPr>
            <p:ph type="title"/>
          </p:nvPr>
        </p:nvSpPr>
        <p:spPr>
          <a:xfrm>
            <a:off x="228600" y="228600"/>
            <a:ext cx="2714700" cy="2343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25" name="Shape 125"/>
        <p:cNvGrpSpPr/>
        <p:nvPr/>
      </p:nvGrpSpPr>
      <p:grpSpPr>
        <a:xfrm>
          <a:off x="0" y="0"/>
          <a:ext cx="0" cy="0"/>
          <a:chOff x="0" y="0"/>
          <a:chExt cx="0" cy="0"/>
        </a:xfrm>
      </p:grpSpPr>
      <p:grpSp>
        <p:nvGrpSpPr>
          <p:cNvPr id="126" name="Google Shape;126;p19"/>
          <p:cNvGrpSpPr/>
          <p:nvPr/>
        </p:nvGrpSpPr>
        <p:grpSpPr>
          <a:xfrm rot="10800000" flipH="1">
            <a:off x="0" y="-750"/>
            <a:ext cx="9143998" cy="5140250"/>
            <a:chOff x="0" y="-750"/>
            <a:chExt cx="9143998" cy="5140250"/>
          </a:xfrm>
        </p:grpSpPr>
        <p:pic>
          <p:nvPicPr>
            <p:cNvPr id="127" name="Google Shape;127;p19" title="FONDO-01.png"/>
            <p:cNvPicPr preferRelativeResize="0"/>
            <p:nvPr/>
          </p:nvPicPr>
          <p:blipFill rotWithShape="1">
            <a:blip r:embed="rId2">
              <a:alphaModFix amt="90000"/>
            </a:blip>
            <a:srcRect t="6759" b="31745"/>
            <a:stretch>
              <a:fillRect/>
            </a:stretch>
          </p:blipFill>
          <p:spPr>
            <a:xfrm rot="10800000" flipH="1">
              <a:off x="0" y="1975926"/>
              <a:ext cx="9143998" cy="3163574"/>
            </a:xfrm>
            <a:prstGeom prst="rect">
              <a:avLst/>
            </a:prstGeom>
            <a:noFill/>
            <a:ln>
              <a:noFill/>
            </a:ln>
          </p:spPr>
        </p:pic>
        <p:pic>
          <p:nvPicPr>
            <p:cNvPr id="128" name="Google Shape;128;p19" title="FONDO-01.png"/>
            <p:cNvPicPr preferRelativeResize="0"/>
            <p:nvPr/>
          </p:nvPicPr>
          <p:blipFill rotWithShape="1">
            <a:blip r:embed="rId2">
              <a:alphaModFix amt="90000"/>
            </a:blip>
            <a:srcRect t="45194" b="16186"/>
            <a:stretch>
              <a:fillRect/>
            </a:stretch>
          </p:blipFill>
          <p:spPr>
            <a:xfrm rot="10800000">
              <a:off x="0" y="-750"/>
              <a:ext cx="9143998" cy="1986701"/>
            </a:xfrm>
            <a:prstGeom prst="rect">
              <a:avLst/>
            </a:prstGeom>
            <a:noFill/>
            <a:ln>
              <a:noFill/>
            </a:ln>
          </p:spPr>
        </p:pic>
      </p:grpSp>
      <p:sp>
        <p:nvSpPr>
          <p:cNvPr id="129" name="Google Shape;129;p19"/>
          <p:cNvSpPr txBox="1"/>
          <p:nvPr/>
        </p:nvSpPr>
        <p:spPr>
          <a:xfrm>
            <a:off x="5657850" y="258175"/>
            <a:ext cx="3257700" cy="6201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GB" sz="1000" b="1">
                <a:solidFill>
                  <a:schemeClr val="dk1"/>
                </a:solidFill>
                <a:latin typeface="Funnel Sans"/>
                <a:ea typeface="Funnel Sans"/>
                <a:cs typeface="Funnel Sans"/>
                <a:sym typeface="Funnel Sans"/>
              </a:rPr>
              <a:t>CREDITS:</a:t>
            </a:r>
            <a:r>
              <a:rPr lang="en-GB" sz="1000">
                <a:solidFill>
                  <a:schemeClr val="dk1"/>
                </a:solidFill>
                <a:latin typeface="Funnel Sans"/>
                <a:ea typeface="Funnel Sans"/>
                <a:cs typeface="Funnel Sans"/>
                <a:sym typeface="Funnel Sans"/>
              </a:rPr>
              <a:t> This presentation template was created by </a:t>
            </a:r>
            <a:r>
              <a:rPr lang="en-GB" sz="1000" b="1" u="sng">
                <a:solidFill>
                  <a:schemeClr val="dk1"/>
                </a:solidFill>
                <a:latin typeface="Funnel Sans"/>
                <a:ea typeface="Funnel Sans"/>
                <a:cs typeface="Funnel Sans"/>
                <a:sym typeface="Funnel Sans"/>
                <a:hlinkClick r:id="rId3"/>
              </a:rPr>
              <a:t>Slidesgo</a:t>
            </a:r>
            <a:r>
              <a:rPr lang="en-GB" sz="1000">
                <a:solidFill>
                  <a:schemeClr val="dk1"/>
                </a:solidFill>
                <a:latin typeface="Funnel Sans"/>
                <a:ea typeface="Funnel Sans"/>
                <a:cs typeface="Funnel Sans"/>
                <a:sym typeface="Funnel Sans"/>
              </a:rPr>
              <a:t>, and includes icons, infographics &amp; images by </a:t>
            </a:r>
            <a:r>
              <a:rPr lang="en-GB" sz="1000" b="1" u="sng">
                <a:solidFill>
                  <a:schemeClr val="dk1"/>
                </a:solidFill>
                <a:latin typeface="Funnel Sans"/>
                <a:ea typeface="Funnel Sans"/>
                <a:cs typeface="Funnel Sans"/>
                <a:sym typeface="Funnel Sans"/>
                <a:hlinkClick r:id="rId4"/>
              </a:rPr>
              <a:t>Freepik</a:t>
            </a:r>
            <a:r>
              <a:rPr lang="en-GB" sz="1000" u="sng">
                <a:solidFill>
                  <a:schemeClr val="dk1"/>
                </a:solidFill>
                <a:latin typeface="Funnel Sans"/>
                <a:ea typeface="Funnel Sans"/>
                <a:cs typeface="Funnel Sans"/>
                <a:sym typeface="Funnel Sans"/>
              </a:rPr>
              <a:t> </a:t>
            </a:r>
            <a:endParaRPr sz="1000" b="1" u="sng">
              <a:solidFill>
                <a:schemeClr val="dk1"/>
              </a:solidFill>
              <a:latin typeface="Funnel Sans"/>
              <a:ea typeface="Funnel Sans"/>
              <a:cs typeface="Funnel Sans"/>
              <a:sym typeface="Funnel Sans"/>
            </a:endParaRPr>
          </a:p>
        </p:txBody>
      </p:sp>
      <p:sp>
        <p:nvSpPr>
          <p:cNvPr id="130" name="Google Shape;130;p19"/>
          <p:cNvSpPr txBox="1"/>
          <p:nvPr>
            <p:ph type="title"/>
          </p:nvPr>
        </p:nvSpPr>
        <p:spPr>
          <a:xfrm>
            <a:off x="1314450" y="2339479"/>
            <a:ext cx="43434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50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31" name="Google Shape;131;p19"/>
          <p:cNvSpPr txBox="1"/>
          <p:nvPr>
            <p:ph type="subTitle" idx="1"/>
          </p:nvPr>
        </p:nvSpPr>
        <p:spPr>
          <a:xfrm>
            <a:off x="176250" y="228600"/>
            <a:ext cx="3309900" cy="1171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32" name="Shape 132"/>
        <p:cNvGrpSpPr/>
        <p:nvPr/>
      </p:nvGrpSpPr>
      <p:grpSpPr>
        <a:xfrm>
          <a:off x="0" y="0"/>
          <a:ext cx="0" cy="0"/>
          <a:chOff x="0" y="0"/>
          <a:chExt cx="0" cy="0"/>
        </a:xfrm>
      </p:grpSpPr>
      <p:grpSp>
        <p:nvGrpSpPr>
          <p:cNvPr id="133" name="Google Shape;133;p20"/>
          <p:cNvGrpSpPr/>
          <p:nvPr/>
        </p:nvGrpSpPr>
        <p:grpSpPr>
          <a:xfrm>
            <a:off x="0" y="0"/>
            <a:ext cx="9144002" cy="5143501"/>
            <a:chOff x="0" y="0"/>
            <a:chExt cx="9144002" cy="5143501"/>
          </a:xfrm>
        </p:grpSpPr>
        <p:pic>
          <p:nvPicPr>
            <p:cNvPr id="134" name="Google Shape;134;p20" title="fondo-4.png"/>
            <p:cNvPicPr preferRelativeResize="0"/>
            <p:nvPr/>
          </p:nvPicPr>
          <p:blipFill rotWithShape="1">
            <a:blip r:embed="rId2">
              <a:alphaModFix amt="90000"/>
            </a:blip>
            <a:srcRect l="11871" r="61877"/>
            <a:stretch>
              <a:fillRect/>
            </a:stretch>
          </p:blipFill>
          <p:spPr>
            <a:xfrm>
              <a:off x="0" y="0"/>
              <a:ext cx="2400301" cy="5143501"/>
            </a:xfrm>
            <a:prstGeom prst="rect">
              <a:avLst/>
            </a:prstGeom>
            <a:noFill/>
            <a:ln>
              <a:noFill/>
            </a:ln>
          </p:spPr>
        </p:pic>
        <p:pic>
          <p:nvPicPr>
            <p:cNvPr id="135" name="Google Shape;135;p20" title="fondo-4.png"/>
            <p:cNvPicPr preferRelativeResize="0"/>
            <p:nvPr/>
          </p:nvPicPr>
          <p:blipFill rotWithShape="1">
            <a:blip r:embed="rId2">
              <a:alphaModFix amt="90000"/>
            </a:blip>
            <a:srcRect l="25535" t="-160" r="708" b="160"/>
            <a:stretch>
              <a:fillRect/>
            </a:stretch>
          </p:blipFill>
          <p:spPr>
            <a:xfrm>
              <a:off x="2400300" y="0"/>
              <a:ext cx="6743701" cy="5143501"/>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36" name="Shape 136"/>
        <p:cNvGrpSpPr/>
        <p:nvPr/>
      </p:nvGrpSpPr>
      <p:grpSpPr>
        <a:xfrm>
          <a:off x="0" y="0"/>
          <a:ext cx="0" cy="0"/>
          <a:chOff x="0" y="0"/>
          <a:chExt cx="0" cy="0"/>
        </a:xfrm>
      </p:grpSpPr>
      <p:grpSp>
        <p:nvGrpSpPr>
          <p:cNvPr id="137" name="Google Shape;137;p21"/>
          <p:cNvGrpSpPr/>
          <p:nvPr/>
        </p:nvGrpSpPr>
        <p:grpSpPr>
          <a:xfrm>
            <a:off x="0" y="0"/>
            <a:ext cx="9143379" cy="5143501"/>
            <a:chOff x="0" y="0"/>
            <a:chExt cx="9143379" cy="5143501"/>
          </a:xfrm>
        </p:grpSpPr>
        <p:pic>
          <p:nvPicPr>
            <p:cNvPr id="138" name="Google Shape;138;p21"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pic>
          <p:nvPicPr>
            <p:cNvPr id="139" name="Google Shape;139;p21" title="FONDO-5.png"/>
            <p:cNvPicPr preferRelativeResize="0"/>
            <p:nvPr/>
          </p:nvPicPr>
          <p:blipFill rotWithShape="1">
            <a:blip r:embed="rId3">
              <a:alphaModFix amt="90000"/>
            </a:blip>
            <a:srcRect l="3810" t="-19362" r="10566" b="38619"/>
            <a:stretch>
              <a:fillRect/>
            </a:stretch>
          </p:blipFill>
          <p:spPr>
            <a:xfrm>
              <a:off x="0" y="990075"/>
              <a:ext cx="7829550" cy="4153425"/>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286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1pPr>
            <a:lvl2pPr lvl="1"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2pPr>
            <a:lvl3pPr lvl="2"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3pPr>
            <a:lvl4pPr lvl="3"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4pPr>
            <a:lvl5pPr lvl="4"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5pPr>
            <a:lvl6pPr lvl="5"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6pPr>
            <a:lvl7pPr lvl="6"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7pPr>
            <a:lvl8pPr lvl="7"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8pPr>
            <a:lvl9pPr lvl="8"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9pPr>
          </a:lstStyle>
          <a:p/>
        </p:txBody>
      </p:sp>
      <p:sp>
        <p:nvSpPr>
          <p:cNvPr id="7" name="Google Shape;7;p1"/>
          <p:cNvSpPr txBox="1"/>
          <p:nvPr>
            <p:ph type="body" idx="1"/>
          </p:nvPr>
        </p:nvSpPr>
        <p:spPr>
          <a:xfrm>
            <a:off x="228600" y="936050"/>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1pPr>
            <a:lvl2pPr marL="914400" lvl="1"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2pPr>
            <a:lvl3pPr marL="1371600" lvl="2"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3pPr>
            <a:lvl4pPr marL="1828800" lvl="3"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4pPr>
            <a:lvl5pPr marL="2286000" lvl="4"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5pPr>
            <a:lvl6pPr marL="2743200" lvl="5"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6pPr>
            <a:lvl7pPr marL="3200400" lvl="6"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7pPr>
            <a:lvl8pPr marL="3657600" lvl="7"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8pPr>
            <a:lvl9pPr marL="4114800" lvl="8" indent="-30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hyperlink" Target="https://www.freepik.com/ai?utm_source=slidesgo_template&amp;utm_medium=referral-link&amp;utm_campaign=promo-slide&amp;utm_term=slidesgo&amp;utm_content=freepik" TargetMode="External"/><Relationship Id="rId8" Type="http://schemas.openxmlformats.org/officeDocument/2006/relationships/hyperlink" Target="http://bit.ly/33VAFh3" TargetMode="External"/><Relationship Id="rId7" Type="http://schemas.openxmlformats.org/officeDocument/2006/relationships/hyperlink" Target="http://bit.ly/30B07Gq" TargetMode="External"/><Relationship Id="rId6" Type="http://schemas.openxmlformats.org/officeDocument/2006/relationships/hyperlink" Target="https://slidesgo.com/ai?utm_source=Slidesgo_template&amp;utm_medium=referral-link&amp;utm_campaign=sg_credits&amp;utm_term=Slidesgo" TargetMode="External"/><Relationship Id="rId5" Type="http://schemas.openxmlformats.org/officeDocument/2006/relationships/hyperlink" Target="https://bit.ly/3A1uf1Q"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3" Type="http://schemas.openxmlformats.org/officeDocument/2006/relationships/slide" Target="slide14.xml"/><Relationship Id="rId2" Type="http://schemas.openxmlformats.org/officeDocument/2006/relationships/image" Target="../media/image5.png"/><Relationship Id="rId12" Type="http://schemas.openxmlformats.org/officeDocument/2006/relationships/notesSlide" Target="../notesSlides/notesSlide2.xml"/><Relationship Id="rId11" Type="http://schemas.openxmlformats.org/officeDocument/2006/relationships/slideLayout" Target="../slideLayouts/slideLayout5.xml"/><Relationship Id="rId10" Type="http://schemas.openxmlformats.org/officeDocument/2006/relationships/hyperlink" Target="https://www.freepik.com/?utm_source=slidesgo_template&amp;utm_medium=referral-link&amp;utm_campaign=promo-slide&amp;utm_term=slidesgo&amp;utm_content=freepik" TargetMode="Externa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7.xml"/><Relationship Id="rId3" Type="http://schemas.openxmlformats.org/officeDocument/2006/relationships/image" Target="../media/image7.png"/><Relationship Id="rId2" Type="http://schemas.openxmlformats.org/officeDocument/2006/relationships/hyperlink" Target="https://docs.google.com/spreadsheets/d/16r7HaCUM_oIcqB0AjyAwy05Pk8j4KTrcmbLeDAYEd0o/copy?gid=0#gid=0"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26"/>
          <p:cNvSpPr txBox="1"/>
          <p:nvPr>
            <p:ph type="ctrTitle"/>
          </p:nvPr>
        </p:nvSpPr>
        <p:spPr>
          <a:xfrm>
            <a:off x="228600" y="1979841"/>
            <a:ext cx="5429100" cy="142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Mind Maps Boost</a:t>
            </a:r>
            <a:endParaRPr lang="en-GB"/>
          </a:p>
        </p:txBody>
      </p:sp>
      <p:sp>
        <p:nvSpPr>
          <p:cNvPr id="156" name="Google Shape;156;p26"/>
          <p:cNvSpPr txBox="1"/>
          <p:nvPr>
            <p:ph type="subTitle" idx="1"/>
          </p:nvPr>
        </p:nvSpPr>
        <p:spPr>
          <a:xfrm>
            <a:off x="5657850" y="253700"/>
            <a:ext cx="1635000" cy="1171500"/>
          </a:xfrm>
          <a:prstGeom prst="rect">
            <a:avLst/>
          </a:prstGeom>
        </p:spPr>
        <p:txBody>
          <a:bodyPr spcFirstLastPara="1" wrap="square" lIns="91425" tIns="91425" rIns="91275" bIns="91425" anchor="t" anchorCtr="0">
            <a:noAutofit/>
          </a:bodyPr>
          <a:lstStyle/>
          <a:p>
            <a:pPr marL="0" lvl="0" indent="0" algn="l" rtl="0">
              <a:spcBef>
                <a:spcPts val="0"/>
              </a:spcBef>
              <a:spcAft>
                <a:spcPts val="0"/>
              </a:spcAft>
              <a:buNone/>
            </a:pPr>
            <a:r>
              <a:rPr lang="en-GB"/>
              <a:t>Here is where your presentation begins</a:t>
            </a:r>
            <a:endParaRPr lang="en-GB"/>
          </a:p>
        </p:txBody>
      </p:sp>
      <p:sp>
        <p:nvSpPr>
          <p:cNvPr id="157" name="Google Shape;157;p26"/>
          <p:cNvSpPr txBox="1"/>
          <p:nvPr/>
        </p:nvSpPr>
        <p:spPr>
          <a:xfrm>
            <a:off x="342900" y="4659120"/>
            <a:ext cx="9714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158" name="Google Shape;158;p26"/>
          <p:cNvSpPr txBox="1"/>
          <p:nvPr/>
        </p:nvSpPr>
        <p:spPr>
          <a:xfrm>
            <a:off x="2400300" y="4659120"/>
            <a:ext cx="10857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BUSINESS</a:t>
            </a:r>
            <a:endParaRPr sz="800">
              <a:solidFill>
                <a:schemeClr val="dk1"/>
              </a:solidFill>
              <a:latin typeface="Geist Mono Medium"/>
              <a:ea typeface="Geist Mono Medium"/>
              <a:cs typeface="Geist Mono Medium"/>
              <a:sym typeface="Geist Mono Medium"/>
            </a:endParaRPr>
          </a:p>
        </p:txBody>
      </p:sp>
      <p:sp>
        <p:nvSpPr>
          <p:cNvPr id="159" name="Google Shape;159;p26"/>
          <p:cNvSpPr txBox="1"/>
          <p:nvPr/>
        </p:nvSpPr>
        <p:spPr>
          <a:xfrm>
            <a:off x="6743700" y="4659122"/>
            <a:ext cx="20574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VISUAL THINKING FOR SMARTER IDEAS</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228600" y="228600"/>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t>
            </a:r>
            <a:r>
              <a:rPr lang="en-GB"/>
              <a:t>ontents of this template</a:t>
            </a:r>
            <a:endParaRPr lang="en-GB"/>
          </a:p>
        </p:txBody>
      </p:sp>
      <p:sp>
        <p:nvSpPr>
          <p:cNvPr id="165" name="Google Shape;165;p27"/>
          <p:cNvSpPr/>
          <p:nvPr/>
        </p:nvSpPr>
        <p:spPr>
          <a:xfrm>
            <a:off x="5657850" y="4121714"/>
            <a:ext cx="25305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chemeClr val="dk1"/>
                </a:solidFill>
                <a:latin typeface="Funnel Sans"/>
                <a:ea typeface="Funnel Sans"/>
                <a:cs typeface="Funnel Sans"/>
                <a:sym typeface="Funnel Sans"/>
              </a:rPr>
              <a:t>You can delete this slide when you’re done editing the presentation</a:t>
            </a:r>
            <a:endParaRPr>
              <a:solidFill>
                <a:schemeClr val="dk1"/>
              </a:solidFill>
              <a:latin typeface="Funnel Sans"/>
              <a:ea typeface="Funnel Sans"/>
              <a:cs typeface="Funnel Sans"/>
              <a:sym typeface="Funnel Sans"/>
            </a:endParaRPr>
          </a:p>
        </p:txBody>
      </p:sp>
      <p:sp>
        <p:nvSpPr>
          <p:cNvPr id="166" name="Google Shape;166;p27"/>
          <p:cNvSpPr/>
          <p:nvPr/>
        </p:nvSpPr>
        <p:spPr>
          <a:xfrm>
            <a:off x="228600" y="1596625"/>
            <a:ext cx="1371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b="1" u="sng">
                <a:solidFill>
                  <a:schemeClr val="hlink"/>
                </a:solidFill>
                <a:latin typeface="Funnel Sans"/>
                <a:ea typeface="Funnel Sans"/>
                <a:cs typeface="Funnel Sans"/>
                <a:sym typeface="Funnel Sans"/>
                <a:hlinkClick r:id="rId1" action="ppaction://hlinksldjump"/>
              </a:rPr>
              <a:t>Fonts</a:t>
            </a:r>
            <a:endParaRPr sz="1100" b="1" u="sng">
              <a:solidFill>
                <a:schemeClr val="dk1"/>
              </a:solidFill>
              <a:latin typeface="Funnel Sans"/>
              <a:ea typeface="Funnel Sans"/>
              <a:cs typeface="Funnel Sans"/>
              <a:sym typeface="Funnel Sans"/>
            </a:endParaRPr>
          </a:p>
        </p:txBody>
      </p:sp>
      <p:sp>
        <p:nvSpPr>
          <p:cNvPr id="167" name="Google Shape;167;p27"/>
          <p:cNvSpPr txBox="1"/>
          <p:nvPr/>
        </p:nvSpPr>
        <p:spPr>
          <a:xfrm>
            <a:off x="228600" y="2050950"/>
            <a:ext cx="2037000" cy="66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000">
                <a:solidFill>
                  <a:schemeClr val="dk1"/>
                </a:solidFill>
                <a:latin typeface="Funnel Sans"/>
                <a:ea typeface="Funnel Sans"/>
                <a:cs typeface="Funnel Sans"/>
                <a:sym typeface="Funnel Sans"/>
              </a:rPr>
              <a:t>To view this template correctly in PowerPoint, </a:t>
            </a:r>
            <a:r>
              <a:rPr lang="en-GB" sz="1000" b="1">
                <a:solidFill>
                  <a:schemeClr val="dk1"/>
                </a:solidFill>
                <a:latin typeface="Funnel Sans"/>
                <a:ea typeface="Funnel Sans"/>
                <a:cs typeface="Funnel Sans"/>
                <a:sym typeface="Funnel Sans"/>
              </a:rPr>
              <a:t>download and install</a:t>
            </a:r>
            <a:r>
              <a:rPr lang="en-GB" sz="1000">
                <a:solidFill>
                  <a:schemeClr val="dk1"/>
                </a:solidFill>
                <a:latin typeface="Funnel Sans"/>
                <a:ea typeface="Funnel Sans"/>
                <a:cs typeface="Funnel Sans"/>
                <a:sym typeface="Funnel Sans"/>
              </a:rPr>
              <a:t> the fonts we used</a:t>
            </a:r>
            <a:endParaRPr sz="1000">
              <a:solidFill>
                <a:schemeClr val="dk1"/>
              </a:solidFill>
              <a:latin typeface="Funnel Sans"/>
              <a:ea typeface="Funnel Sans"/>
              <a:cs typeface="Funnel Sans"/>
              <a:sym typeface="Funnel Sans"/>
            </a:endParaRPr>
          </a:p>
        </p:txBody>
      </p:sp>
      <p:sp>
        <p:nvSpPr>
          <p:cNvPr id="168" name="Google Shape;168;p27"/>
          <p:cNvSpPr/>
          <p:nvPr/>
        </p:nvSpPr>
        <p:spPr>
          <a:xfrm>
            <a:off x="0" y="4848125"/>
            <a:ext cx="9144000" cy="3420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69" name="Google Shape;169;p27"/>
          <p:cNvPicPr preferRelativeResize="0"/>
          <p:nvPr/>
        </p:nvPicPr>
        <p:blipFill>
          <a:blip r:embed="rId2"/>
          <a:stretch>
            <a:fillRect/>
          </a:stretch>
        </p:blipFill>
        <p:spPr>
          <a:xfrm>
            <a:off x="8106800" y="4953325"/>
            <a:ext cx="861701" cy="131600"/>
          </a:xfrm>
          <a:prstGeom prst="rect">
            <a:avLst/>
          </a:prstGeom>
          <a:noFill/>
          <a:ln>
            <a:noFill/>
          </a:ln>
        </p:spPr>
      </p:pic>
      <p:sp>
        <p:nvSpPr>
          <p:cNvPr id="170" name="Google Shape;170;p27"/>
          <p:cNvSpPr/>
          <p:nvPr/>
        </p:nvSpPr>
        <p:spPr>
          <a:xfrm>
            <a:off x="2400300" y="1596649"/>
            <a:ext cx="1371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b="1" u="sng">
                <a:solidFill>
                  <a:schemeClr val="hlink"/>
                </a:solidFill>
                <a:latin typeface="Funnel Sans"/>
                <a:ea typeface="Funnel Sans"/>
                <a:cs typeface="Funnel Sans"/>
                <a:sym typeface="Funnel Sans"/>
                <a:hlinkClick r:id="rId1" action="ppaction://hlinksldjump"/>
              </a:rPr>
              <a:t>Colors</a:t>
            </a:r>
            <a:endParaRPr sz="1100" b="1" u="sng">
              <a:solidFill>
                <a:schemeClr val="dk1"/>
              </a:solidFill>
              <a:latin typeface="Funnel Sans"/>
              <a:ea typeface="Funnel Sans"/>
              <a:cs typeface="Funnel Sans"/>
              <a:sym typeface="Funnel Sans"/>
            </a:endParaRPr>
          </a:p>
        </p:txBody>
      </p:sp>
      <p:sp>
        <p:nvSpPr>
          <p:cNvPr id="171" name="Google Shape;171;p27"/>
          <p:cNvSpPr txBox="1"/>
          <p:nvPr/>
        </p:nvSpPr>
        <p:spPr>
          <a:xfrm>
            <a:off x="2400300" y="2050950"/>
            <a:ext cx="2037000" cy="66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000">
                <a:solidFill>
                  <a:schemeClr val="dk1"/>
                </a:solidFill>
                <a:latin typeface="Funnel Sans"/>
                <a:ea typeface="Funnel Sans"/>
                <a:cs typeface="Funnel Sans"/>
                <a:sym typeface="Funnel Sans"/>
              </a:rPr>
              <a:t>You can see on the link </a:t>
            </a:r>
            <a:r>
              <a:rPr lang="en-GB" sz="1000" b="1">
                <a:solidFill>
                  <a:schemeClr val="dk1"/>
                </a:solidFill>
                <a:latin typeface="Funnel Sans"/>
                <a:ea typeface="Funnel Sans"/>
                <a:cs typeface="Funnel Sans"/>
                <a:sym typeface="Funnel Sans"/>
              </a:rPr>
              <a:t>all the colors</a:t>
            </a:r>
            <a:r>
              <a:rPr lang="en-GB" sz="1000">
                <a:solidFill>
                  <a:schemeClr val="dk1"/>
                </a:solidFill>
                <a:latin typeface="Funnel Sans"/>
                <a:ea typeface="Funnel Sans"/>
                <a:cs typeface="Funnel Sans"/>
                <a:sym typeface="Funnel Sans"/>
              </a:rPr>
              <a:t> used in this presentation</a:t>
            </a:r>
            <a:endParaRPr sz="1000">
              <a:solidFill>
                <a:schemeClr val="dk1"/>
              </a:solidFill>
              <a:latin typeface="Funnel Sans"/>
              <a:ea typeface="Funnel Sans"/>
              <a:cs typeface="Funnel Sans"/>
              <a:sym typeface="Funnel Sans"/>
            </a:endParaRPr>
          </a:p>
        </p:txBody>
      </p:sp>
      <p:sp>
        <p:nvSpPr>
          <p:cNvPr id="172" name="Google Shape;172;p27"/>
          <p:cNvSpPr/>
          <p:nvPr/>
        </p:nvSpPr>
        <p:spPr>
          <a:xfrm>
            <a:off x="4572000" y="1596649"/>
            <a:ext cx="1371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b="1" u="sng">
                <a:solidFill>
                  <a:schemeClr val="hlink"/>
                </a:solidFill>
                <a:latin typeface="Funnel Sans"/>
                <a:ea typeface="Funnel Sans"/>
                <a:cs typeface="Funnel Sans"/>
                <a:sym typeface="Funnel Sans"/>
                <a:hlinkClick r:id="rId3" action="ppaction://hlinksldjump"/>
              </a:rPr>
              <a:t>Thanks slide</a:t>
            </a:r>
            <a:endParaRPr sz="1100" b="1" u="sng">
              <a:solidFill>
                <a:schemeClr val="dk1"/>
              </a:solidFill>
              <a:latin typeface="Funnel Sans"/>
              <a:ea typeface="Funnel Sans"/>
              <a:cs typeface="Funnel Sans"/>
              <a:sym typeface="Funnel Sans"/>
            </a:endParaRPr>
          </a:p>
        </p:txBody>
      </p:sp>
      <p:sp>
        <p:nvSpPr>
          <p:cNvPr id="173" name="Google Shape;173;p27"/>
          <p:cNvSpPr txBox="1"/>
          <p:nvPr/>
        </p:nvSpPr>
        <p:spPr>
          <a:xfrm>
            <a:off x="4572000" y="2050950"/>
            <a:ext cx="2037000" cy="66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000">
                <a:solidFill>
                  <a:schemeClr val="dk1"/>
                </a:solidFill>
                <a:latin typeface="Funnel Sans"/>
                <a:ea typeface="Funnel Sans"/>
                <a:cs typeface="Funnel Sans"/>
                <a:sym typeface="Funnel Sans"/>
              </a:rPr>
              <a:t>You </a:t>
            </a:r>
            <a:r>
              <a:rPr lang="en-GB" sz="1000" b="1">
                <a:solidFill>
                  <a:schemeClr val="dk1"/>
                </a:solidFill>
                <a:latin typeface="Funnel Sans"/>
                <a:ea typeface="Funnel Sans"/>
                <a:cs typeface="Funnel Sans"/>
                <a:sym typeface="Funnel Sans"/>
              </a:rPr>
              <a:t>must keep it</a:t>
            </a:r>
            <a:r>
              <a:rPr lang="en-GB" sz="1000">
                <a:solidFill>
                  <a:schemeClr val="dk1"/>
                </a:solidFill>
                <a:latin typeface="Funnel Sans"/>
                <a:ea typeface="Funnel Sans"/>
                <a:cs typeface="Funnel Sans"/>
                <a:sym typeface="Funnel Sans"/>
              </a:rPr>
              <a:t> so that proper </a:t>
            </a:r>
            <a:r>
              <a:rPr lang="en-GB" sz="1000" b="1">
                <a:solidFill>
                  <a:schemeClr val="dk1"/>
                </a:solidFill>
                <a:latin typeface="Funnel Sans"/>
                <a:ea typeface="Funnel Sans"/>
                <a:cs typeface="Funnel Sans"/>
                <a:sym typeface="Funnel Sans"/>
              </a:rPr>
              <a:t>credits for our design </a:t>
            </a:r>
            <a:r>
              <a:rPr lang="en-GB" sz="1000">
                <a:solidFill>
                  <a:schemeClr val="dk1"/>
                </a:solidFill>
                <a:latin typeface="Funnel Sans"/>
                <a:ea typeface="Funnel Sans"/>
                <a:cs typeface="Funnel Sans"/>
                <a:sym typeface="Funnel Sans"/>
              </a:rPr>
              <a:t>are given</a:t>
            </a:r>
            <a:endParaRPr sz="1000">
              <a:solidFill>
                <a:schemeClr val="dk1"/>
              </a:solidFill>
              <a:latin typeface="Funnel Sans"/>
              <a:ea typeface="Funnel Sans"/>
              <a:cs typeface="Funnel Sans"/>
              <a:sym typeface="Funnel Sans"/>
            </a:endParaRPr>
          </a:p>
        </p:txBody>
      </p:sp>
      <p:sp>
        <p:nvSpPr>
          <p:cNvPr id="174" name="Google Shape;174;p27"/>
          <p:cNvSpPr/>
          <p:nvPr/>
        </p:nvSpPr>
        <p:spPr>
          <a:xfrm>
            <a:off x="6743700" y="1596649"/>
            <a:ext cx="1371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b="1" u="sng">
                <a:solidFill>
                  <a:schemeClr val="hlink"/>
                </a:solidFill>
                <a:latin typeface="Funnel Sans"/>
                <a:ea typeface="Funnel Sans"/>
                <a:cs typeface="Funnel Sans"/>
                <a:sym typeface="Funnel Sans"/>
                <a:hlinkClick r:id="rId1" action="ppaction://hlinksldjump"/>
              </a:rPr>
              <a:t>Icons</a:t>
            </a:r>
            <a:r>
              <a:rPr lang="en-GB" sz="1100" b="1">
                <a:solidFill>
                  <a:schemeClr val="hlink"/>
                </a:solidFill>
                <a:uFill>
                  <a:noFill/>
                </a:uFill>
                <a:latin typeface="Funnel Sans"/>
                <a:ea typeface="Funnel Sans"/>
                <a:cs typeface="Funnel Sans"/>
                <a:sym typeface="Funnel Sans"/>
                <a:hlinkClick r:id="rId1" action="ppaction://hlinksldjump"/>
              </a:rPr>
              <a:t> </a:t>
            </a:r>
            <a:r>
              <a:rPr lang="en-GB" sz="1100">
                <a:solidFill>
                  <a:schemeClr val="dk1"/>
                </a:solidFill>
                <a:latin typeface="Funnel Sans"/>
                <a:ea typeface="Funnel Sans"/>
                <a:cs typeface="Funnel Sans"/>
                <a:sym typeface="Funnel Sans"/>
              </a:rPr>
              <a:t>and </a:t>
            </a:r>
            <a:r>
              <a:rPr lang="en-GB" sz="1100" b="1" u="sng">
                <a:solidFill>
                  <a:schemeClr val="hlink"/>
                </a:solidFill>
                <a:latin typeface="Funnel Sans"/>
                <a:ea typeface="Funnel Sans"/>
                <a:cs typeface="Funnel Sans"/>
                <a:sym typeface="Funnel Sans"/>
                <a:hlinkClick r:id="rId1" action="ppaction://hlinksldjump"/>
              </a:rPr>
              <a:t>infographics</a:t>
            </a:r>
            <a:endParaRPr sz="1100" b="1" u="sng">
              <a:solidFill>
                <a:schemeClr val="dk1"/>
              </a:solidFill>
              <a:latin typeface="Funnel Sans"/>
              <a:ea typeface="Funnel Sans"/>
              <a:cs typeface="Funnel Sans"/>
              <a:sym typeface="Funnel Sans"/>
            </a:endParaRPr>
          </a:p>
        </p:txBody>
      </p:sp>
      <p:sp>
        <p:nvSpPr>
          <p:cNvPr id="175" name="Google Shape;175;p27"/>
          <p:cNvSpPr txBox="1"/>
          <p:nvPr/>
        </p:nvSpPr>
        <p:spPr>
          <a:xfrm>
            <a:off x="6743700" y="2050950"/>
            <a:ext cx="2037000" cy="66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000">
                <a:solidFill>
                  <a:schemeClr val="dk1"/>
                </a:solidFill>
                <a:latin typeface="Funnel Sans"/>
                <a:ea typeface="Funnel Sans"/>
                <a:cs typeface="Funnel Sans"/>
                <a:sym typeface="Funnel Sans"/>
              </a:rPr>
              <a:t>These can be used in the template, and their size and color </a:t>
            </a:r>
            <a:r>
              <a:rPr lang="en-GB" sz="1000" b="1">
                <a:solidFill>
                  <a:schemeClr val="dk1"/>
                </a:solidFill>
                <a:latin typeface="Funnel Sans"/>
                <a:ea typeface="Funnel Sans"/>
                <a:cs typeface="Funnel Sans"/>
                <a:sym typeface="Funnel Sans"/>
              </a:rPr>
              <a:t>can be edited</a:t>
            </a:r>
            <a:endParaRPr sz="1000" b="1">
              <a:solidFill>
                <a:schemeClr val="dk1"/>
              </a:solidFill>
              <a:latin typeface="Funnel Sans"/>
              <a:ea typeface="Funnel Sans"/>
              <a:cs typeface="Funnel Sans"/>
              <a:sym typeface="Funnel Sans"/>
            </a:endParaRPr>
          </a:p>
        </p:txBody>
      </p:sp>
      <p:sp>
        <p:nvSpPr>
          <p:cNvPr id="176" name="Google Shape;176;p27"/>
          <p:cNvSpPr txBox="1"/>
          <p:nvPr/>
        </p:nvSpPr>
        <p:spPr>
          <a:xfrm>
            <a:off x="5576333" y="3564888"/>
            <a:ext cx="2530500" cy="34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GB" sz="1000">
                <a:solidFill>
                  <a:schemeClr val="dk1"/>
                </a:solidFill>
                <a:latin typeface="Funnel Sans"/>
                <a:ea typeface="Funnel Sans"/>
                <a:cs typeface="Funnel Sans"/>
                <a:sym typeface="Funnel Sans"/>
              </a:rPr>
              <a:t>You can edit the master slides easily.</a:t>
            </a:r>
            <a:br>
              <a:rPr lang="en-GB" sz="1000">
                <a:solidFill>
                  <a:schemeClr val="dk1"/>
                </a:solidFill>
                <a:latin typeface="Funnel Sans"/>
                <a:ea typeface="Funnel Sans"/>
                <a:cs typeface="Funnel Sans"/>
                <a:sym typeface="Funnel Sans"/>
              </a:rPr>
            </a:br>
            <a:r>
              <a:rPr lang="en-GB" sz="1000">
                <a:solidFill>
                  <a:schemeClr val="dk1"/>
                </a:solidFill>
                <a:latin typeface="Funnel Sans"/>
                <a:ea typeface="Funnel Sans"/>
                <a:cs typeface="Funnel Sans"/>
                <a:sym typeface="Funnel Sans"/>
              </a:rPr>
              <a:t>For more info, click </a:t>
            </a:r>
            <a:r>
              <a:rPr lang="en-GB" sz="1000" b="1" u="sng">
                <a:solidFill>
                  <a:schemeClr val="dk1"/>
                </a:solidFill>
                <a:latin typeface="Funnel Sans"/>
                <a:ea typeface="Funnel Sans"/>
                <a:cs typeface="Funnel Sans"/>
                <a:sym typeface="Funnel Sans"/>
                <a:hlinkClick r:id="rId4"/>
              </a:rPr>
              <a:t>here</a:t>
            </a:r>
            <a:endParaRPr sz="1000">
              <a:solidFill>
                <a:schemeClr val="dk1"/>
              </a:solidFill>
              <a:latin typeface="Funnel Sans"/>
              <a:ea typeface="Funnel Sans"/>
              <a:cs typeface="Funnel Sans"/>
              <a:sym typeface="Funnel Sans"/>
            </a:endParaRPr>
          </a:p>
        </p:txBody>
      </p:sp>
      <p:sp>
        <p:nvSpPr>
          <p:cNvPr id="177" name="Google Shape;177;p27"/>
          <p:cNvSpPr txBox="1"/>
          <p:nvPr/>
        </p:nvSpPr>
        <p:spPr>
          <a:xfrm>
            <a:off x="736863" y="3514038"/>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chemeClr val="dk1"/>
                </a:solidFill>
                <a:latin typeface="Funnel Sans"/>
                <a:ea typeface="Funnel Sans"/>
                <a:cs typeface="Funnel Sans"/>
                <a:sym typeface="Funnel Sans"/>
              </a:rPr>
              <a:t>For more info:</a:t>
            </a:r>
            <a:br>
              <a:rPr lang="en-GB" sz="1000" b="1">
                <a:solidFill>
                  <a:schemeClr val="dk1"/>
                </a:solidFill>
                <a:latin typeface="Funnel Sans"/>
                <a:ea typeface="Funnel Sans"/>
                <a:cs typeface="Funnel Sans"/>
                <a:sym typeface="Funnel Sans"/>
              </a:rPr>
            </a:br>
            <a:r>
              <a:rPr lang="en-GB" sz="1000" b="1" u="sng">
                <a:solidFill>
                  <a:schemeClr val="dk1"/>
                </a:solidFill>
                <a:latin typeface="Funnel Sans"/>
                <a:ea typeface="Funnel Sans"/>
                <a:cs typeface="Funnel Sans"/>
                <a:sym typeface="Funnel Sans"/>
                <a:hlinkClick r:id="rId5"/>
              </a:rPr>
              <a:t>SLIDESGO</a:t>
            </a:r>
            <a:r>
              <a:rPr lang="en-GB" sz="1000" b="1">
                <a:solidFill>
                  <a:schemeClr val="dk1"/>
                </a:solidFill>
                <a:latin typeface="Funnel Sans"/>
                <a:ea typeface="Funnel Sans"/>
                <a:cs typeface="Funnel Sans"/>
                <a:sym typeface="Funnel Sans"/>
              </a:rPr>
              <a:t> | </a:t>
            </a:r>
            <a:r>
              <a:rPr lang="en-GB" sz="1000" b="1" u="sng">
                <a:solidFill>
                  <a:schemeClr val="dk1"/>
                </a:solidFill>
                <a:latin typeface="Funnel Sans"/>
                <a:ea typeface="Funnel Sans"/>
                <a:cs typeface="Funnel Sans"/>
                <a:sym typeface="Funnel Sans"/>
                <a:hlinkClick r:id="rId6"/>
              </a:rPr>
              <a:t>SLIDESGO AI TOOLS</a:t>
            </a:r>
            <a:r>
              <a:rPr lang="en-GB" sz="1000" b="1">
                <a:solidFill>
                  <a:schemeClr val="dk1"/>
                </a:solidFill>
                <a:latin typeface="Funnel Sans"/>
                <a:ea typeface="Funnel Sans"/>
                <a:cs typeface="Funnel Sans"/>
                <a:sym typeface="Funnel Sans"/>
              </a:rPr>
              <a:t> | </a:t>
            </a:r>
            <a:r>
              <a:rPr lang="en-GB" sz="1000" b="1" u="sng">
                <a:solidFill>
                  <a:schemeClr val="dk1"/>
                </a:solidFill>
                <a:latin typeface="Funnel Sans"/>
                <a:ea typeface="Funnel Sans"/>
                <a:cs typeface="Funnel Sans"/>
                <a:sym typeface="Funnel Sans"/>
                <a:hlinkClick r:id="rId7"/>
              </a:rPr>
              <a:t>BLOG</a:t>
            </a:r>
            <a:r>
              <a:rPr lang="en-GB" sz="1000" b="1">
                <a:solidFill>
                  <a:schemeClr val="dk1"/>
                </a:solidFill>
                <a:latin typeface="Funnel Sans"/>
                <a:ea typeface="Funnel Sans"/>
                <a:cs typeface="Funnel Sans"/>
                <a:sym typeface="Funnel Sans"/>
              </a:rPr>
              <a:t> | </a:t>
            </a:r>
            <a:r>
              <a:rPr lang="en-GB" sz="1000" b="1" u="sng">
                <a:solidFill>
                  <a:schemeClr val="dk1"/>
                </a:solidFill>
                <a:latin typeface="Funnel Sans"/>
                <a:ea typeface="Funnel Sans"/>
                <a:cs typeface="Funnel Sans"/>
                <a:sym typeface="Funnel Sans"/>
                <a:hlinkClick r:id="rId8"/>
              </a:rPr>
              <a:t>FAQs</a:t>
            </a:r>
            <a:endParaRPr sz="1000">
              <a:solidFill>
                <a:schemeClr val="dk1"/>
              </a:solidFill>
              <a:latin typeface="Funnel Sans"/>
              <a:ea typeface="Funnel Sans"/>
              <a:cs typeface="Funnel Sans"/>
              <a:sym typeface="Funnel Sans"/>
            </a:endParaRPr>
          </a:p>
        </p:txBody>
      </p:sp>
      <p:sp>
        <p:nvSpPr>
          <p:cNvPr id="178" name="Google Shape;178;p27"/>
          <p:cNvSpPr txBox="1"/>
          <p:nvPr/>
        </p:nvSpPr>
        <p:spPr>
          <a:xfrm>
            <a:off x="736863" y="4102814"/>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chemeClr val="dk1"/>
                </a:solidFill>
                <a:latin typeface="Funnel Sans"/>
                <a:ea typeface="Funnel Sans"/>
                <a:cs typeface="Funnel Sans"/>
                <a:sym typeface="Funnel Sans"/>
              </a:rPr>
              <a:t>You can visit our sister projects:</a:t>
            </a:r>
            <a:br>
              <a:rPr lang="en-GB" sz="1000" b="1">
                <a:solidFill>
                  <a:schemeClr val="dk1"/>
                </a:solidFill>
                <a:latin typeface="Funnel Sans"/>
                <a:ea typeface="Funnel Sans"/>
                <a:cs typeface="Funnel Sans"/>
                <a:sym typeface="Funnel Sans"/>
              </a:rPr>
            </a:br>
            <a:r>
              <a:rPr lang="en-GB" sz="1000" b="1" u="sng">
                <a:solidFill>
                  <a:schemeClr val="dk1"/>
                </a:solidFill>
                <a:latin typeface="Funnel Sans"/>
                <a:ea typeface="Funnel Sans"/>
                <a:cs typeface="Funnel Sans"/>
                <a:sym typeface="Funnel Sans"/>
                <a:hlinkClick r:id="rId9"/>
              </a:rPr>
              <a:t>FREEPIK AI TOOLS</a:t>
            </a:r>
            <a:r>
              <a:rPr lang="en-GB" sz="1000" b="1">
                <a:solidFill>
                  <a:schemeClr val="dk1"/>
                </a:solidFill>
                <a:latin typeface="Funnel Sans"/>
                <a:ea typeface="Funnel Sans"/>
                <a:cs typeface="Funnel Sans"/>
                <a:sym typeface="Funnel Sans"/>
              </a:rPr>
              <a:t> | </a:t>
            </a:r>
            <a:r>
              <a:rPr lang="en-GB" sz="1000" b="1" u="sng">
                <a:solidFill>
                  <a:schemeClr val="dk1"/>
                </a:solidFill>
                <a:latin typeface="Funnel Sans"/>
                <a:ea typeface="Funnel Sans"/>
                <a:cs typeface="Funnel Sans"/>
                <a:sym typeface="Funnel Sans"/>
                <a:hlinkClick r:id="rId10"/>
              </a:rPr>
              <a:t>FREEPIK LIBRARY RESOURCES</a:t>
            </a:r>
            <a:endParaRPr sz="1000" b="1">
              <a:solidFill>
                <a:schemeClr val="dk1"/>
              </a:solidFill>
              <a:latin typeface="Funnel Sans"/>
              <a:ea typeface="Funnel Sans"/>
              <a:cs typeface="Funnel Sans"/>
              <a:sym typeface="Funnel Sans"/>
            </a:endParaRPr>
          </a:p>
        </p:txBody>
      </p:sp>
      <p:cxnSp>
        <p:nvCxnSpPr>
          <p:cNvPr id="179" name="Google Shape;179;p27"/>
          <p:cNvCxnSpPr/>
          <p:nvPr/>
        </p:nvCxnSpPr>
        <p:spPr>
          <a:xfrm>
            <a:off x="-56625" y="3145113"/>
            <a:ext cx="9520500" cy="0"/>
          </a:xfrm>
          <a:prstGeom prst="straightConnector1">
            <a:avLst/>
          </a:prstGeom>
          <a:noFill/>
          <a:ln w="9525" cap="flat" cmpd="sng">
            <a:solidFill>
              <a:schemeClr val="accent1"/>
            </a:solidFill>
            <a:prstDash val="solid"/>
            <a:round/>
            <a:headEnd type="none" w="med" len="med"/>
            <a:tailEnd type="none" w="med" len="med"/>
          </a:ln>
        </p:spPr>
      </p:cxnSp>
      <p:sp>
        <p:nvSpPr>
          <p:cNvPr id="180" name="Google Shape;180;p27"/>
          <p:cNvSpPr/>
          <p:nvPr/>
        </p:nvSpPr>
        <p:spPr>
          <a:xfrm>
            <a:off x="334879" y="1170952"/>
            <a:ext cx="218018" cy="218018"/>
          </a:xfrm>
          <a:custGeom>
            <a:avLst/>
            <a:gdLst/>
            <a:ahLst/>
            <a:cxnLst/>
            <a:rect l="l" t="t" r="r" b="b"/>
            <a:pathLst>
              <a:path w="614134" h="614134" extrusionOk="0">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81" name="Google Shape;181;p27"/>
          <p:cNvGrpSpPr/>
          <p:nvPr/>
        </p:nvGrpSpPr>
        <p:grpSpPr>
          <a:xfrm>
            <a:off x="2493997" y="1160131"/>
            <a:ext cx="241571" cy="239658"/>
            <a:chOff x="2825999" y="4046158"/>
            <a:chExt cx="241571" cy="239658"/>
          </a:xfrm>
        </p:grpSpPr>
        <p:sp>
          <p:nvSpPr>
            <p:cNvPr id="182" name="Google Shape;182;p27"/>
            <p:cNvSpPr/>
            <p:nvPr/>
          </p:nvSpPr>
          <p:spPr>
            <a:xfrm>
              <a:off x="2868664" y="4153223"/>
              <a:ext cx="28384" cy="28384"/>
            </a:xfrm>
            <a:custGeom>
              <a:avLst/>
              <a:gdLst/>
              <a:ahLst/>
              <a:cxnLst/>
              <a:rect l="l" t="t" r="r" b="b"/>
              <a:pathLst>
                <a:path w="79956" h="79956" extrusionOk="0">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83" name="Google Shape;183;p27"/>
            <p:cNvSpPr/>
            <p:nvPr/>
          </p:nvSpPr>
          <p:spPr>
            <a:xfrm>
              <a:off x="2978662" y="4107626"/>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84" name="Google Shape;184;p27"/>
            <p:cNvSpPr/>
            <p:nvPr/>
          </p:nvSpPr>
          <p:spPr>
            <a:xfrm>
              <a:off x="2887468" y="4107626"/>
              <a:ext cx="28384" cy="28384"/>
            </a:xfrm>
            <a:custGeom>
              <a:avLst/>
              <a:gdLst/>
              <a:ahLst/>
              <a:cxnLst/>
              <a:rect l="l" t="t" r="r" b="b"/>
              <a:pathLst>
                <a:path w="79956" h="79956" extrusionOk="0">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85" name="Google Shape;185;p27"/>
            <p:cNvSpPr/>
            <p:nvPr/>
          </p:nvSpPr>
          <p:spPr>
            <a:xfrm>
              <a:off x="2933166" y="4088822"/>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86" name="Google Shape;186;p27"/>
            <p:cNvSpPr/>
            <p:nvPr/>
          </p:nvSpPr>
          <p:spPr>
            <a:xfrm>
              <a:off x="2825999" y="4046158"/>
              <a:ext cx="241571" cy="239658"/>
            </a:xfrm>
            <a:custGeom>
              <a:avLst/>
              <a:gdLst/>
              <a:ahLst/>
              <a:cxnLst/>
              <a:rect l="l" t="t" r="r" b="b"/>
              <a:pathLst>
                <a:path w="680481" h="675093" extrusionOk="0">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sp>
        <p:nvSpPr>
          <p:cNvPr id="187" name="Google Shape;187;p27"/>
          <p:cNvSpPr/>
          <p:nvPr/>
        </p:nvSpPr>
        <p:spPr>
          <a:xfrm>
            <a:off x="342912" y="4221594"/>
            <a:ext cx="241571" cy="206140"/>
          </a:xfrm>
          <a:custGeom>
            <a:avLst/>
            <a:gdLst/>
            <a:ahLst/>
            <a:cxnLst/>
            <a:rect l="l" t="t" r="r" b="b"/>
            <a:pathLst>
              <a:path w="680481" h="580677" extrusionOk="0">
                <a:moveTo>
                  <a:pt x="676795" y="490797"/>
                </a:moveTo>
                <a:lnTo>
                  <a:pt x="614134" y="373130"/>
                </a:lnTo>
                <a:lnTo>
                  <a:pt x="614134" y="86478"/>
                </a:lnTo>
                <a:cubicBezTo>
                  <a:pt x="614134" y="38844"/>
                  <a:pt x="575290" y="0"/>
                  <a:pt x="527656" y="0"/>
                </a:cubicBezTo>
                <a:lnTo>
                  <a:pt x="153108" y="0"/>
                </a:lnTo>
                <a:cubicBezTo>
                  <a:pt x="105475" y="0"/>
                  <a:pt x="66630" y="38844"/>
                  <a:pt x="66630" y="86478"/>
                </a:cubicBezTo>
                <a:lnTo>
                  <a:pt x="66630" y="373130"/>
                </a:lnTo>
                <a:lnTo>
                  <a:pt x="3969" y="490797"/>
                </a:lnTo>
                <a:cubicBezTo>
                  <a:pt x="1418" y="495617"/>
                  <a:pt x="0" y="501004"/>
                  <a:pt x="0" y="506391"/>
                </a:cubicBezTo>
                <a:lnTo>
                  <a:pt x="0" y="547504"/>
                </a:lnTo>
                <a:cubicBezTo>
                  <a:pt x="0" y="565933"/>
                  <a:pt x="14744" y="580677"/>
                  <a:pt x="33173" y="580677"/>
                </a:cubicBezTo>
                <a:lnTo>
                  <a:pt x="647308" y="580677"/>
                </a:lnTo>
                <a:cubicBezTo>
                  <a:pt x="665737" y="580677"/>
                  <a:pt x="680481" y="565933"/>
                  <a:pt x="680481" y="547504"/>
                </a:cubicBezTo>
                <a:lnTo>
                  <a:pt x="680481" y="506391"/>
                </a:lnTo>
                <a:cubicBezTo>
                  <a:pt x="680481" y="501004"/>
                  <a:pt x="679064" y="495617"/>
                  <a:pt x="676512" y="490797"/>
                </a:cubicBezTo>
                <a:close/>
                <a:moveTo>
                  <a:pt x="406871" y="481157"/>
                </a:moveTo>
                <a:lnTo>
                  <a:pt x="273894" y="481157"/>
                </a:lnTo>
                <a:cubicBezTo>
                  <a:pt x="255464" y="481157"/>
                  <a:pt x="240720" y="466413"/>
                  <a:pt x="240720" y="447983"/>
                </a:cubicBezTo>
                <a:cubicBezTo>
                  <a:pt x="240720" y="429554"/>
                  <a:pt x="255464" y="414810"/>
                  <a:pt x="273894" y="414810"/>
                </a:cubicBezTo>
                <a:lnTo>
                  <a:pt x="406871" y="414810"/>
                </a:lnTo>
                <a:cubicBezTo>
                  <a:pt x="425301" y="414810"/>
                  <a:pt x="440045" y="429554"/>
                  <a:pt x="440045" y="447983"/>
                </a:cubicBezTo>
                <a:cubicBezTo>
                  <a:pt x="440045" y="466413"/>
                  <a:pt x="425301" y="481157"/>
                  <a:pt x="406871" y="481157"/>
                </a:cubicBezTo>
                <a:close/>
                <a:moveTo>
                  <a:pt x="547787" y="348179"/>
                </a:moveTo>
                <a:lnTo>
                  <a:pt x="133261" y="348179"/>
                </a:lnTo>
                <a:lnTo>
                  <a:pt x="133261" y="86478"/>
                </a:lnTo>
                <a:cubicBezTo>
                  <a:pt x="133261" y="75420"/>
                  <a:pt x="142334" y="66630"/>
                  <a:pt x="153108" y="66630"/>
                </a:cubicBezTo>
                <a:lnTo>
                  <a:pt x="527940" y="66630"/>
                </a:lnTo>
                <a:cubicBezTo>
                  <a:pt x="538998" y="66630"/>
                  <a:pt x="547787" y="75703"/>
                  <a:pt x="547787" y="86478"/>
                </a:cubicBezTo>
                <a:lnTo>
                  <a:pt x="547787" y="348179"/>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88" name="Google Shape;188;p27"/>
          <p:cNvGrpSpPr/>
          <p:nvPr/>
        </p:nvGrpSpPr>
        <p:grpSpPr>
          <a:xfrm>
            <a:off x="342901" y="3615102"/>
            <a:ext cx="241571" cy="241571"/>
            <a:chOff x="2605901" y="2903117"/>
            <a:chExt cx="241571" cy="241571"/>
          </a:xfrm>
        </p:grpSpPr>
        <p:sp>
          <p:nvSpPr>
            <p:cNvPr id="189" name="Google Shape;189;p27"/>
            <p:cNvSpPr/>
            <p:nvPr/>
          </p:nvSpPr>
          <p:spPr>
            <a:xfrm>
              <a:off x="2696488" y="2998051"/>
              <a:ext cx="47106" cy="95219"/>
            </a:xfrm>
            <a:custGeom>
              <a:avLst/>
              <a:gdLst/>
              <a:ahLst/>
              <a:cxnLst/>
              <a:rect l="l" t="t" r="r" b="b"/>
              <a:pathLst>
                <a:path w="132693" h="268222" extrusionOk="0">
                  <a:moveTo>
                    <a:pt x="99520" y="268223"/>
                  </a:moveTo>
                  <a:cubicBezTo>
                    <a:pt x="81091" y="268223"/>
                    <a:pt x="66347" y="253479"/>
                    <a:pt x="66347" y="235050"/>
                  </a:cubicBezTo>
                  <a:lnTo>
                    <a:pt x="66347" y="66347"/>
                  </a:lnTo>
                  <a:lnTo>
                    <a:pt x="33173" y="66347"/>
                  </a:lnTo>
                  <a:cubicBezTo>
                    <a:pt x="14744" y="66347"/>
                    <a:pt x="0" y="51603"/>
                    <a:pt x="0" y="33173"/>
                  </a:cubicBezTo>
                  <a:cubicBezTo>
                    <a:pt x="0" y="14744"/>
                    <a:pt x="14744" y="0"/>
                    <a:pt x="33173" y="0"/>
                  </a:cubicBezTo>
                  <a:lnTo>
                    <a:pt x="99520" y="0"/>
                  </a:lnTo>
                  <a:cubicBezTo>
                    <a:pt x="117950" y="0"/>
                    <a:pt x="132694" y="14744"/>
                    <a:pt x="132694" y="33173"/>
                  </a:cubicBezTo>
                  <a:lnTo>
                    <a:pt x="132694" y="235050"/>
                  </a:lnTo>
                  <a:cubicBezTo>
                    <a:pt x="132694" y="253479"/>
                    <a:pt x="117950" y="268223"/>
                    <a:pt x="99520" y="268223"/>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0" name="Google Shape;190;p27"/>
            <p:cNvSpPr/>
            <p:nvPr/>
          </p:nvSpPr>
          <p:spPr>
            <a:xfrm>
              <a:off x="2712967" y="2955285"/>
              <a:ext cx="28384" cy="28384"/>
            </a:xfrm>
            <a:custGeom>
              <a:avLst/>
              <a:gdLst/>
              <a:ahLst/>
              <a:cxnLst/>
              <a:rect l="l" t="t" r="r" b="b"/>
              <a:pathLst>
                <a:path w="79956" h="79956" extrusionOk="0">
                  <a:moveTo>
                    <a:pt x="0" y="39978"/>
                  </a:moveTo>
                  <a:cubicBezTo>
                    <a:pt x="0" y="62094"/>
                    <a:pt x="17863" y="79957"/>
                    <a:pt x="39978" y="79957"/>
                  </a:cubicBezTo>
                  <a:cubicBezTo>
                    <a:pt x="62094" y="79957"/>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1" name="Google Shape;191;p27"/>
            <p:cNvSpPr/>
            <p:nvPr/>
          </p:nvSpPr>
          <p:spPr>
            <a:xfrm>
              <a:off x="2605901" y="2903117"/>
              <a:ext cx="241571" cy="241571"/>
            </a:xfrm>
            <a:custGeom>
              <a:avLst/>
              <a:gdLst/>
              <a:ahLst/>
              <a:cxnLst/>
              <a:rect l="l" t="t" r="r" b="b"/>
              <a:pathLst>
                <a:path w="680481" h="680481" extrusionOk="0">
                  <a:moveTo>
                    <a:pt x="99520" y="580961"/>
                  </a:moveTo>
                  <a:cubicBezTo>
                    <a:pt x="163883" y="645323"/>
                    <a:pt x="249226" y="680481"/>
                    <a:pt x="340241" y="680481"/>
                  </a:cubicBezTo>
                  <a:cubicBezTo>
                    <a:pt x="431255" y="680481"/>
                    <a:pt x="516599" y="645040"/>
                    <a:pt x="580961" y="580961"/>
                  </a:cubicBezTo>
                  <a:cubicBezTo>
                    <a:pt x="645323" y="516882"/>
                    <a:pt x="680481" y="431255"/>
                    <a:pt x="680481" y="340241"/>
                  </a:cubicBezTo>
                  <a:cubicBezTo>
                    <a:pt x="680481" y="249226"/>
                    <a:pt x="645039" y="163883"/>
                    <a:pt x="580961" y="99520"/>
                  </a:cubicBezTo>
                  <a:cubicBezTo>
                    <a:pt x="516599" y="35158"/>
                    <a:pt x="431255" y="0"/>
                    <a:pt x="340241" y="0"/>
                  </a:cubicBezTo>
                  <a:cubicBezTo>
                    <a:pt x="249226" y="0"/>
                    <a:pt x="163883" y="35442"/>
                    <a:pt x="99520" y="99520"/>
                  </a:cubicBezTo>
                  <a:cubicBezTo>
                    <a:pt x="35158" y="163883"/>
                    <a:pt x="0" y="249226"/>
                    <a:pt x="0" y="340241"/>
                  </a:cubicBezTo>
                  <a:cubicBezTo>
                    <a:pt x="0" y="431255"/>
                    <a:pt x="35442" y="516599"/>
                    <a:pt x="99520" y="580961"/>
                  </a:cubicBezTo>
                  <a:close/>
                  <a:moveTo>
                    <a:pt x="66347" y="340524"/>
                  </a:moveTo>
                  <a:cubicBezTo>
                    <a:pt x="66347" y="189684"/>
                    <a:pt x="189117" y="66631"/>
                    <a:pt x="340241" y="66631"/>
                  </a:cubicBezTo>
                  <a:cubicBezTo>
                    <a:pt x="491364" y="66631"/>
                    <a:pt x="614134" y="189401"/>
                    <a:pt x="614134" y="340524"/>
                  </a:cubicBezTo>
                  <a:cubicBezTo>
                    <a:pt x="614134" y="491648"/>
                    <a:pt x="491364" y="614418"/>
                    <a:pt x="340241" y="614418"/>
                  </a:cubicBezTo>
                  <a:cubicBezTo>
                    <a:pt x="189117" y="614418"/>
                    <a:pt x="66347" y="491648"/>
                    <a:pt x="66347" y="340524"/>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grpSp>
        <p:nvGrpSpPr>
          <p:cNvPr id="192" name="Google Shape;192;p27"/>
          <p:cNvGrpSpPr/>
          <p:nvPr/>
        </p:nvGrpSpPr>
        <p:grpSpPr>
          <a:xfrm>
            <a:off x="5209305" y="3615339"/>
            <a:ext cx="241240" cy="241096"/>
            <a:chOff x="3049130" y="3364261"/>
            <a:chExt cx="241240" cy="241096"/>
          </a:xfrm>
        </p:grpSpPr>
        <p:sp>
          <p:nvSpPr>
            <p:cNvPr id="193" name="Google Shape;193;p27"/>
            <p:cNvSpPr/>
            <p:nvPr/>
          </p:nvSpPr>
          <p:spPr>
            <a:xfrm>
              <a:off x="3093918" y="3364261"/>
              <a:ext cx="196452" cy="196452"/>
            </a:xfrm>
            <a:custGeom>
              <a:avLst/>
              <a:gdLst/>
              <a:ahLst/>
              <a:cxnLst/>
              <a:rect l="l" t="t" r="r" b="b"/>
              <a:pathLst>
                <a:path w="553387" h="553387" extrusionOk="0">
                  <a:moveTo>
                    <a:pt x="133544" y="553387"/>
                  </a:moveTo>
                  <a:lnTo>
                    <a:pt x="34875" y="553387"/>
                  </a:lnTo>
                  <a:cubicBezTo>
                    <a:pt x="15594" y="553387"/>
                    <a:pt x="0" y="537793"/>
                    <a:pt x="0" y="518512"/>
                  </a:cubicBezTo>
                  <a:lnTo>
                    <a:pt x="0" y="419843"/>
                  </a:lnTo>
                  <a:cubicBezTo>
                    <a:pt x="0" y="410486"/>
                    <a:pt x="3686" y="401697"/>
                    <a:pt x="10207" y="395175"/>
                  </a:cubicBezTo>
                  <a:lnTo>
                    <a:pt x="378801" y="26581"/>
                  </a:lnTo>
                  <a:cubicBezTo>
                    <a:pt x="414243" y="-8860"/>
                    <a:pt x="471517" y="-8860"/>
                    <a:pt x="506959" y="26581"/>
                  </a:cubicBezTo>
                  <a:lnTo>
                    <a:pt x="526806" y="46429"/>
                  </a:lnTo>
                  <a:cubicBezTo>
                    <a:pt x="562248" y="81871"/>
                    <a:pt x="562248" y="139144"/>
                    <a:pt x="526806" y="174586"/>
                  </a:cubicBezTo>
                  <a:lnTo>
                    <a:pt x="158212" y="543180"/>
                  </a:lnTo>
                  <a:cubicBezTo>
                    <a:pt x="151691" y="549701"/>
                    <a:pt x="142901" y="553387"/>
                    <a:pt x="133544" y="553387"/>
                  </a:cubicBezTo>
                  <a:close/>
                  <a:moveTo>
                    <a:pt x="69749" y="483638"/>
                  </a:moveTo>
                  <a:lnTo>
                    <a:pt x="119084" y="483638"/>
                  </a:lnTo>
                  <a:lnTo>
                    <a:pt x="477471" y="125251"/>
                  </a:lnTo>
                  <a:cubicBezTo>
                    <a:pt x="485693" y="117029"/>
                    <a:pt x="485693" y="103703"/>
                    <a:pt x="477471" y="95764"/>
                  </a:cubicBezTo>
                  <a:lnTo>
                    <a:pt x="457624" y="75916"/>
                  </a:lnTo>
                  <a:cubicBezTo>
                    <a:pt x="449401" y="67694"/>
                    <a:pt x="436075" y="67694"/>
                    <a:pt x="428136" y="75916"/>
                  </a:cubicBezTo>
                  <a:lnTo>
                    <a:pt x="69749" y="434303"/>
                  </a:lnTo>
                  <a:lnTo>
                    <a:pt x="69749" y="483638"/>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4" name="Google Shape;194;p27"/>
            <p:cNvSpPr/>
            <p:nvPr/>
          </p:nvSpPr>
          <p:spPr>
            <a:xfrm>
              <a:off x="3049130" y="3376570"/>
              <a:ext cx="228788" cy="228788"/>
            </a:xfrm>
            <a:custGeom>
              <a:avLst/>
              <a:gdLst/>
              <a:ahLst/>
              <a:cxnLst/>
              <a:rect l="l" t="t" r="r" b="b"/>
              <a:pathLst>
                <a:path w="644472" h="644472" extrusionOk="0">
                  <a:moveTo>
                    <a:pt x="574723" y="553742"/>
                  </a:moveTo>
                  <a:lnTo>
                    <a:pt x="574723" y="296577"/>
                  </a:lnTo>
                  <a:lnTo>
                    <a:pt x="644472" y="226827"/>
                  </a:lnTo>
                  <a:lnTo>
                    <a:pt x="644472" y="553742"/>
                  </a:lnTo>
                  <a:cubicBezTo>
                    <a:pt x="644472" y="603927"/>
                    <a:pt x="603927" y="644472"/>
                    <a:pt x="553742" y="644472"/>
                  </a:cubicBezTo>
                  <a:lnTo>
                    <a:pt x="90731" y="644472"/>
                  </a:lnTo>
                  <a:cubicBezTo>
                    <a:pt x="40545" y="644472"/>
                    <a:pt x="0" y="603927"/>
                    <a:pt x="0" y="553742"/>
                  </a:cubicBezTo>
                  <a:lnTo>
                    <a:pt x="0" y="90731"/>
                  </a:lnTo>
                  <a:cubicBezTo>
                    <a:pt x="0" y="40545"/>
                    <a:pt x="40545" y="0"/>
                    <a:pt x="90731" y="0"/>
                  </a:cubicBezTo>
                  <a:lnTo>
                    <a:pt x="417645" y="0"/>
                  </a:lnTo>
                  <a:lnTo>
                    <a:pt x="347896" y="69750"/>
                  </a:lnTo>
                  <a:lnTo>
                    <a:pt x="90731" y="69750"/>
                  </a:lnTo>
                  <a:cubicBezTo>
                    <a:pt x="79106" y="69750"/>
                    <a:pt x="69749" y="79106"/>
                    <a:pt x="69749" y="90731"/>
                  </a:cubicBezTo>
                  <a:lnTo>
                    <a:pt x="69749" y="553742"/>
                  </a:lnTo>
                  <a:cubicBezTo>
                    <a:pt x="69749" y="565367"/>
                    <a:pt x="79106" y="574723"/>
                    <a:pt x="90731" y="574723"/>
                  </a:cubicBezTo>
                  <a:lnTo>
                    <a:pt x="553742" y="574723"/>
                  </a:lnTo>
                  <a:cubicBezTo>
                    <a:pt x="565366" y="574723"/>
                    <a:pt x="574723" y="565367"/>
                    <a:pt x="574723" y="553742"/>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grpSp>
        <p:nvGrpSpPr>
          <p:cNvPr id="195" name="Google Shape;195;p27"/>
          <p:cNvGrpSpPr/>
          <p:nvPr/>
        </p:nvGrpSpPr>
        <p:grpSpPr>
          <a:xfrm>
            <a:off x="4676669" y="1170901"/>
            <a:ext cx="232210" cy="218118"/>
            <a:chOff x="3676971" y="3049410"/>
            <a:chExt cx="232210" cy="218118"/>
          </a:xfrm>
        </p:grpSpPr>
        <p:sp>
          <p:nvSpPr>
            <p:cNvPr id="196" name="Google Shape;196;p27"/>
            <p:cNvSpPr/>
            <p:nvPr/>
          </p:nvSpPr>
          <p:spPr>
            <a:xfrm>
              <a:off x="3676971" y="3049410"/>
              <a:ext cx="232210" cy="218118"/>
            </a:xfrm>
            <a:custGeom>
              <a:avLst/>
              <a:gdLst/>
              <a:ahLst/>
              <a:cxnLst/>
              <a:rect l="l" t="t" r="r" b="b"/>
              <a:pathLst>
                <a:path w="654112" h="614417" extrusionOk="0">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7" name="Google Shape;197;p27"/>
            <p:cNvSpPr/>
            <p:nvPr/>
          </p:nvSpPr>
          <p:spPr>
            <a:xfrm>
              <a:off x="3732139" y="3143501"/>
              <a:ext cx="122234" cy="42509"/>
            </a:xfrm>
            <a:custGeom>
              <a:avLst/>
              <a:gdLst/>
              <a:ahLst/>
              <a:cxnLst/>
              <a:rect l="l" t="t" r="r" b="b"/>
              <a:pathLst>
                <a:path w="344322" h="119744" extrusionOk="0">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p27"/>
            <p:cNvSpPr/>
            <p:nvPr/>
          </p:nvSpPr>
          <p:spPr>
            <a:xfrm>
              <a:off x="3810071"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
          <p:nvSpPr>
            <p:cNvPr id="199" name="Google Shape;199;p27"/>
            <p:cNvSpPr/>
            <p:nvPr/>
          </p:nvSpPr>
          <p:spPr>
            <a:xfrm>
              <a:off x="3748904"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grpSp>
      <p:sp>
        <p:nvSpPr>
          <p:cNvPr id="200" name="Google Shape;200;p27"/>
          <p:cNvSpPr/>
          <p:nvPr/>
        </p:nvSpPr>
        <p:spPr>
          <a:xfrm>
            <a:off x="6849979" y="1168838"/>
            <a:ext cx="228895" cy="222245"/>
          </a:xfrm>
          <a:custGeom>
            <a:avLst/>
            <a:gdLst/>
            <a:ahLst/>
            <a:cxnLst/>
            <a:rect l="l" t="t" r="r" b="b"/>
            <a:pathLst>
              <a:path w="644775" h="626042" extrusionOk="0">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04" name="Shape 204"/>
        <p:cNvGrpSpPr/>
        <p:nvPr/>
      </p:nvGrpSpPr>
      <p:grpSpPr>
        <a:xfrm>
          <a:off x="0" y="0"/>
          <a:ext cx="0" cy="0"/>
          <a:chOff x="0" y="0"/>
          <a:chExt cx="0" cy="0"/>
        </a:xfrm>
      </p:grpSpPr>
      <p:sp>
        <p:nvSpPr>
          <p:cNvPr id="205" name="Google Shape;205;p28"/>
          <p:cNvSpPr txBox="1"/>
          <p:nvPr>
            <p:ph type="subTitle" idx="1"/>
          </p:nvPr>
        </p:nvSpPr>
        <p:spPr>
          <a:xfrm>
            <a:off x="5657825" y="660130"/>
            <a:ext cx="32577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06" name="Google Shape;206;p28"/>
          <p:cNvSpPr txBox="1"/>
          <p:nvPr>
            <p:ph type="subTitle" idx="2"/>
          </p:nvPr>
        </p:nvSpPr>
        <p:spPr>
          <a:xfrm>
            <a:off x="5657825" y="1067648"/>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07" name="Google Shape;207;p28"/>
          <p:cNvSpPr txBox="1"/>
          <p:nvPr>
            <p:ph type="subTitle" idx="3"/>
          </p:nvPr>
        </p:nvSpPr>
        <p:spPr>
          <a:xfrm>
            <a:off x="5657825" y="1882684"/>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08" name="Google Shape;208;p28"/>
          <p:cNvSpPr txBox="1"/>
          <p:nvPr>
            <p:ph type="subTitle" idx="5"/>
          </p:nvPr>
        </p:nvSpPr>
        <p:spPr>
          <a:xfrm>
            <a:off x="5657825" y="2697720"/>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09" name="Google Shape;209;p28"/>
          <p:cNvSpPr txBox="1"/>
          <p:nvPr>
            <p:ph type="subTitle" idx="6"/>
          </p:nvPr>
        </p:nvSpPr>
        <p:spPr>
          <a:xfrm>
            <a:off x="5657825" y="1475166"/>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10" name="Google Shape;210;p28"/>
          <p:cNvSpPr txBox="1"/>
          <p:nvPr>
            <p:ph type="subTitle" idx="7"/>
          </p:nvPr>
        </p:nvSpPr>
        <p:spPr>
          <a:xfrm>
            <a:off x="5657825" y="2290202"/>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11" name="Google Shape;211;p28"/>
          <p:cNvSpPr txBox="1"/>
          <p:nvPr>
            <p:ph type="subTitle" idx="4"/>
          </p:nvPr>
        </p:nvSpPr>
        <p:spPr>
          <a:xfrm>
            <a:off x="5657825" y="3105238"/>
            <a:ext cx="32523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12" name="Google Shape;212;p28"/>
          <p:cNvSpPr txBox="1"/>
          <p:nvPr>
            <p:ph type="title" idx="8"/>
          </p:nvPr>
        </p:nvSpPr>
        <p:spPr>
          <a:xfrm>
            <a:off x="4572000" y="1882427"/>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05</a:t>
            </a:r>
            <a:endParaRPr lang="en-GB"/>
          </a:p>
        </p:txBody>
      </p:sp>
      <p:sp>
        <p:nvSpPr>
          <p:cNvPr id="213" name="Google Shape;213;p28"/>
          <p:cNvSpPr txBox="1"/>
          <p:nvPr>
            <p:ph type="title" idx="9"/>
          </p:nvPr>
        </p:nvSpPr>
        <p:spPr>
          <a:xfrm>
            <a:off x="4572000" y="1067220"/>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03</a:t>
            </a:r>
            <a:endParaRPr lang="en-GB"/>
          </a:p>
        </p:txBody>
      </p:sp>
      <p:sp>
        <p:nvSpPr>
          <p:cNvPr id="214" name="Google Shape;214;p28"/>
          <p:cNvSpPr txBox="1"/>
          <p:nvPr>
            <p:ph type="title" idx="13"/>
          </p:nvPr>
        </p:nvSpPr>
        <p:spPr>
          <a:xfrm>
            <a:off x="4572000" y="2290030"/>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06</a:t>
            </a:r>
            <a:endParaRPr lang="en-GB"/>
          </a:p>
        </p:txBody>
      </p:sp>
      <p:sp>
        <p:nvSpPr>
          <p:cNvPr id="215" name="Google Shape;215;p28"/>
          <p:cNvSpPr txBox="1"/>
          <p:nvPr>
            <p:ph type="title" idx="14"/>
          </p:nvPr>
        </p:nvSpPr>
        <p:spPr>
          <a:xfrm>
            <a:off x="4572000" y="2697634"/>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07</a:t>
            </a:r>
            <a:endParaRPr lang="en-GB"/>
          </a:p>
        </p:txBody>
      </p:sp>
      <p:sp>
        <p:nvSpPr>
          <p:cNvPr id="216" name="Google Shape;216;p28"/>
          <p:cNvSpPr txBox="1"/>
          <p:nvPr>
            <p:ph type="title" idx="15"/>
          </p:nvPr>
        </p:nvSpPr>
        <p:spPr>
          <a:xfrm>
            <a:off x="4572001" y="659916"/>
            <a:ext cx="1085700" cy="31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02</a:t>
            </a:r>
            <a:endParaRPr lang="en-GB"/>
          </a:p>
        </p:txBody>
      </p:sp>
      <p:sp>
        <p:nvSpPr>
          <p:cNvPr id="217" name="Google Shape;217;p28"/>
          <p:cNvSpPr txBox="1"/>
          <p:nvPr>
            <p:ph type="title" idx="16"/>
          </p:nvPr>
        </p:nvSpPr>
        <p:spPr>
          <a:xfrm>
            <a:off x="4572000" y="1474823"/>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04</a:t>
            </a:r>
            <a:endParaRPr lang="en-GB"/>
          </a:p>
        </p:txBody>
      </p:sp>
      <p:sp>
        <p:nvSpPr>
          <p:cNvPr id="218" name="Google Shape;218;p28"/>
          <p:cNvSpPr txBox="1"/>
          <p:nvPr>
            <p:ph type="title" idx="17"/>
          </p:nvPr>
        </p:nvSpPr>
        <p:spPr>
          <a:xfrm>
            <a:off x="4572000" y="3105238"/>
            <a:ext cx="1085700" cy="3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08</a:t>
            </a:r>
            <a:endParaRPr lang="en-GB"/>
          </a:p>
        </p:txBody>
      </p:sp>
      <p:sp>
        <p:nvSpPr>
          <p:cNvPr id="219" name="Google Shape;219;p28"/>
          <p:cNvSpPr txBox="1"/>
          <p:nvPr>
            <p:ph type="subTitle" idx="18"/>
          </p:nvPr>
        </p:nvSpPr>
        <p:spPr>
          <a:xfrm>
            <a:off x="5657825" y="252613"/>
            <a:ext cx="3257700" cy="31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Name of the section</a:t>
            </a:r>
            <a:endParaRPr lang="en-GB"/>
          </a:p>
        </p:txBody>
      </p:sp>
      <p:sp>
        <p:nvSpPr>
          <p:cNvPr id="220" name="Google Shape;220;p28"/>
          <p:cNvSpPr txBox="1"/>
          <p:nvPr>
            <p:ph type="title" idx="19"/>
          </p:nvPr>
        </p:nvSpPr>
        <p:spPr>
          <a:xfrm>
            <a:off x="4572001" y="252613"/>
            <a:ext cx="1085700" cy="31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01</a:t>
            </a:r>
            <a:endParaRPr lang="en-GB"/>
          </a:p>
        </p:txBody>
      </p:sp>
      <p:sp>
        <p:nvSpPr>
          <p:cNvPr id="221" name="Google Shape;221;p28"/>
          <p:cNvSpPr txBox="1"/>
          <p:nvPr>
            <p:ph type="title"/>
          </p:nvPr>
        </p:nvSpPr>
        <p:spPr>
          <a:xfrm>
            <a:off x="228600" y="2571750"/>
            <a:ext cx="2714700" cy="234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Table of </a:t>
            </a:r>
            <a:r>
              <a:rPr lang="en-GB"/>
              <a:t>c</a:t>
            </a:r>
            <a:r>
              <a:rPr lang="en-GB"/>
              <a:t>ontents</a:t>
            </a: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228600" y="507091"/>
            <a:ext cx="4343400" cy="164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panose="020B0604020202090204"/>
              <a:buNone/>
            </a:pPr>
            <a:r>
              <a:rPr lang="en-GB"/>
              <a:t>Short title here</a:t>
            </a:r>
            <a:endParaRPr sz="4000"/>
          </a:p>
        </p:txBody>
      </p:sp>
      <p:sp>
        <p:nvSpPr>
          <p:cNvPr id="227" name="Google Shape;227;p29"/>
          <p:cNvSpPr txBox="1"/>
          <p:nvPr>
            <p:ph type="subTitle" idx="1"/>
          </p:nvPr>
        </p:nvSpPr>
        <p:spPr>
          <a:xfrm>
            <a:off x="3486150" y="2580471"/>
            <a:ext cx="5277900" cy="230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2400300" y="228600"/>
            <a:ext cx="3401400" cy="256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title of this section</a:t>
            </a:r>
            <a:endParaRPr lang="en-GB"/>
          </a:p>
        </p:txBody>
      </p:sp>
      <p:sp>
        <p:nvSpPr>
          <p:cNvPr id="233" name="Google Shape;233;p30"/>
          <p:cNvSpPr txBox="1"/>
          <p:nvPr>
            <p:ph type="title" idx="2"/>
          </p:nvPr>
        </p:nvSpPr>
        <p:spPr>
          <a:xfrm>
            <a:off x="228600" y="228625"/>
            <a:ext cx="1086000" cy="117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01</a:t>
            </a:r>
            <a:endParaRPr lang="en-GB"/>
          </a:p>
        </p:txBody>
      </p:sp>
      <p:sp>
        <p:nvSpPr>
          <p:cNvPr id="234" name="Google Shape;234;p30"/>
          <p:cNvSpPr txBox="1"/>
          <p:nvPr/>
        </p:nvSpPr>
        <p:spPr>
          <a:xfrm>
            <a:off x="5657850" y="4657090"/>
            <a:ext cx="1551600" cy="119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BOOST YOUR PROJECTS</a:t>
            </a:r>
            <a:endParaRPr sz="800">
              <a:solidFill>
                <a:schemeClr val="dk1"/>
              </a:solidFill>
              <a:latin typeface="Geist Mono Medium"/>
              <a:ea typeface="Geist Mono Medium"/>
              <a:cs typeface="Geist Mono Medium"/>
              <a:sym typeface="Geist Mono Medium"/>
            </a:endParaRPr>
          </a:p>
        </p:txBody>
      </p:sp>
      <p:sp>
        <p:nvSpPr>
          <p:cNvPr id="235" name="Google Shape;235;p30"/>
          <p:cNvSpPr txBox="1"/>
          <p:nvPr/>
        </p:nvSpPr>
        <p:spPr>
          <a:xfrm>
            <a:off x="7829725" y="4657090"/>
            <a:ext cx="971400" cy="119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BOOST YOUR MIND</a:t>
            </a:r>
            <a:endParaRPr sz="800">
              <a:solidFill>
                <a:schemeClr val="dk1"/>
              </a:solidFill>
              <a:latin typeface="Geist Mono Medium"/>
              <a:ea typeface="Geist Mono Medium"/>
              <a:cs typeface="Geist Mono Medium"/>
              <a:sym typeface="Geist Mono Medium"/>
            </a:endParaRPr>
          </a:p>
        </p:txBody>
      </p:sp>
      <p:sp>
        <p:nvSpPr>
          <p:cNvPr id="236" name="Google Shape;236;p30"/>
          <p:cNvSpPr txBox="1"/>
          <p:nvPr/>
        </p:nvSpPr>
        <p:spPr>
          <a:xfrm>
            <a:off x="2400300" y="4657090"/>
            <a:ext cx="971400" cy="119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4572000" y="3157425"/>
            <a:ext cx="4343400" cy="17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a:t>
            </a:r>
            <a:r>
              <a:rPr lang="en-GB"/>
              <a:t>he slide title</a:t>
            </a:r>
            <a:endParaRPr lang="en-GB"/>
          </a:p>
          <a:p>
            <a:pPr marL="0" lvl="0" indent="0" algn="l" rtl="0">
              <a:spcBef>
                <a:spcPts val="0"/>
              </a:spcBef>
              <a:spcAft>
                <a:spcPts val="0"/>
              </a:spcAft>
              <a:buNone/>
            </a:pPr>
            <a:r>
              <a:rPr lang="en-GB"/>
              <a:t>goes here!</a:t>
            </a:r>
            <a:endParaRPr lang="en-GB"/>
          </a:p>
        </p:txBody>
      </p:sp>
      <p:sp>
        <p:nvSpPr>
          <p:cNvPr id="242" name="Google Shape;242;p31"/>
          <p:cNvSpPr txBox="1"/>
          <p:nvPr>
            <p:ph type="subTitle" idx="1"/>
          </p:nvPr>
        </p:nvSpPr>
        <p:spPr>
          <a:xfrm>
            <a:off x="228600" y="252613"/>
            <a:ext cx="5429400" cy="17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Mercury is the closest planet to the Sun and the smallest one in the entire Solar System. This planet’s name has nothing to do with the liquid metal, since Despite being closer to the Sun than Venus, its temperatures aren't as terribly hot as that planet’s. Its surface is quite similar to that of Earth’s Moon, which means there are a lot of craters and plains.</a:t>
            </a:r>
            <a:endParaRPr lang="en-GB"/>
          </a:p>
        </p:txBody>
      </p:sp>
      <p:pic>
        <p:nvPicPr>
          <p:cNvPr id="243" name="Google Shape;243;p31" title="2152025163.jpg"/>
          <p:cNvPicPr preferRelativeResize="0"/>
          <p:nvPr>
            <p:ph type="pic" idx="2"/>
          </p:nvPr>
        </p:nvPicPr>
        <p:blipFill rotWithShape="1">
          <a:blip r:embed="rId1"/>
          <a:srcRect l="18454" r="23658"/>
          <a:stretch>
            <a:fillRect/>
          </a:stretch>
        </p:blipFill>
        <p:spPr>
          <a:xfrm>
            <a:off x="1314450" y="2571750"/>
            <a:ext cx="2171700" cy="25717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7" name="Shape 247"/>
        <p:cNvGrpSpPr/>
        <p:nvPr/>
      </p:nvGrpSpPr>
      <p:grpSpPr>
        <a:xfrm>
          <a:off x="0" y="0"/>
          <a:ext cx="0" cy="0"/>
          <a:chOff x="0" y="0"/>
          <a:chExt cx="0" cy="0"/>
        </a:xfrm>
      </p:grpSpPr>
      <p:sp>
        <p:nvSpPr>
          <p:cNvPr id="248" name="Google Shape;248;p32"/>
          <p:cNvSpPr txBox="1"/>
          <p:nvPr>
            <p:ph type="subTitle" idx="2"/>
          </p:nvPr>
        </p:nvSpPr>
        <p:spPr>
          <a:xfrm>
            <a:off x="6743700" y="3077105"/>
            <a:ext cx="2112300" cy="180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Venus has a beautiful name and is the second planet from the Sun and is hot</a:t>
            </a:r>
            <a:endParaRPr lang="en-GB"/>
          </a:p>
        </p:txBody>
      </p:sp>
      <p:sp>
        <p:nvSpPr>
          <p:cNvPr id="249" name="Google Shape;249;p32"/>
          <p:cNvSpPr txBox="1"/>
          <p:nvPr>
            <p:ph type="title"/>
          </p:nvPr>
        </p:nvSpPr>
        <p:spPr>
          <a:xfrm>
            <a:off x="228600" y="593767"/>
            <a:ext cx="4869300" cy="213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Maybe you need a long title to captivate your audience attention while showing your interesting ideas</a:t>
            </a:r>
            <a:endParaRPr lang="en-GB"/>
          </a:p>
        </p:txBody>
      </p:sp>
      <p:sp>
        <p:nvSpPr>
          <p:cNvPr id="250" name="Google Shape;250;p32"/>
          <p:cNvSpPr txBox="1"/>
          <p:nvPr>
            <p:ph type="subTitle" idx="1"/>
          </p:nvPr>
        </p:nvSpPr>
        <p:spPr>
          <a:xfrm>
            <a:off x="4088655" y="3077116"/>
            <a:ext cx="2112300" cy="180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Despite being red, Mars is actually a cold place. It’s full of iron oxide dust</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33"/>
          <p:cNvSpPr txBox="1"/>
          <p:nvPr>
            <p:ph type="subTitle" idx="1"/>
          </p:nvPr>
        </p:nvSpPr>
        <p:spPr>
          <a:xfrm>
            <a:off x="213000" y="3454525"/>
            <a:ext cx="2187300" cy="143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“Venus has a beautiful name and is the second planet from the Sun”</a:t>
            </a:r>
            <a:endParaRPr lang="en-GB"/>
          </a:p>
        </p:txBody>
      </p:sp>
      <p:sp>
        <p:nvSpPr>
          <p:cNvPr id="256" name="Google Shape;256;p33"/>
          <p:cNvSpPr txBox="1"/>
          <p:nvPr>
            <p:ph type="title"/>
          </p:nvPr>
        </p:nvSpPr>
        <p:spPr>
          <a:xfrm>
            <a:off x="228600" y="231125"/>
            <a:ext cx="2714700" cy="175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Three interesting ideas you can explain to your audience</a:t>
            </a:r>
            <a:endParaRPr lang="en-GB"/>
          </a:p>
        </p:txBody>
      </p:sp>
      <p:sp>
        <p:nvSpPr>
          <p:cNvPr id="257" name="Google Shape;257;p33"/>
          <p:cNvSpPr txBox="1"/>
          <p:nvPr>
            <p:ph type="subTitle" idx="2"/>
          </p:nvPr>
        </p:nvSpPr>
        <p:spPr>
          <a:xfrm>
            <a:off x="4850975" y="1263718"/>
            <a:ext cx="4064700" cy="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Mars is full of iron oxide dust, which gives the planet its reddish cast. Despite being red, it’s actually very cold</a:t>
            </a:r>
            <a:endParaRPr b="1"/>
          </a:p>
        </p:txBody>
      </p:sp>
      <p:sp>
        <p:nvSpPr>
          <p:cNvPr id="258" name="Google Shape;258;p33"/>
          <p:cNvSpPr txBox="1"/>
          <p:nvPr>
            <p:ph type="subTitle" idx="3"/>
          </p:nvPr>
        </p:nvSpPr>
        <p:spPr>
          <a:xfrm>
            <a:off x="4850975" y="251178"/>
            <a:ext cx="4064700" cy="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Mercury is the closest planet to the Sun and the smallest one in the entire Solar System</a:t>
            </a:r>
            <a:endParaRPr lang="en-GB"/>
          </a:p>
        </p:txBody>
      </p:sp>
      <p:sp>
        <p:nvSpPr>
          <p:cNvPr id="259" name="Google Shape;259;p33"/>
          <p:cNvSpPr txBox="1"/>
          <p:nvPr>
            <p:ph type="subTitle" idx="4"/>
          </p:nvPr>
        </p:nvSpPr>
        <p:spPr>
          <a:xfrm>
            <a:off x="4850975" y="2276259"/>
            <a:ext cx="4064700" cy="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Jupiter is a huge gas giant and the biggest planet in the entire Solar System</a:t>
            </a:r>
            <a:endParaRPr lang="en-GB"/>
          </a:p>
        </p:txBody>
      </p:sp>
      <p:sp>
        <p:nvSpPr>
          <p:cNvPr id="260" name="Google Shape;260;p33"/>
          <p:cNvSpPr txBox="1"/>
          <p:nvPr>
            <p:ph type="title" idx="5"/>
          </p:nvPr>
        </p:nvSpPr>
        <p:spPr>
          <a:xfrm>
            <a:off x="3893101" y="1264681"/>
            <a:ext cx="678900" cy="31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02</a:t>
            </a:r>
            <a:endParaRPr lang="en-GB"/>
          </a:p>
        </p:txBody>
      </p:sp>
      <p:sp>
        <p:nvSpPr>
          <p:cNvPr id="261" name="Google Shape;261;p33"/>
          <p:cNvSpPr txBox="1"/>
          <p:nvPr>
            <p:ph type="title" idx="6"/>
          </p:nvPr>
        </p:nvSpPr>
        <p:spPr>
          <a:xfrm>
            <a:off x="3893691" y="252440"/>
            <a:ext cx="677700" cy="31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01</a:t>
            </a:r>
            <a:endParaRPr lang="en-GB"/>
          </a:p>
        </p:txBody>
      </p:sp>
      <p:sp>
        <p:nvSpPr>
          <p:cNvPr id="262" name="Google Shape;262;p33"/>
          <p:cNvSpPr txBox="1"/>
          <p:nvPr>
            <p:ph type="title" idx="7"/>
          </p:nvPr>
        </p:nvSpPr>
        <p:spPr>
          <a:xfrm>
            <a:off x="3893100" y="2277222"/>
            <a:ext cx="678900" cy="31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03</a:t>
            </a: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228600" y="4339147"/>
            <a:ext cx="86871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Four ideas you need to know</a:t>
            </a:r>
            <a:endParaRPr lang="en-GB"/>
          </a:p>
        </p:txBody>
      </p:sp>
      <p:sp>
        <p:nvSpPr>
          <p:cNvPr id="268" name="Google Shape;268;p34"/>
          <p:cNvSpPr txBox="1"/>
          <p:nvPr>
            <p:ph type="subTitle" idx="1"/>
          </p:nvPr>
        </p:nvSpPr>
        <p:spPr>
          <a:xfrm>
            <a:off x="228600" y="1380822"/>
            <a:ext cx="1799400" cy="14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It’s the fourth-brightest object in the night sky. It was named after the Roman god of the skies and lightning</a:t>
            </a:r>
            <a:endParaRPr lang="en-GB"/>
          </a:p>
        </p:txBody>
      </p:sp>
      <p:sp>
        <p:nvSpPr>
          <p:cNvPr id="269" name="Google Shape;269;p34"/>
          <p:cNvSpPr txBox="1"/>
          <p:nvPr>
            <p:ph type="subTitle" idx="2"/>
          </p:nvPr>
        </p:nvSpPr>
        <p:spPr>
          <a:xfrm>
            <a:off x="228600" y="587700"/>
            <a:ext cx="1799400" cy="88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This is what</a:t>
            </a:r>
            <a:br>
              <a:rPr lang="en-GB"/>
            </a:br>
            <a:r>
              <a:rPr lang="en-GB"/>
              <a:t>you need to know about Jupiter</a:t>
            </a:r>
            <a:endParaRPr lang="en-GB"/>
          </a:p>
        </p:txBody>
      </p:sp>
      <p:sp>
        <p:nvSpPr>
          <p:cNvPr id="270" name="Google Shape;270;p34"/>
          <p:cNvSpPr txBox="1"/>
          <p:nvPr>
            <p:ph type="title" idx="3"/>
          </p:nvPr>
        </p:nvSpPr>
        <p:spPr>
          <a:xfrm>
            <a:off x="228600" y="228600"/>
            <a:ext cx="932400"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01</a:t>
            </a:r>
            <a:endParaRPr lang="en-GB"/>
          </a:p>
        </p:txBody>
      </p:sp>
      <p:sp>
        <p:nvSpPr>
          <p:cNvPr id="271" name="Google Shape;271;p34"/>
          <p:cNvSpPr txBox="1"/>
          <p:nvPr>
            <p:ph type="subTitle" idx="4"/>
          </p:nvPr>
        </p:nvSpPr>
        <p:spPr>
          <a:xfrm>
            <a:off x="2486300" y="1380822"/>
            <a:ext cx="1799400" cy="14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Despite being red, Mars is actually a cold place. It is full of iron oxide dust, which gives the planet its reddish cast</a:t>
            </a:r>
            <a:endParaRPr lang="en-GB"/>
          </a:p>
        </p:txBody>
      </p:sp>
      <p:sp>
        <p:nvSpPr>
          <p:cNvPr id="272" name="Google Shape;272;p34"/>
          <p:cNvSpPr txBox="1"/>
          <p:nvPr>
            <p:ph type="subTitle" idx="5"/>
          </p:nvPr>
        </p:nvSpPr>
        <p:spPr>
          <a:xfrm>
            <a:off x="2486300" y="587700"/>
            <a:ext cx="1799400" cy="88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Planet </a:t>
            </a:r>
            <a:r>
              <a:rPr lang="en-GB"/>
              <a:t>Mars is actually closer</a:t>
            </a:r>
            <a:br>
              <a:rPr lang="en-GB"/>
            </a:br>
            <a:r>
              <a:rPr lang="en-GB"/>
              <a:t>than you think</a:t>
            </a:r>
            <a:endParaRPr lang="en-GB"/>
          </a:p>
        </p:txBody>
      </p:sp>
      <p:sp>
        <p:nvSpPr>
          <p:cNvPr id="273" name="Google Shape;273;p34"/>
          <p:cNvSpPr txBox="1"/>
          <p:nvPr>
            <p:ph type="title" idx="6"/>
          </p:nvPr>
        </p:nvSpPr>
        <p:spPr>
          <a:xfrm>
            <a:off x="2486300" y="228600"/>
            <a:ext cx="932400"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02</a:t>
            </a:r>
            <a:endParaRPr lang="en-GB"/>
          </a:p>
        </p:txBody>
      </p:sp>
      <p:sp>
        <p:nvSpPr>
          <p:cNvPr id="274" name="Google Shape;274;p34"/>
          <p:cNvSpPr txBox="1"/>
          <p:nvPr>
            <p:ph type="subTitle" idx="7"/>
          </p:nvPr>
        </p:nvSpPr>
        <p:spPr>
          <a:xfrm>
            <a:off x="4744000" y="1380822"/>
            <a:ext cx="1799400" cy="14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Venus has a beautiful name and is the second planet from the Sun. Its atmosphere is extremely poisonous</a:t>
            </a:r>
            <a:endParaRPr lang="en-GB"/>
          </a:p>
        </p:txBody>
      </p:sp>
      <p:sp>
        <p:nvSpPr>
          <p:cNvPr id="275" name="Google Shape;275;p34"/>
          <p:cNvSpPr txBox="1"/>
          <p:nvPr>
            <p:ph type="subTitle" idx="8"/>
          </p:nvPr>
        </p:nvSpPr>
        <p:spPr>
          <a:xfrm>
            <a:off x="4744000" y="587700"/>
            <a:ext cx="1799400" cy="88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This is what</a:t>
            </a:r>
            <a:br>
              <a:rPr lang="en-GB"/>
            </a:br>
            <a:r>
              <a:rPr lang="en-GB"/>
              <a:t>you should know about Venus</a:t>
            </a:r>
            <a:endParaRPr lang="en-GB"/>
          </a:p>
        </p:txBody>
      </p:sp>
      <p:sp>
        <p:nvSpPr>
          <p:cNvPr id="276" name="Google Shape;276;p34"/>
          <p:cNvSpPr txBox="1"/>
          <p:nvPr>
            <p:ph type="title" idx="9"/>
          </p:nvPr>
        </p:nvSpPr>
        <p:spPr>
          <a:xfrm>
            <a:off x="4744000" y="228600"/>
            <a:ext cx="932400"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03</a:t>
            </a:r>
            <a:endParaRPr lang="en-GB"/>
          </a:p>
        </p:txBody>
      </p:sp>
      <p:sp>
        <p:nvSpPr>
          <p:cNvPr id="277" name="Google Shape;277;p34"/>
          <p:cNvSpPr txBox="1"/>
          <p:nvPr>
            <p:ph type="subTitle" idx="13"/>
          </p:nvPr>
        </p:nvSpPr>
        <p:spPr>
          <a:xfrm>
            <a:off x="7001700" y="1380822"/>
            <a:ext cx="1799400" cy="14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Jupiter is a gas giant and the biggest planet in the Solar System. It’s the fourth-brightest object in the night sky</a:t>
            </a:r>
            <a:endParaRPr lang="en-GB"/>
          </a:p>
        </p:txBody>
      </p:sp>
      <p:sp>
        <p:nvSpPr>
          <p:cNvPr id="278" name="Google Shape;278;p34"/>
          <p:cNvSpPr txBox="1"/>
          <p:nvPr>
            <p:ph type="subTitle" idx="14"/>
          </p:nvPr>
        </p:nvSpPr>
        <p:spPr>
          <a:xfrm>
            <a:off x="7001700" y="587700"/>
            <a:ext cx="1799400" cy="88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These are a few interesting facts about Jupiter</a:t>
            </a:r>
            <a:endParaRPr lang="en-GB"/>
          </a:p>
        </p:txBody>
      </p:sp>
      <p:sp>
        <p:nvSpPr>
          <p:cNvPr id="279" name="Google Shape;279;p34"/>
          <p:cNvSpPr txBox="1"/>
          <p:nvPr>
            <p:ph type="title" idx="15"/>
          </p:nvPr>
        </p:nvSpPr>
        <p:spPr>
          <a:xfrm>
            <a:off x="7001700" y="228600"/>
            <a:ext cx="932400"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04</a:t>
            </a:r>
            <a:endParaRPr lang="en-GB"/>
          </a:p>
        </p:txBody>
      </p:sp>
      <p:grpSp>
        <p:nvGrpSpPr>
          <p:cNvPr id="280" name="Google Shape;280;p34"/>
          <p:cNvGrpSpPr/>
          <p:nvPr/>
        </p:nvGrpSpPr>
        <p:grpSpPr>
          <a:xfrm>
            <a:off x="4820200" y="2872608"/>
            <a:ext cx="284953" cy="284953"/>
            <a:chOff x="-65131525" y="2281350"/>
            <a:chExt cx="316650" cy="316650"/>
          </a:xfrm>
        </p:grpSpPr>
        <p:sp>
          <p:nvSpPr>
            <p:cNvPr id="281" name="Google Shape;281;p34"/>
            <p:cNvSpPr/>
            <p:nvPr/>
          </p:nvSpPr>
          <p:spPr>
            <a:xfrm>
              <a:off x="-65131525" y="2322300"/>
              <a:ext cx="275675" cy="275700"/>
            </a:xfrm>
            <a:custGeom>
              <a:avLst/>
              <a:gdLst/>
              <a:ahLst/>
              <a:cxnLst/>
              <a:rect l="l" t="t" r="r" b="b"/>
              <a:pathLst>
                <a:path w="11027" h="11028" extrusionOk="0">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34"/>
            <p:cNvSpPr/>
            <p:nvPr/>
          </p:nvSpPr>
          <p:spPr>
            <a:xfrm>
              <a:off x="-64963775" y="2281350"/>
              <a:ext cx="148900" cy="148875"/>
            </a:xfrm>
            <a:custGeom>
              <a:avLst/>
              <a:gdLst/>
              <a:ahLst/>
              <a:cxnLst/>
              <a:rect l="l" t="t" r="r" b="b"/>
              <a:pathLst>
                <a:path w="5956" h="5955" extrusionOk="0">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3" name="Google Shape;283;p34"/>
          <p:cNvGrpSpPr/>
          <p:nvPr/>
        </p:nvGrpSpPr>
        <p:grpSpPr>
          <a:xfrm>
            <a:off x="7077900" y="2873621"/>
            <a:ext cx="287068" cy="282929"/>
            <a:chOff x="-64774725" y="1916550"/>
            <a:chExt cx="319000" cy="314400"/>
          </a:xfrm>
        </p:grpSpPr>
        <p:sp>
          <p:nvSpPr>
            <p:cNvPr id="284" name="Google Shape;284;p34"/>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34"/>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86" name="Google Shape;286;p34"/>
          <p:cNvSpPr/>
          <p:nvPr/>
        </p:nvSpPr>
        <p:spPr>
          <a:xfrm>
            <a:off x="304812" y="2872608"/>
            <a:ext cx="248800" cy="284953"/>
          </a:xfrm>
          <a:custGeom>
            <a:avLst/>
            <a:gdLst/>
            <a:ahLst/>
            <a:cxnLst/>
            <a:rect l="l" t="t" r="r" b="b"/>
            <a:pathLst>
              <a:path w="11059" h="12666" extrusionOk="0">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87" name="Google Shape;287;p34"/>
          <p:cNvGrpSpPr/>
          <p:nvPr/>
        </p:nvGrpSpPr>
        <p:grpSpPr>
          <a:xfrm>
            <a:off x="2562500" y="2875095"/>
            <a:ext cx="284953" cy="280004"/>
            <a:chOff x="-60988625" y="2310475"/>
            <a:chExt cx="316650" cy="311150"/>
          </a:xfrm>
        </p:grpSpPr>
        <p:sp>
          <p:nvSpPr>
            <p:cNvPr id="288" name="Google Shape;288;p34"/>
            <p:cNvSpPr/>
            <p:nvPr/>
          </p:nvSpPr>
          <p:spPr>
            <a:xfrm>
              <a:off x="-60988625" y="2310475"/>
              <a:ext cx="311125" cy="311150"/>
            </a:xfrm>
            <a:custGeom>
              <a:avLst/>
              <a:gdLst/>
              <a:ahLst/>
              <a:cxnLst/>
              <a:rect l="l" t="t" r="r" b="b"/>
              <a:pathLst>
                <a:path w="12445" h="12446" extrusionOk="0">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34"/>
            <p:cNvSpPr/>
            <p:nvPr/>
          </p:nvSpPr>
          <p:spPr>
            <a:xfrm>
              <a:off x="-60947675" y="2353025"/>
              <a:ext cx="145725" cy="20500"/>
            </a:xfrm>
            <a:custGeom>
              <a:avLst/>
              <a:gdLst/>
              <a:ahLst/>
              <a:cxnLst/>
              <a:rect l="l" t="t" r="r" b="b"/>
              <a:pathLst>
                <a:path w="5829" h="820" extrusionOk="0">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34"/>
            <p:cNvSpPr/>
            <p:nvPr/>
          </p:nvSpPr>
          <p:spPr>
            <a:xfrm>
              <a:off x="-60947675" y="2415250"/>
              <a:ext cx="145725" cy="20500"/>
            </a:xfrm>
            <a:custGeom>
              <a:avLst/>
              <a:gdLst/>
              <a:ahLst/>
              <a:cxnLst/>
              <a:rect l="l" t="t" r="r" b="b"/>
              <a:pathLst>
                <a:path w="5829" h="820" extrusionOk="0">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34"/>
            <p:cNvSpPr/>
            <p:nvPr/>
          </p:nvSpPr>
          <p:spPr>
            <a:xfrm>
              <a:off x="-60947675" y="2475875"/>
              <a:ext cx="145725" cy="22100"/>
            </a:xfrm>
            <a:custGeom>
              <a:avLst/>
              <a:gdLst/>
              <a:ahLst/>
              <a:cxnLst/>
              <a:rect l="l" t="t" r="r" b="b"/>
              <a:pathLst>
                <a:path w="5829" h="884" extrusionOk="0">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34"/>
            <p:cNvSpPr/>
            <p:nvPr/>
          </p:nvSpPr>
          <p:spPr>
            <a:xfrm>
              <a:off x="-60947675" y="2538100"/>
              <a:ext cx="145725" cy="22075"/>
            </a:xfrm>
            <a:custGeom>
              <a:avLst/>
              <a:gdLst/>
              <a:ahLst/>
              <a:cxnLst/>
              <a:rect l="l" t="t" r="r" b="b"/>
              <a:pathLst>
                <a:path w="5829" h="883" extrusionOk="0">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34"/>
            <p:cNvSpPr/>
            <p:nvPr/>
          </p:nvSpPr>
          <p:spPr>
            <a:xfrm>
              <a:off x="-60740525" y="2312050"/>
              <a:ext cx="68550" cy="233950"/>
            </a:xfrm>
            <a:custGeom>
              <a:avLst/>
              <a:gdLst/>
              <a:ahLst/>
              <a:cxnLst/>
              <a:rect l="l" t="t" r="r" b="b"/>
              <a:pathLst>
                <a:path w="2742" h="9358" extrusionOk="0">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1314450" y="1216774"/>
            <a:ext cx="6515100" cy="104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98,300,000</a:t>
            </a:r>
            <a:endParaRPr lang="en-GB"/>
          </a:p>
        </p:txBody>
      </p:sp>
      <p:sp>
        <p:nvSpPr>
          <p:cNvPr id="299" name="Google Shape;299;p35"/>
          <p:cNvSpPr txBox="1"/>
          <p:nvPr>
            <p:ph type="subTitle" idx="1"/>
          </p:nvPr>
        </p:nvSpPr>
        <p:spPr>
          <a:xfrm>
            <a:off x="4572000" y="3157550"/>
            <a:ext cx="2171700" cy="58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Big numbers catch your audience’s attention</a:t>
            </a:r>
            <a:endParaRPr lang="en-GB"/>
          </a:p>
        </p:txBody>
      </p:sp>
      <p:sp>
        <p:nvSpPr>
          <p:cNvPr id="300" name="Google Shape;300;p35"/>
          <p:cNvSpPr txBox="1"/>
          <p:nvPr/>
        </p:nvSpPr>
        <p:spPr>
          <a:xfrm>
            <a:off x="342900" y="4659120"/>
            <a:ext cx="9714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301" name="Google Shape;301;p35"/>
          <p:cNvSpPr txBox="1"/>
          <p:nvPr/>
        </p:nvSpPr>
        <p:spPr>
          <a:xfrm>
            <a:off x="2400300" y="4659120"/>
            <a:ext cx="10857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KEY INSIGHT</a:t>
            </a:r>
            <a:endParaRPr sz="800">
              <a:solidFill>
                <a:schemeClr val="dk1"/>
              </a:solidFill>
              <a:latin typeface="Geist Mono Medium"/>
              <a:ea typeface="Geist Mono Medium"/>
              <a:cs typeface="Geist Mono Medium"/>
              <a:sym typeface="Geist Mono Medium"/>
            </a:endParaRPr>
          </a:p>
        </p:txBody>
      </p:sp>
      <p:sp>
        <p:nvSpPr>
          <p:cNvPr id="302" name="Google Shape;302;p35"/>
          <p:cNvSpPr txBox="1"/>
          <p:nvPr/>
        </p:nvSpPr>
        <p:spPr>
          <a:xfrm>
            <a:off x="7829700" y="4659125"/>
            <a:ext cx="9714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AT A GLANCE</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36"/>
          <p:cNvSpPr/>
          <p:nvPr/>
        </p:nvSpPr>
        <p:spPr>
          <a:xfrm>
            <a:off x="2400300" y="1398408"/>
            <a:ext cx="914400" cy="914400"/>
          </a:xfrm>
          <a:prstGeom prst="ellipse">
            <a:avLst/>
          </a:prstGeom>
          <a:noFill/>
          <a:ln w="8400" cap="flat" cmpd="sng">
            <a:solidFill>
              <a:schemeClr val="accent1"/>
            </a:solidFill>
            <a:prstDash val="solid"/>
            <a:round/>
            <a:headEnd type="none" w="sm" len="sm"/>
            <a:tailEnd type="none" w="sm" len="sm"/>
          </a:ln>
        </p:spPr>
        <p:txBody>
          <a:bodyPr spcFirstLastPara="1" wrap="square" lIns="80650" tIns="80650" rIns="80650" bIns="80650" anchor="ctr" anchorCtr="0">
            <a:noAutofit/>
          </a:bodyPr>
          <a:lstStyle/>
          <a:p>
            <a:pPr marL="0" lvl="0" indent="0" algn="ctr" rtl="0">
              <a:spcBef>
                <a:spcPts val="0"/>
              </a:spcBef>
              <a:spcAft>
                <a:spcPts val="0"/>
              </a:spcAft>
              <a:buNone/>
            </a:pPr>
            <a:r>
              <a:rPr lang="en-GB" sz="1430">
                <a:latin typeface="Geist Mono" panose="02010009000000000000"/>
                <a:ea typeface="Geist Mono" panose="02010009000000000000"/>
                <a:cs typeface="Geist Mono" panose="02010009000000000000"/>
                <a:sym typeface="Geist Mono" panose="02010009000000000000"/>
              </a:rPr>
              <a:t>25%</a:t>
            </a:r>
            <a:endParaRPr sz="1430">
              <a:latin typeface="Geist Mono" panose="02010009000000000000"/>
              <a:ea typeface="Geist Mono" panose="02010009000000000000"/>
              <a:cs typeface="Geist Mono" panose="02010009000000000000"/>
              <a:sym typeface="Geist Mono" panose="02010009000000000000"/>
            </a:endParaRPr>
          </a:p>
        </p:txBody>
      </p:sp>
      <p:sp>
        <p:nvSpPr>
          <p:cNvPr id="308" name="Google Shape;308;p36"/>
          <p:cNvSpPr/>
          <p:nvPr/>
        </p:nvSpPr>
        <p:spPr>
          <a:xfrm>
            <a:off x="2400300" y="3819525"/>
            <a:ext cx="914400" cy="914400"/>
          </a:xfrm>
          <a:prstGeom prst="ellipse">
            <a:avLst/>
          </a:prstGeom>
          <a:noFill/>
          <a:ln w="8400" cap="flat" cmpd="sng">
            <a:solidFill>
              <a:schemeClr val="accent1"/>
            </a:solidFill>
            <a:prstDash val="solid"/>
            <a:round/>
            <a:headEnd type="none" w="sm" len="sm"/>
            <a:tailEnd type="none" w="sm" len="sm"/>
          </a:ln>
        </p:spPr>
        <p:txBody>
          <a:bodyPr spcFirstLastPara="1" wrap="square" lIns="80650" tIns="80650" rIns="80650" bIns="80650" anchor="ctr" anchorCtr="0">
            <a:noAutofit/>
          </a:bodyPr>
          <a:lstStyle/>
          <a:p>
            <a:pPr marL="0" lvl="0" indent="0" algn="ctr" rtl="0">
              <a:spcBef>
                <a:spcPts val="0"/>
              </a:spcBef>
              <a:spcAft>
                <a:spcPts val="0"/>
              </a:spcAft>
              <a:buNone/>
            </a:pPr>
            <a:r>
              <a:rPr lang="en-GB" sz="1430">
                <a:latin typeface="Geist Mono" panose="02010009000000000000"/>
                <a:ea typeface="Geist Mono" panose="02010009000000000000"/>
                <a:cs typeface="Geist Mono" panose="02010009000000000000"/>
                <a:sym typeface="Geist Mono" panose="02010009000000000000"/>
              </a:rPr>
              <a:t>10</a:t>
            </a:r>
            <a:r>
              <a:rPr lang="en-GB" sz="1430">
                <a:latin typeface="Geist Mono" panose="02010009000000000000"/>
                <a:ea typeface="Geist Mono" panose="02010009000000000000"/>
                <a:cs typeface="Geist Mono" panose="02010009000000000000"/>
                <a:sym typeface="Geist Mono" panose="02010009000000000000"/>
              </a:rPr>
              <a:t>%</a:t>
            </a:r>
            <a:endParaRPr sz="1430">
              <a:latin typeface="Geist Mono" panose="02010009000000000000"/>
              <a:ea typeface="Geist Mono" panose="02010009000000000000"/>
              <a:cs typeface="Geist Mono" panose="02010009000000000000"/>
              <a:sym typeface="Geist Mono" panose="02010009000000000000"/>
            </a:endParaRPr>
          </a:p>
        </p:txBody>
      </p:sp>
      <p:sp>
        <p:nvSpPr>
          <p:cNvPr id="309" name="Google Shape;309;p36"/>
          <p:cNvSpPr/>
          <p:nvPr/>
        </p:nvSpPr>
        <p:spPr>
          <a:xfrm flipH="1">
            <a:off x="5829300" y="1398408"/>
            <a:ext cx="914400" cy="914400"/>
          </a:xfrm>
          <a:prstGeom prst="ellipse">
            <a:avLst/>
          </a:prstGeom>
          <a:noFill/>
          <a:ln w="8400" cap="flat" cmpd="sng">
            <a:solidFill>
              <a:schemeClr val="accent1"/>
            </a:solidFill>
            <a:prstDash val="solid"/>
            <a:round/>
            <a:headEnd type="none" w="sm" len="sm"/>
            <a:tailEnd type="none" w="sm" len="sm"/>
          </a:ln>
        </p:spPr>
        <p:txBody>
          <a:bodyPr spcFirstLastPara="1" wrap="square" lIns="80650" tIns="80650" rIns="80650" bIns="80650" anchor="ctr" anchorCtr="0">
            <a:noAutofit/>
          </a:bodyPr>
          <a:lstStyle/>
          <a:p>
            <a:pPr marL="0" lvl="0" indent="0" algn="ctr" rtl="0">
              <a:spcBef>
                <a:spcPts val="0"/>
              </a:spcBef>
              <a:spcAft>
                <a:spcPts val="0"/>
              </a:spcAft>
              <a:buNone/>
            </a:pPr>
            <a:r>
              <a:rPr lang="en-GB" sz="1430">
                <a:latin typeface="Geist Mono" panose="02010009000000000000"/>
                <a:ea typeface="Geist Mono" panose="02010009000000000000"/>
                <a:cs typeface="Geist Mono" panose="02010009000000000000"/>
                <a:sym typeface="Geist Mono" panose="02010009000000000000"/>
              </a:rPr>
              <a:t>50%</a:t>
            </a:r>
            <a:endParaRPr sz="1430">
              <a:latin typeface="Geist Mono" panose="02010009000000000000"/>
              <a:ea typeface="Geist Mono" panose="02010009000000000000"/>
              <a:cs typeface="Geist Mono" panose="02010009000000000000"/>
              <a:sym typeface="Geist Mono" panose="02010009000000000000"/>
            </a:endParaRPr>
          </a:p>
        </p:txBody>
      </p:sp>
      <p:sp>
        <p:nvSpPr>
          <p:cNvPr id="310" name="Google Shape;310;p36"/>
          <p:cNvSpPr/>
          <p:nvPr/>
        </p:nvSpPr>
        <p:spPr>
          <a:xfrm flipH="1">
            <a:off x="5829300" y="3819525"/>
            <a:ext cx="914400" cy="914400"/>
          </a:xfrm>
          <a:prstGeom prst="ellipse">
            <a:avLst/>
          </a:prstGeom>
          <a:noFill/>
          <a:ln w="8400" cap="flat" cmpd="sng">
            <a:solidFill>
              <a:schemeClr val="accent1"/>
            </a:solidFill>
            <a:prstDash val="solid"/>
            <a:round/>
            <a:headEnd type="none" w="sm" len="sm"/>
            <a:tailEnd type="none" w="sm" len="sm"/>
          </a:ln>
        </p:spPr>
        <p:txBody>
          <a:bodyPr spcFirstLastPara="1" wrap="square" lIns="80650" tIns="80650" rIns="80650" bIns="80650" anchor="ctr" anchorCtr="0">
            <a:noAutofit/>
          </a:bodyPr>
          <a:lstStyle/>
          <a:p>
            <a:pPr marL="0" lvl="0" indent="0" algn="ctr" rtl="0">
              <a:spcBef>
                <a:spcPts val="0"/>
              </a:spcBef>
              <a:spcAft>
                <a:spcPts val="0"/>
              </a:spcAft>
              <a:buNone/>
            </a:pPr>
            <a:r>
              <a:rPr lang="en-GB" sz="1430">
                <a:latin typeface="Geist Mono" panose="02010009000000000000"/>
                <a:ea typeface="Geist Mono" panose="02010009000000000000"/>
                <a:cs typeface="Geist Mono" panose="02010009000000000000"/>
                <a:sym typeface="Geist Mono" panose="02010009000000000000"/>
              </a:rPr>
              <a:t>1</a:t>
            </a:r>
            <a:r>
              <a:rPr lang="en-GB" sz="1430">
                <a:latin typeface="Geist Mono" panose="02010009000000000000"/>
                <a:ea typeface="Geist Mono" panose="02010009000000000000"/>
                <a:cs typeface="Geist Mono" panose="02010009000000000000"/>
                <a:sym typeface="Geist Mono" panose="02010009000000000000"/>
              </a:rPr>
              <a:t>5%</a:t>
            </a:r>
            <a:endParaRPr sz="1430">
              <a:latin typeface="Geist Mono" panose="02010009000000000000"/>
              <a:ea typeface="Geist Mono" panose="02010009000000000000"/>
              <a:cs typeface="Geist Mono" panose="02010009000000000000"/>
              <a:sym typeface="Geist Mono" panose="02010009000000000000"/>
            </a:endParaRPr>
          </a:p>
        </p:txBody>
      </p:sp>
      <p:sp>
        <p:nvSpPr>
          <p:cNvPr id="311" name="Google Shape;311;p36"/>
          <p:cNvSpPr/>
          <p:nvPr/>
        </p:nvSpPr>
        <p:spPr>
          <a:xfrm rot="5400000" flipH="1">
            <a:off x="2400457" y="1398565"/>
            <a:ext cx="914100" cy="914100"/>
          </a:xfrm>
          <a:prstGeom prst="blockArc">
            <a:avLst>
              <a:gd name="adj1" fmla="val 16046423"/>
              <a:gd name="adj2" fmla="val 21569727"/>
              <a:gd name="adj3" fmla="val 7128"/>
            </a:avLst>
          </a:prstGeom>
          <a:gradFill>
            <a:gsLst>
              <a:gs pos="0">
                <a:schemeClr val="lt2"/>
              </a:gs>
              <a:gs pos="50000">
                <a:schemeClr val="accent1"/>
              </a:gs>
              <a:gs pos="100000">
                <a:schemeClr val="accent2"/>
              </a:gs>
            </a:gsLst>
            <a:lin ang="5400700" scaled="0"/>
          </a:gradFill>
          <a:ln>
            <a:noFill/>
          </a:ln>
        </p:spPr>
        <p:txBody>
          <a:bodyPr spcFirstLastPara="1" wrap="square" lIns="80650" tIns="80650" rIns="80650" bIns="80650" anchor="ctr" anchorCtr="0">
            <a:noAutofit/>
          </a:bodyPr>
          <a:lstStyle/>
          <a:p>
            <a:pPr marL="0" lvl="0" indent="0" algn="ctr" rtl="0">
              <a:spcBef>
                <a:spcPts val="0"/>
              </a:spcBef>
              <a:spcAft>
                <a:spcPts val="0"/>
              </a:spcAft>
              <a:buNone/>
            </a:pPr>
            <a:endParaRPr sz="1235">
              <a:latin typeface="Funnel Sans"/>
              <a:ea typeface="Funnel Sans"/>
              <a:cs typeface="Funnel Sans"/>
              <a:sym typeface="Funnel Sans"/>
            </a:endParaRPr>
          </a:p>
        </p:txBody>
      </p:sp>
      <p:sp>
        <p:nvSpPr>
          <p:cNvPr id="312" name="Google Shape;312;p36"/>
          <p:cNvSpPr/>
          <p:nvPr/>
        </p:nvSpPr>
        <p:spPr>
          <a:xfrm rot="5400000" flipH="1">
            <a:off x="2400457" y="3819682"/>
            <a:ext cx="914100" cy="914100"/>
          </a:xfrm>
          <a:prstGeom prst="blockArc">
            <a:avLst>
              <a:gd name="adj1" fmla="val 19150104"/>
              <a:gd name="adj2" fmla="val 21569727"/>
              <a:gd name="adj3" fmla="val 7128"/>
            </a:avLst>
          </a:prstGeom>
          <a:gradFill>
            <a:gsLst>
              <a:gs pos="0">
                <a:schemeClr val="lt2"/>
              </a:gs>
              <a:gs pos="50000">
                <a:schemeClr val="accent1"/>
              </a:gs>
              <a:gs pos="100000">
                <a:schemeClr val="accent2"/>
              </a:gs>
            </a:gsLst>
            <a:lin ang="5400700" scaled="0"/>
          </a:gradFill>
          <a:ln>
            <a:noFill/>
          </a:ln>
        </p:spPr>
        <p:txBody>
          <a:bodyPr spcFirstLastPara="1" wrap="square" lIns="80650" tIns="80650" rIns="80650" bIns="80650" anchor="ctr" anchorCtr="0">
            <a:noAutofit/>
          </a:bodyPr>
          <a:lstStyle/>
          <a:p>
            <a:pPr marL="0" lvl="0" indent="0" algn="ctr" rtl="0">
              <a:spcBef>
                <a:spcPts val="0"/>
              </a:spcBef>
              <a:spcAft>
                <a:spcPts val="0"/>
              </a:spcAft>
              <a:buNone/>
            </a:pPr>
            <a:endParaRPr sz="1235">
              <a:latin typeface="Funnel Sans"/>
              <a:ea typeface="Funnel Sans"/>
              <a:cs typeface="Funnel Sans"/>
              <a:sym typeface="Funnel Sans"/>
            </a:endParaRPr>
          </a:p>
        </p:txBody>
      </p:sp>
      <p:sp>
        <p:nvSpPr>
          <p:cNvPr id="313" name="Google Shape;313;p36"/>
          <p:cNvSpPr/>
          <p:nvPr/>
        </p:nvSpPr>
        <p:spPr>
          <a:xfrm>
            <a:off x="3400500" y="1894516"/>
            <a:ext cx="2343300" cy="23433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sp>
        <p:nvSpPr>
          <p:cNvPr id="314" name="Google Shape;314;p36"/>
          <p:cNvSpPr txBox="1"/>
          <p:nvPr>
            <p:ph type="title"/>
          </p:nvPr>
        </p:nvSpPr>
        <p:spPr>
          <a:xfrm>
            <a:off x="228600" y="228600"/>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a mind map to represent your key metrics</a:t>
            </a:r>
            <a:endParaRPr lang="en-GB"/>
          </a:p>
        </p:txBody>
      </p:sp>
      <p:sp>
        <p:nvSpPr>
          <p:cNvPr id="315" name="Google Shape;315;p36"/>
          <p:cNvSpPr txBox="1"/>
          <p:nvPr/>
        </p:nvSpPr>
        <p:spPr>
          <a:xfrm>
            <a:off x="3533400" y="2548625"/>
            <a:ext cx="20772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500">
                <a:solidFill>
                  <a:schemeClr val="dk1"/>
                </a:solidFill>
                <a:latin typeface="Geist"/>
                <a:ea typeface="Geist"/>
                <a:cs typeface="Geist"/>
                <a:sym typeface="Geist"/>
              </a:rPr>
              <a:t>12,742 km</a:t>
            </a:r>
            <a:endParaRPr sz="2500">
              <a:solidFill>
                <a:schemeClr val="dk1"/>
              </a:solidFill>
              <a:latin typeface="Geist"/>
              <a:ea typeface="Geist"/>
              <a:cs typeface="Geist"/>
              <a:sym typeface="Geist"/>
            </a:endParaRPr>
          </a:p>
        </p:txBody>
      </p:sp>
      <p:sp>
        <p:nvSpPr>
          <p:cNvPr id="316" name="Google Shape;316;p36"/>
          <p:cNvSpPr txBox="1"/>
          <p:nvPr/>
        </p:nvSpPr>
        <p:spPr>
          <a:xfrm>
            <a:off x="3533400" y="3011048"/>
            <a:ext cx="20772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dk1"/>
                </a:solidFill>
                <a:latin typeface="Funnel Sans"/>
                <a:ea typeface="Funnel Sans"/>
                <a:cs typeface="Funnel Sans"/>
                <a:sym typeface="Funnel Sans"/>
              </a:rPr>
              <a:t>The average diameter of Earth at the equator</a:t>
            </a:r>
            <a:endParaRPr sz="1200">
              <a:solidFill>
                <a:schemeClr val="dk1"/>
              </a:solidFill>
              <a:latin typeface="Funnel Sans"/>
              <a:ea typeface="Funnel Sans"/>
              <a:cs typeface="Funnel Sans"/>
              <a:sym typeface="Funnel Sans"/>
            </a:endParaRPr>
          </a:p>
        </p:txBody>
      </p:sp>
      <p:sp>
        <p:nvSpPr>
          <p:cNvPr id="317" name="Google Shape;317;p36"/>
          <p:cNvSpPr txBox="1"/>
          <p:nvPr/>
        </p:nvSpPr>
        <p:spPr>
          <a:xfrm>
            <a:off x="228600" y="1617517"/>
            <a:ext cx="2006100" cy="7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latin typeface="Funnel Sans"/>
                <a:ea typeface="Funnel Sans"/>
                <a:cs typeface="Funnel Sans"/>
                <a:sym typeface="Funnel Sans"/>
              </a:rPr>
              <a:t>Mercury is the closest planet to the Sun and the smallest one of them all</a:t>
            </a:r>
            <a:endParaRPr sz="1200">
              <a:solidFill>
                <a:schemeClr val="dk1"/>
              </a:solidFill>
              <a:latin typeface="Funnel Sans"/>
              <a:ea typeface="Funnel Sans"/>
              <a:cs typeface="Funnel Sans"/>
              <a:sym typeface="Funnel Sans"/>
            </a:endParaRPr>
          </a:p>
        </p:txBody>
      </p:sp>
      <p:sp>
        <p:nvSpPr>
          <p:cNvPr id="318" name="Google Shape;318;p36"/>
          <p:cNvSpPr txBox="1"/>
          <p:nvPr/>
        </p:nvSpPr>
        <p:spPr>
          <a:xfrm>
            <a:off x="228600" y="1371575"/>
            <a:ext cx="2006100" cy="336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200">
                <a:solidFill>
                  <a:schemeClr val="dk1"/>
                </a:solidFill>
                <a:latin typeface="Geist SemiBold"/>
                <a:ea typeface="Geist SemiBold"/>
                <a:cs typeface="Geist SemiBold"/>
                <a:sym typeface="Geist SemiBold"/>
              </a:rPr>
              <a:t>This is Mercury</a:t>
            </a:r>
            <a:endParaRPr sz="1200">
              <a:solidFill>
                <a:schemeClr val="dk1"/>
              </a:solidFill>
              <a:latin typeface="Geist SemiBold"/>
              <a:ea typeface="Geist SemiBold"/>
              <a:cs typeface="Geist SemiBold"/>
              <a:sym typeface="Geist SemiBold"/>
            </a:endParaRPr>
          </a:p>
        </p:txBody>
      </p:sp>
      <p:sp>
        <p:nvSpPr>
          <p:cNvPr id="319" name="Google Shape;319;p36"/>
          <p:cNvSpPr txBox="1"/>
          <p:nvPr/>
        </p:nvSpPr>
        <p:spPr>
          <a:xfrm>
            <a:off x="228600" y="4038646"/>
            <a:ext cx="2006100" cy="7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latin typeface="Funnel Sans"/>
                <a:ea typeface="Funnel Sans"/>
                <a:cs typeface="Funnel Sans"/>
                <a:sym typeface="Funnel Sans"/>
              </a:rPr>
              <a:t>Venus is the second planet from the Sun. It has a nice name but is hot</a:t>
            </a:r>
            <a:endParaRPr sz="1200">
              <a:solidFill>
                <a:schemeClr val="dk1"/>
              </a:solidFill>
              <a:latin typeface="Funnel Sans"/>
              <a:ea typeface="Funnel Sans"/>
              <a:cs typeface="Funnel Sans"/>
              <a:sym typeface="Funnel Sans"/>
            </a:endParaRPr>
          </a:p>
        </p:txBody>
      </p:sp>
      <p:sp>
        <p:nvSpPr>
          <p:cNvPr id="320" name="Google Shape;320;p36"/>
          <p:cNvSpPr txBox="1"/>
          <p:nvPr/>
        </p:nvSpPr>
        <p:spPr>
          <a:xfrm>
            <a:off x="228600" y="3792704"/>
            <a:ext cx="2006100" cy="336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200">
                <a:solidFill>
                  <a:schemeClr val="dk1"/>
                </a:solidFill>
                <a:latin typeface="Geist SemiBold"/>
                <a:ea typeface="Geist SemiBold"/>
                <a:cs typeface="Geist SemiBold"/>
                <a:sym typeface="Geist SemiBold"/>
              </a:rPr>
              <a:t>This is Venus</a:t>
            </a:r>
            <a:endParaRPr sz="1200">
              <a:solidFill>
                <a:schemeClr val="dk1"/>
              </a:solidFill>
              <a:latin typeface="Geist SemiBold"/>
              <a:ea typeface="Geist SemiBold"/>
              <a:cs typeface="Geist SemiBold"/>
              <a:sym typeface="Geist SemiBold"/>
            </a:endParaRPr>
          </a:p>
        </p:txBody>
      </p:sp>
      <p:cxnSp>
        <p:nvCxnSpPr>
          <p:cNvPr id="321" name="Google Shape;321;p36"/>
          <p:cNvCxnSpPr>
            <a:stCxn id="313" idx="2"/>
            <a:endCxn id="307" idx="4"/>
          </p:cNvCxnSpPr>
          <p:nvPr/>
        </p:nvCxnSpPr>
        <p:spPr>
          <a:xfrm rot="10800000">
            <a:off x="2857500" y="2312866"/>
            <a:ext cx="543000" cy="753300"/>
          </a:xfrm>
          <a:prstGeom prst="bentConnector2">
            <a:avLst/>
          </a:prstGeom>
          <a:noFill/>
          <a:ln w="9525" cap="flat" cmpd="sng">
            <a:solidFill>
              <a:schemeClr val="dk2"/>
            </a:solidFill>
            <a:prstDash val="solid"/>
            <a:round/>
            <a:headEnd type="none" w="med" len="med"/>
            <a:tailEnd type="none" w="med" len="med"/>
          </a:ln>
        </p:spPr>
      </p:cxnSp>
      <p:cxnSp>
        <p:nvCxnSpPr>
          <p:cNvPr id="322" name="Google Shape;322;p36"/>
          <p:cNvCxnSpPr>
            <a:stCxn id="313" idx="2"/>
            <a:endCxn id="308" idx="0"/>
          </p:cNvCxnSpPr>
          <p:nvPr/>
        </p:nvCxnSpPr>
        <p:spPr>
          <a:xfrm flipH="1">
            <a:off x="2857500" y="3066166"/>
            <a:ext cx="543000" cy="753300"/>
          </a:xfrm>
          <a:prstGeom prst="bentConnector2">
            <a:avLst/>
          </a:prstGeom>
          <a:noFill/>
          <a:ln w="9525" cap="flat" cmpd="sng">
            <a:solidFill>
              <a:schemeClr val="dk2"/>
            </a:solidFill>
            <a:prstDash val="solid"/>
            <a:round/>
            <a:headEnd type="none" w="med" len="med"/>
            <a:tailEnd type="none" w="med" len="med"/>
          </a:ln>
        </p:spPr>
      </p:cxnSp>
      <p:sp>
        <p:nvSpPr>
          <p:cNvPr id="323" name="Google Shape;323;p36"/>
          <p:cNvSpPr/>
          <p:nvPr/>
        </p:nvSpPr>
        <p:spPr>
          <a:xfrm>
            <a:off x="228600" y="2863225"/>
            <a:ext cx="2268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chemeClr val="dk1"/>
                </a:solidFill>
                <a:latin typeface="Geist Mono" panose="02010009000000000000"/>
                <a:ea typeface="Geist Mono" panose="02010009000000000000"/>
                <a:cs typeface="Geist Mono" panose="02010009000000000000"/>
                <a:sym typeface="Geist Mono" panose="02010009000000000000"/>
              </a:rPr>
              <a:t>EARTH HARBORS LIFE</a:t>
            </a:r>
            <a:endParaRPr sz="1000">
              <a:solidFill>
                <a:schemeClr val="dk1"/>
              </a:solidFill>
              <a:latin typeface="Geist Mono" panose="02010009000000000000"/>
              <a:ea typeface="Geist Mono" panose="02010009000000000000"/>
              <a:cs typeface="Geist Mono" panose="02010009000000000000"/>
              <a:sym typeface="Geist Mono" panose="02010009000000000000"/>
            </a:endParaRPr>
          </a:p>
        </p:txBody>
      </p:sp>
      <p:cxnSp>
        <p:nvCxnSpPr>
          <p:cNvPr id="324" name="Google Shape;324;p36"/>
          <p:cNvCxnSpPr>
            <a:stCxn id="313" idx="2"/>
            <a:endCxn id="323" idx="3"/>
          </p:cNvCxnSpPr>
          <p:nvPr/>
        </p:nvCxnSpPr>
        <p:spPr>
          <a:xfrm rot="10800000">
            <a:off x="2497500" y="3066166"/>
            <a:ext cx="903000" cy="0"/>
          </a:xfrm>
          <a:prstGeom prst="straightConnector1">
            <a:avLst/>
          </a:prstGeom>
          <a:noFill/>
          <a:ln w="9525" cap="flat" cmpd="sng">
            <a:solidFill>
              <a:schemeClr val="dk2"/>
            </a:solidFill>
            <a:prstDash val="dash"/>
            <a:round/>
            <a:headEnd type="none" w="med" len="med"/>
            <a:tailEnd type="none" w="med" len="med"/>
          </a:ln>
        </p:spPr>
      </p:cxnSp>
      <p:sp>
        <p:nvSpPr>
          <p:cNvPr id="325" name="Google Shape;325;p36"/>
          <p:cNvSpPr/>
          <p:nvPr/>
        </p:nvSpPr>
        <p:spPr>
          <a:xfrm rot="5400000" flipH="1">
            <a:off x="5829443" y="3819682"/>
            <a:ext cx="914100" cy="914100"/>
          </a:xfrm>
          <a:prstGeom prst="blockArc">
            <a:avLst>
              <a:gd name="adj1" fmla="val 18012711"/>
              <a:gd name="adj2" fmla="val 21569727"/>
              <a:gd name="adj3" fmla="val 7128"/>
            </a:avLst>
          </a:prstGeom>
          <a:gradFill>
            <a:gsLst>
              <a:gs pos="0">
                <a:schemeClr val="lt2"/>
              </a:gs>
              <a:gs pos="50000">
                <a:schemeClr val="accent1"/>
              </a:gs>
              <a:gs pos="100000">
                <a:schemeClr val="accent2"/>
              </a:gs>
            </a:gsLst>
            <a:lin ang="5400700" scaled="0"/>
          </a:gradFill>
          <a:ln>
            <a:noFill/>
          </a:ln>
        </p:spPr>
        <p:txBody>
          <a:bodyPr spcFirstLastPara="1" wrap="square" lIns="80650" tIns="80650" rIns="80650" bIns="80650" anchor="ctr" anchorCtr="0">
            <a:noAutofit/>
          </a:bodyPr>
          <a:lstStyle/>
          <a:p>
            <a:pPr marL="0" lvl="0" indent="0" algn="ctr" rtl="0">
              <a:spcBef>
                <a:spcPts val="0"/>
              </a:spcBef>
              <a:spcAft>
                <a:spcPts val="0"/>
              </a:spcAft>
              <a:buNone/>
            </a:pPr>
            <a:endParaRPr sz="1235">
              <a:latin typeface="Funnel Sans"/>
              <a:ea typeface="Funnel Sans"/>
              <a:cs typeface="Funnel Sans"/>
              <a:sym typeface="Funnel Sans"/>
            </a:endParaRPr>
          </a:p>
        </p:txBody>
      </p:sp>
      <p:sp>
        <p:nvSpPr>
          <p:cNvPr id="326" name="Google Shape;326;p36"/>
          <p:cNvSpPr txBox="1"/>
          <p:nvPr/>
        </p:nvSpPr>
        <p:spPr>
          <a:xfrm flipH="1">
            <a:off x="6909300" y="1617517"/>
            <a:ext cx="2006100" cy="722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sz="1200">
                <a:solidFill>
                  <a:schemeClr val="dk1"/>
                </a:solidFill>
                <a:latin typeface="Funnel Sans"/>
                <a:ea typeface="Funnel Sans"/>
                <a:cs typeface="Funnel Sans"/>
                <a:sym typeface="Funnel Sans"/>
              </a:rPr>
              <a:t>Despite being red, Mars is actually a very cold place. It’s full of iron </a:t>
            </a:r>
            <a:r>
              <a:rPr lang="en-GB" sz="1200">
                <a:solidFill>
                  <a:schemeClr val="dk1"/>
                </a:solidFill>
                <a:latin typeface="Funnel Sans"/>
                <a:ea typeface="Funnel Sans"/>
                <a:cs typeface="Funnel Sans"/>
                <a:sym typeface="Funnel Sans"/>
              </a:rPr>
              <a:t>oxide</a:t>
            </a:r>
            <a:r>
              <a:rPr lang="en-GB" sz="1200">
                <a:solidFill>
                  <a:schemeClr val="dk1"/>
                </a:solidFill>
                <a:latin typeface="Funnel Sans"/>
                <a:ea typeface="Funnel Sans"/>
                <a:cs typeface="Funnel Sans"/>
                <a:sym typeface="Funnel Sans"/>
              </a:rPr>
              <a:t> dust</a:t>
            </a:r>
            <a:endParaRPr sz="1200">
              <a:solidFill>
                <a:schemeClr val="dk1"/>
              </a:solidFill>
              <a:latin typeface="Funnel Sans"/>
              <a:ea typeface="Funnel Sans"/>
              <a:cs typeface="Funnel Sans"/>
              <a:sym typeface="Funnel Sans"/>
            </a:endParaRPr>
          </a:p>
        </p:txBody>
      </p:sp>
      <p:sp>
        <p:nvSpPr>
          <p:cNvPr id="327" name="Google Shape;327;p36"/>
          <p:cNvSpPr txBox="1"/>
          <p:nvPr/>
        </p:nvSpPr>
        <p:spPr>
          <a:xfrm flipH="1">
            <a:off x="6909300" y="1371575"/>
            <a:ext cx="2006100" cy="3360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1200">
                <a:solidFill>
                  <a:schemeClr val="dk1"/>
                </a:solidFill>
                <a:latin typeface="Geist SemiBold"/>
                <a:ea typeface="Geist SemiBold"/>
                <a:cs typeface="Geist SemiBold"/>
                <a:sym typeface="Geist SemiBold"/>
              </a:rPr>
              <a:t>This is Mars</a:t>
            </a:r>
            <a:endParaRPr sz="1200">
              <a:solidFill>
                <a:schemeClr val="dk1"/>
              </a:solidFill>
              <a:latin typeface="Geist SemiBold"/>
              <a:ea typeface="Geist SemiBold"/>
              <a:cs typeface="Geist SemiBold"/>
              <a:sym typeface="Geist SemiBold"/>
            </a:endParaRPr>
          </a:p>
        </p:txBody>
      </p:sp>
      <p:sp>
        <p:nvSpPr>
          <p:cNvPr id="328" name="Google Shape;328;p36"/>
          <p:cNvSpPr txBox="1"/>
          <p:nvPr/>
        </p:nvSpPr>
        <p:spPr>
          <a:xfrm flipH="1">
            <a:off x="6909300" y="4038646"/>
            <a:ext cx="2006100" cy="722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sz="1200">
                <a:solidFill>
                  <a:schemeClr val="dk1"/>
                </a:solidFill>
                <a:latin typeface="Funnel Sans"/>
                <a:ea typeface="Funnel Sans"/>
                <a:cs typeface="Funnel Sans"/>
                <a:sym typeface="Funnel Sans"/>
              </a:rPr>
              <a:t>Jupiter is a huge gas giant and the biggest planet in the entire Solar System</a:t>
            </a:r>
            <a:endParaRPr sz="1200">
              <a:solidFill>
                <a:schemeClr val="dk1"/>
              </a:solidFill>
              <a:latin typeface="Funnel Sans"/>
              <a:ea typeface="Funnel Sans"/>
              <a:cs typeface="Funnel Sans"/>
              <a:sym typeface="Funnel Sans"/>
            </a:endParaRPr>
          </a:p>
        </p:txBody>
      </p:sp>
      <p:sp>
        <p:nvSpPr>
          <p:cNvPr id="329" name="Google Shape;329;p36"/>
          <p:cNvSpPr txBox="1"/>
          <p:nvPr/>
        </p:nvSpPr>
        <p:spPr>
          <a:xfrm flipH="1">
            <a:off x="6909300" y="3792704"/>
            <a:ext cx="2006100" cy="3360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1200">
                <a:solidFill>
                  <a:schemeClr val="dk1"/>
                </a:solidFill>
                <a:latin typeface="Geist SemiBold"/>
                <a:ea typeface="Geist SemiBold"/>
                <a:cs typeface="Geist SemiBold"/>
                <a:sym typeface="Geist SemiBold"/>
              </a:rPr>
              <a:t>This is Jupiter</a:t>
            </a:r>
            <a:endParaRPr sz="1200">
              <a:solidFill>
                <a:schemeClr val="dk1"/>
              </a:solidFill>
              <a:latin typeface="Geist SemiBold"/>
              <a:ea typeface="Geist SemiBold"/>
              <a:cs typeface="Geist SemiBold"/>
              <a:sym typeface="Geist SemiBold"/>
            </a:endParaRPr>
          </a:p>
        </p:txBody>
      </p:sp>
      <p:cxnSp>
        <p:nvCxnSpPr>
          <p:cNvPr id="330" name="Google Shape;330;p36"/>
          <p:cNvCxnSpPr>
            <a:stCxn id="313" idx="6"/>
            <a:endCxn id="309" idx="4"/>
          </p:cNvCxnSpPr>
          <p:nvPr/>
        </p:nvCxnSpPr>
        <p:spPr>
          <a:xfrm rot="10800000" flipH="1">
            <a:off x="5743800" y="2312866"/>
            <a:ext cx="542700" cy="753300"/>
          </a:xfrm>
          <a:prstGeom prst="bentConnector2">
            <a:avLst/>
          </a:prstGeom>
          <a:noFill/>
          <a:ln w="9525" cap="flat" cmpd="sng">
            <a:solidFill>
              <a:schemeClr val="dk2"/>
            </a:solidFill>
            <a:prstDash val="solid"/>
            <a:round/>
            <a:headEnd type="none" w="med" len="med"/>
            <a:tailEnd type="none" w="med" len="med"/>
          </a:ln>
        </p:spPr>
      </p:cxnSp>
      <p:cxnSp>
        <p:nvCxnSpPr>
          <p:cNvPr id="331" name="Google Shape;331;p36"/>
          <p:cNvCxnSpPr>
            <a:stCxn id="313" idx="6"/>
            <a:endCxn id="310" idx="0"/>
          </p:cNvCxnSpPr>
          <p:nvPr/>
        </p:nvCxnSpPr>
        <p:spPr>
          <a:xfrm>
            <a:off x="5743800" y="3066166"/>
            <a:ext cx="542700" cy="753300"/>
          </a:xfrm>
          <a:prstGeom prst="bentConnector2">
            <a:avLst/>
          </a:prstGeom>
          <a:noFill/>
          <a:ln w="9525" cap="flat" cmpd="sng">
            <a:solidFill>
              <a:schemeClr val="dk2"/>
            </a:solidFill>
            <a:prstDash val="solid"/>
            <a:round/>
            <a:headEnd type="none" w="med" len="med"/>
            <a:tailEnd type="none" w="med" len="med"/>
          </a:ln>
        </p:spPr>
      </p:cxnSp>
      <p:sp>
        <p:nvSpPr>
          <p:cNvPr id="332" name="Google Shape;332;p36"/>
          <p:cNvSpPr/>
          <p:nvPr/>
        </p:nvSpPr>
        <p:spPr>
          <a:xfrm flipH="1">
            <a:off x="6646500" y="2863225"/>
            <a:ext cx="2268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chemeClr val="dk1"/>
                </a:solidFill>
                <a:latin typeface="Geist Mono" panose="02010009000000000000"/>
                <a:ea typeface="Geist Mono" panose="02010009000000000000"/>
                <a:cs typeface="Geist Mono" panose="02010009000000000000"/>
                <a:sym typeface="Geist Mono" panose="02010009000000000000"/>
              </a:rPr>
              <a:t>SATURN HAS MANY RINGS</a:t>
            </a:r>
            <a:endParaRPr sz="1000">
              <a:solidFill>
                <a:schemeClr val="dk1"/>
              </a:solidFill>
              <a:latin typeface="Geist Mono" panose="02010009000000000000"/>
              <a:ea typeface="Geist Mono" panose="02010009000000000000"/>
              <a:cs typeface="Geist Mono" panose="02010009000000000000"/>
              <a:sym typeface="Geist Mono" panose="02010009000000000000"/>
            </a:endParaRPr>
          </a:p>
        </p:txBody>
      </p:sp>
      <p:cxnSp>
        <p:nvCxnSpPr>
          <p:cNvPr id="333" name="Google Shape;333;p36"/>
          <p:cNvCxnSpPr>
            <a:stCxn id="313" idx="6"/>
            <a:endCxn id="332" idx="3"/>
          </p:cNvCxnSpPr>
          <p:nvPr/>
        </p:nvCxnSpPr>
        <p:spPr>
          <a:xfrm>
            <a:off x="5743800" y="3066166"/>
            <a:ext cx="902700" cy="0"/>
          </a:xfrm>
          <a:prstGeom prst="straightConnector1">
            <a:avLst/>
          </a:prstGeom>
          <a:noFill/>
          <a:ln w="9525" cap="flat" cmpd="sng">
            <a:solidFill>
              <a:schemeClr val="dk2"/>
            </a:solidFill>
            <a:prstDash val="dash"/>
            <a:round/>
            <a:headEnd type="none" w="med" len="med"/>
            <a:tailEnd type="none" w="med" len="med"/>
          </a:ln>
        </p:spPr>
      </p:cxnSp>
      <p:sp>
        <p:nvSpPr>
          <p:cNvPr id="334" name="Google Shape;334;p36"/>
          <p:cNvSpPr/>
          <p:nvPr/>
        </p:nvSpPr>
        <p:spPr>
          <a:xfrm rot="5400000" flipH="1">
            <a:off x="5829443" y="1398565"/>
            <a:ext cx="914100" cy="914100"/>
          </a:xfrm>
          <a:prstGeom prst="blockArc">
            <a:avLst>
              <a:gd name="adj1" fmla="val 10800000"/>
              <a:gd name="adj2" fmla="val 21569727"/>
              <a:gd name="adj3" fmla="val 7128"/>
            </a:avLst>
          </a:prstGeom>
          <a:gradFill>
            <a:gsLst>
              <a:gs pos="0">
                <a:schemeClr val="lt2"/>
              </a:gs>
              <a:gs pos="50000">
                <a:schemeClr val="accent1"/>
              </a:gs>
              <a:gs pos="100000">
                <a:schemeClr val="accent2"/>
              </a:gs>
            </a:gsLst>
            <a:lin ang="5400700" scaled="0"/>
          </a:gradFill>
          <a:ln>
            <a:noFill/>
          </a:ln>
        </p:spPr>
        <p:txBody>
          <a:bodyPr spcFirstLastPara="1" wrap="square" lIns="80650" tIns="80650" rIns="80650" bIns="80650" anchor="ctr" anchorCtr="0">
            <a:noAutofit/>
          </a:bodyPr>
          <a:lstStyle/>
          <a:p>
            <a:pPr marL="0" lvl="0" indent="0" algn="ctr" rtl="0">
              <a:spcBef>
                <a:spcPts val="0"/>
              </a:spcBef>
              <a:spcAft>
                <a:spcPts val="0"/>
              </a:spcAft>
              <a:buNone/>
            </a:pPr>
            <a:endParaRPr sz="1235">
              <a:latin typeface="Funnel Sans"/>
              <a:ea typeface="Funnel Sans"/>
              <a:cs typeface="Funnel Sans"/>
              <a:sym typeface="Funne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38" name="Shape 338"/>
        <p:cNvGrpSpPr/>
        <p:nvPr/>
      </p:nvGrpSpPr>
      <p:grpSpPr>
        <a:xfrm>
          <a:off x="0" y="0"/>
          <a:ext cx="0" cy="0"/>
          <a:chOff x="0" y="0"/>
          <a:chExt cx="0" cy="0"/>
        </a:xfrm>
      </p:grpSpPr>
      <p:sp>
        <p:nvSpPr>
          <p:cNvPr id="339" name="Google Shape;339;p37"/>
          <p:cNvSpPr txBox="1"/>
          <p:nvPr>
            <p:ph type="title"/>
          </p:nvPr>
        </p:nvSpPr>
        <p:spPr>
          <a:xfrm>
            <a:off x="228600" y="228600"/>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a mind map infographic</a:t>
            </a:r>
            <a:endParaRPr lang="en-GB"/>
          </a:p>
        </p:txBody>
      </p:sp>
      <p:grpSp>
        <p:nvGrpSpPr>
          <p:cNvPr id="340" name="Google Shape;340;p37"/>
          <p:cNvGrpSpPr/>
          <p:nvPr/>
        </p:nvGrpSpPr>
        <p:grpSpPr>
          <a:xfrm>
            <a:off x="4319850" y="3455571"/>
            <a:ext cx="504300" cy="504300"/>
            <a:chOff x="4307551" y="3439563"/>
            <a:chExt cx="504300" cy="504300"/>
          </a:xfrm>
        </p:grpSpPr>
        <p:sp>
          <p:nvSpPr>
            <p:cNvPr id="341" name="Google Shape;341;p37"/>
            <p:cNvSpPr/>
            <p:nvPr/>
          </p:nvSpPr>
          <p:spPr>
            <a:xfrm>
              <a:off x="4307551" y="3439563"/>
              <a:ext cx="504300" cy="504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grpSp>
          <p:nvGrpSpPr>
            <p:cNvPr id="342" name="Google Shape;342;p37"/>
            <p:cNvGrpSpPr/>
            <p:nvPr/>
          </p:nvGrpSpPr>
          <p:grpSpPr>
            <a:xfrm>
              <a:off x="4415878" y="3547896"/>
              <a:ext cx="287632" cy="287632"/>
              <a:chOff x="1049375" y="2680675"/>
              <a:chExt cx="297725" cy="297725"/>
            </a:xfrm>
          </p:grpSpPr>
          <p:sp>
            <p:nvSpPr>
              <p:cNvPr id="343" name="Google Shape;343;p37"/>
              <p:cNvSpPr/>
              <p:nvPr/>
            </p:nvSpPr>
            <p:spPr>
              <a:xfrm>
                <a:off x="1113175" y="2752350"/>
                <a:ext cx="161475" cy="155975"/>
              </a:xfrm>
              <a:custGeom>
                <a:avLst/>
                <a:gdLst/>
                <a:ahLst/>
                <a:cxnLst/>
                <a:rect l="l" t="t" r="r" b="b"/>
                <a:pathLst>
                  <a:path w="6459" h="6239" extrusionOk="0">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37"/>
              <p:cNvSpPr/>
              <p:nvPr/>
            </p:nvSpPr>
            <p:spPr>
              <a:xfrm>
                <a:off x="1049375" y="2680675"/>
                <a:ext cx="297725" cy="297725"/>
              </a:xfrm>
              <a:custGeom>
                <a:avLst/>
                <a:gdLst/>
                <a:ahLst/>
                <a:cxnLst/>
                <a:rect l="l" t="t" r="r" b="b"/>
                <a:pathLst>
                  <a:path w="11909" h="11909" extrusionOk="0">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45" name="Google Shape;345;p37"/>
          <p:cNvGrpSpPr/>
          <p:nvPr/>
        </p:nvGrpSpPr>
        <p:grpSpPr>
          <a:xfrm>
            <a:off x="6647693" y="1302100"/>
            <a:ext cx="504300" cy="504300"/>
            <a:chOff x="6586301" y="1206050"/>
            <a:chExt cx="504300" cy="504300"/>
          </a:xfrm>
        </p:grpSpPr>
        <p:sp>
          <p:nvSpPr>
            <p:cNvPr id="346" name="Google Shape;346;p37"/>
            <p:cNvSpPr/>
            <p:nvPr/>
          </p:nvSpPr>
          <p:spPr>
            <a:xfrm>
              <a:off x="6586301" y="1206050"/>
              <a:ext cx="504300" cy="504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grpSp>
          <p:nvGrpSpPr>
            <p:cNvPr id="347" name="Google Shape;347;p37"/>
            <p:cNvGrpSpPr/>
            <p:nvPr/>
          </p:nvGrpSpPr>
          <p:grpSpPr>
            <a:xfrm>
              <a:off x="6696145" y="1314758"/>
              <a:ext cx="284613" cy="286883"/>
              <a:chOff x="1777925" y="1953700"/>
              <a:chExt cx="294600" cy="296950"/>
            </a:xfrm>
          </p:grpSpPr>
          <p:sp>
            <p:nvSpPr>
              <p:cNvPr id="348" name="Google Shape;348;p37"/>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37"/>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37"/>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37"/>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52" name="Google Shape;352;p37"/>
          <p:cNvGrpSpPr/>
          <p:nvPr/>
        </p:nvGrpSpPr>
        <p:grpSpPr>
          <a:xfrm>
            <a:off x="1992003" y="1302100"/>
            <a:ext cx="504300" cy="504300"/>
            <a:chOff x="2053401" y="1206050"/>
            <a:chExt cx="504300" cy="504300"/>
          </a:xfrm>
        </p:grpSpPr>
        <p:sp>
          <p:nvSpPr>
            <p:cNvPr id="353" name="Google Shape;353;p37"/>
            <p:cNvSpPr/>
            <p:nvPr/>
          </p:nvSpPr>
          <p:spPr>
            <a:xfrm>
              <a:off x="2053401" y="1206050"/>
              <a:ext cx="504300" cy="504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grpSp>
          <p:nvGrpSpPr>
            <p:cNvPr id="354" name="Google Shape;354;p37"/>
            <p:cNvGrpSpPr/>
            <p:nvPr/>
          </p:nvGrpSpPr>
          <p:grpSpPr>
            <a:xfrm>
              <a:off x="2161735" y="1324576"/>
              <a:ext cx="287632" cy="267247"/>
              <a:chOff x="6524150" y="1938725"/>
              <a:chExt cx="297725" cy="276625"/>
            </a:xfrm>
          </p:grpSpPr>
          <p:sp>
            <p:nvSpPr>
              <p:cNvPr id="355" name="Google Shape;355;p37"/>
              <p:cNvSpPr/>
              <p:nvPr/>
            </p:nvSpPr>
            <p:spPr>
              <a:xfrm>
                <a:off x="6524150" y="2025375"/>
                <a:ext cx="297725" cy="189975"/>
              </a:xfrm>
              <a:custGeom>
                <a:avLst/>
                <a:gdLst/>
                <a:ahLst/>
                <a:cxnLst/>
                <a:rect l="l" t="t" r="r" b="b"/>
                <a:pathLst>
                  <a:path w="11909" h="7599" extrusionOk="0">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37"/>
              <p:cNvSpPr/>
              <p:nvPr/>
            </p:nvSpPr>
            <p:spPr>
              <a:xfrm>
                <a:off x="6664325" y="1938725"/>
                <a:ext cx="17375" cy="43350"/>
              </a:xfrm>
              <a:custGeom>
                <a:avLst/>
                <a:gdLst/>
                <a:ahLst/>
                <a:cxnLst/>
                <a:rect l="l" t="t" r="r" b="b"/>
                <a:pathLst>
                  <a:path w="695" h="1734" extrusionOk="0">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37"/>
              <p:cNvSpPr/>
              <p:nvPr/>
            </p:nvSpPr>
            <p:spPr>
              <a:xfrm>
                <a:off x="6594250" y="1972800"/>
                <a:ext cx="35450" cy="35275"/>
              </a:xfrm>
              <a:custGeom>
                <a:avLst/>
                <a:gdLst/>
                <a:ahLst/>
                <a:cxnLst/>
                <a:rect l="l" t="t" r="r" b="b"/>
                <a:pathLst>
                  <a:path w="1418" h="1411" extrusionOk="0">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37"/>
              <p:cNvSpPr/>
              <p:nvPr/>
            </p:nvSpPr>
            <p:spPr>
              <a:xfrm>
                <a:off x="6715525" y="1972800"/>
                <a:ext cx="35475" cy="35275"/>
              </a:xfrm>
              <a:custGeom>
                <a:avLst/>
                <a:gdLst/>
                <a:ahLst/>
                <a:cxnLst/>
                <a:rect l="l" t="t" r="r" b="b"/>
                <a:pathLst>
                  <a:path w="1419" h="1411" extrusionOk="0">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359" name="Google Shape;359;p37"/>
          <p:cNvSpPr txBox="1"/>
          <p:nvPr/>
        </p:nvSpPr>
        <p:spPr>
          <a:xfrm>
            <a:off x="3486150" y="1255000"/>
            <a:ext cx="2171700" cy="59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latin typeface="Geist SemiBold"/>
                <a:ea typeface="Geist SemiBold"/>
                <a:cs typeface="Geist SemiBold"/>
                <a:sym typeface="Geist SemiBold"/>
              </a:rPr>
              <a:t>Write here a title</a:t>
            </a:r>
            <a:br>
              <a:rPr lang="en-GB" sz="1200">
                <a:solidFill>
                  <a:schemeClr val="dk1"/>
                </a:solidFill>
                <a:latin typeface="Geist SemiBold"/>
                <a:ea typeface="Geist SemiBold"/>
                <a:cs typeface="Geist SemiBold"/>
                <a:sym typeface="Geist SemiBold"/>
              </a:rPr>
            </a:br>
            <a:r>
              <a:rPr lang="en-GB" sz="1200">
                <a:solidFill>
                  <a:schemeClr val="dk1"/>
                </a:solidFill>
                <a:latin typeface="Geist SemiBold"/>
                <a:ea typeface="Geist SemiBold"/>
                <a:cs typeface="Geist SemiBold"/>
                <a:sym typeface="Geist SemiBold"/>
              </a:rPr>
              <a:t>for your </a:t>
            </a:r>
            <a:r>
              <a:rPr lang="en-GB" sz="1200">
                <a:solidFill>
                  <a:schemeClr val="dk1"/>
                </a:solidFill>
                <a:latin typeface="Geist SemiBold"/>
                <a:ea typeface="Geist SemiBold"/>
                <a:cs typeface="Geist SemiBold"/>
                <a:sym typeface="Geist SemiBold"/>
              </a:rPr>
              <a:t>mind</a:t>
            </a:r>
            <a:r>
              <a:rPr lang="en-GB" sz="1200">
                <a:solidFill>
                  <a:schemeClr val="dk1"/>
                </a:solidFill>
                <a:latin typeface="Geist SemiBold"/>
                <a:ea typeface="Geist SemiBold"/>
                <a:cs typeface="Geist SemiBold"/>
                <a:sym typeface="Geist SemiBold"/>
              </a:rPr>
              <a:t> map</a:t>
            </a:r>
            <a:endParaRPr sz="1200">
              <a:solidFill>
                <a:schemeClr val="dk1"/>
              </a:solidFill>
              <a:latin typeface="Geist SemiBold"/>
              <a:ea typeface="Geist SemiBold"/>
              <a:cs typeface="Geist SemiBold"/>
              <a:sym typeface="Geist SemiBold"/>
            </a:endParaRPr>
          </a:p>
        </p:txBody>
      </p:sp>
      <p:sp>
        <p:nvSpPr>
          <p:cNvPr id="360" name="Google Shape;360;p37"/>
          <p:cNvSpPr txBox="1"/>
          <p:nvPr/>
        </p:nvSpPr>
        <p:spPr>
          <a:xfrm>
            <a:off x="1158303" y="1782375"/>
            <a:ext cx="2171700" cy="72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dk1"/>
                </a:solidFill>
                <a:latin typeface="Funnel Sans"/>
                <a:ea typeface="Funnel Sans"/>
                <a:cs typeface="Funnel Sans"/>
                <a:sym typeface="Funnel Sans"/>
              </a:rPr>
              <a:t>Mercury is the closest planet to the Sun and the smallest one of them all</a:t>
            </a:r>
            <a:endParaRPr sz="1200">
              <a:solidFill>
                <a:schemeClr val="dk1"/>
              </a:solidFill>
              <a:latin typeface="Funnel Sans"/>
              <a:ea typeface="Funnel Sans"/>
              <a:cs typeface="Funnel Sans"/>
              <a:sym typeface="Funnel Sans"/>
            </a:endParaRPr>
          </a:p>
        </p:txBody>
      </p:sp>
      <p:sp>
        <p:nvSpPr>
          <p:cNvPr id="361" name="Google Shape;361;p37"/>
          <p:cNvSpPr txBox="1"/>
          <p:nvPr/>
        </p:nvSpPr>
        <p:spPr>
          <a:xfrm>
            <a:off x="5813997" y="1782375"/>
            <a:ext cx="2171700" cy="72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dk1"/>
                </a:solidFill>
                <a:latin typeface="Funnel Sans"/>
                <a:ea typeface="Funnel Sans"/>
                <a:cs typeface="Funnel Sans"/>
                <a:sym typeface="Funnel Sans"/>
              </a:rPr>
              <a:t>Despite being red, Mars is actually a cold place. It’s full of iron oxide dust</a:t>
            </a:r>
            <a:endParaRPr sz="1200">
              <a:solidFill>
                <a:schemeClr val="dk1"/>
              </a:solidFill>
              <a:latin typeface="Funnel Sans"/>
              <a:ea typeface="Funnel Sans"/>
              <a:cs typeface="Funnel Sans"/>
              <a:sym typeface="Funnel Sans"/>
            </a:endParaRPr>
          </a:p>
        </p:txBody>
      </p:sp>
      <p:sp>
        <p:nvSpPr>
          <p:cNvPr id="362" name="Google Shape;362;p37"/>
          <p:cNvSpPr txBox="1"/>
          <p:nvPr/>
        </p:nvSpPr>
        <p:spPr>
          <a:xfrm>
            <a:off x="3486150" y="3933967"/>
            <a:ext cx="2171700" cy="72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dk1"/>
                </a:solidFill>
                <a:latin typeface="Funnel Sans"/>
                <a:ea typeface="Funnel Sans"/>
                <a:cs typeface="Funnel Sans"/>
                <a:sym typeface="Funnel Sans"/>
              </a:rPr>
              <a:t>Earth</a:t>
            </a:r>
            <a:r>
              <a:rPr lang="en-GB" sz="1200">
                <a:solidFill>
                  <a:schemeClr val="dk1"/>
                </a:solidFill>
                <a:latin typeface="Funnel Sans"/>
                <a:ea typeface="Funnel Sans"/>
                <a:cs typeface="Funnel Sans"/>
                <a:sym typeface="Funnel Sans"/>
              </a:rPr>
              <a:t> is the third planet from the Sun. It is the only planet known that has life</a:t>
            </a:r>
            <a:endParaRPr sz="1200">
              <a:solidFill>
                <a:schemeClr val="dk1"/>
              </a:solidFill>
              <a:latin typeface="Funnel Sans"/>
              <a:ea typeface="Funnel Sans"/>
              <a:cs typeface="Funnel Sans"/>
              <a:sym typeface="Funnel Sans"/>
            </a:endParaRPr>
          </a:p>
        </p:txBody>
      </p:sp>
      <p:sp>
        <p:nvSpPr>
          <p:cNvPr id="363" name="Google Shape;363;p37"/>
          <p:cNvSpPr/>
          <p:nvPr/>
        </p:nvSpPr>
        <p:spPr>
          <a:xfrm>
            <a:off x="228600"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4" name="Google Shape;364;p37"/>
          <p:cNvSpPr/>
          <p:nvPr/>
        </p:nvSpPr>
        <p:spPr>
          <a:xfrm>
            <a:off x="1611923"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5" name="Google Shape;365;p37"/>
          <p:cNvSpPr/>
          <p:nvPr/>
        </p:nvSpPr>
        <p:spPr>
          <a:xfrm>
            <a:off x="2995245"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6" name="Google Shape;366;p37"/>
          <p:cNvSpPr/>
          <p:nvPr/>
        </p:nvSpPr>
        <p:spPr>
          <a:xfrm>
            <a:off x="4884325"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7" name="Google Shape;367;p37"/>
          <p:cNvSpPr/>
          <p:nvPr/>
        </p:nvSpPr>
        <p:spPr>
          <a:xfrm>
            <a:off x="6266262"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8" name="Google Shape;368;p37"/>
          <p:cNvSpPr/>
          <p:nvPr/>
        </p:nvSpPr>
        <p:spPr>
          <a:xfrm>
            <a:off x="7648200" y="2831825"/>
            <a:ext cx="12672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69" name="Google Shape;369;p37"/>
          <p:cNvSpPr/>
          <p:nvPr/>
        </p:nvSpPr>
        <p:spPr>
          <a:xfrm>
            <a:off x="228600" y="3835525"/>
            <a:ext cx="27153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70" name="Google Shape;370;p37"/>
          <p:cNvSpPr/>
          <p:nvPr/>
        </p:nvSpPr>
        <p:spPr>
          <a:xfrm>
            <a:off x="228600" y="4348596"/>
            <a:ext cx="27153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71" name="Google Shape;371;p37"/>
          <p:cNvSpPr/>
          <p:nvPr/>
        </p:nvSpPr>
        <p:spPr>
          <a:xfrm>
            <a:off x="6175450" y="3835525"/>
            <a:ext cx="2739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sp>
        <p:nvSpPr>
          <p:cNvPr id="372" name="Google Shape;372;p37"/>
          <p:cNvSpPr/>
          <p:nvPr/>
        </p:nvSpPr>
        <p:spPr>
          <a:xfrm>
            <a:off x="6175450" y="4348596"/>
            <a:ext cx="2739900" cy="4059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b="1">
                <a:solidFill>
                  <a:schemeClr val="dk1"/>
                </a:solidFill>
                <a:latin typeface="Funnel Sans"/>
                <a:ea typeface="Funnel Sans"/>
                <a:cs typeface="Funnel Sans"/>
                <a:sym typeface="Funnel Sans"/>
              </a:rPr>
              <a:t>List item here</a:t>
            </a:r>
            <a:endParaRPr sz="1000" b="1">
              <a:solidFill>
                <a:schemeClr val="dk1"/>
              </a:solidFill>
              <a:latin typeface="Funnel Sans"/>
              <a:ea typeface="Funnel Sans"/>
              <a:cs typeface="Funnel Sans"/>
              <a:sym typeface="Funnel Sans"/>
            </a:endParaRPr>
          </a:p>
        </p:txBody>
      </p:sp>
      <p:cxnSp>
        <p:nvCxnSpPr>
          <p:cNvPr id="373" name="Google Shape;373;p37"/>
          <p:cNvCxnSpPr>
            <a:stCxn id="359" idx="1"/>
            <a:endCxn id="353" idx="6"/>
          </p:cNvCxnSpPr>
          <p:nvPr/>
        </p:nvCxnSpPr>
        <p:spPr>
          <a:xfrm rot="10800000">
            <a:off x="2496450" y="1554250"/>
            <a:ext cx="9897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37"/>
          <p:cNvCxnSpPr>
            <a:stCxn id="359" idx="3"/>
            <a:endCxn id="346" idx="2"/>
          </p:cNvCxnSpPr>
          <p:nvPr/>
        </p:nvCxnSpPr>
        <p:spPr>
          <a:xfrm>
            <a:off x="5657850" y="1554250"/>
            <a:ext cx="989700" cy="0"/>
          </a:xfrm>
          <a:prstGeom prst="straightConnector1">
            <a:avLst/>
          </a:prstGeom>
          <a:noFill/>
          <a:ln w="9525" cap="flat" cmpd="sng">
            <a:solidFill>
              <a:schemeClr val="dk2"/>
            </a:solidFill>
            <a:prstDash val="solid"/>
            <a:round/>
            <a:headEnd type="none" w="med" len="med"/>
            <a:tailEnd type="none" w="med" len="med"/>
          </a:ln>
        </p:spPr>
      </p:cxnSp>
      <p:cxnSp>
        <p:nvCxnSpPr>
          <p:cNvPr id="375" name="Google Shape;375;p37"/>
          <p:cNvCxnSpPr>
            <a:stCxn id="365" idx="0"/>
            <a:endCxn id="363" idx="0"/>
          </p:cNvCxnSpPr>
          <p:nvPr/>
        </p:nvCxnSpPr>
        <p:spPr>
          <a:xfrm rot="5400000">
            <a:off x="2245245" y="1448825"/>
            <a:ext cx="600" cy="2766600"/>
          </a:xfrm>
          <a:prstGeom prst="bentConnector3">
            <a:avLst>
              <a:gd name="adj1" fmla="val -39687500"/>
            </a:avLst>
          </a:prstGeom>
          <a:noFill/>
          <a:ln w="9525" cap="flat" cmpd="sng">
            <a:solidFill>
              <a:schemeClr val="dk2"/>
            </a:solidFill>
            <a:prstDash val="dash"/>
            <a:round/>
            <a:headEnd type="none" w="med" len="med"/>
            <a:tailEnd type="none" w="med" len="med"/>
          </a:ln>
        </p:spPr>
      </p:cxnSp>
      <p:cxnSp>
        <p:nvCxnSpPr>
          <p:cNvPr id="376" name="Google Shape;376;p37"/>
          <p:cNvCxnSpPr>
            <a:stCxn id="360" idx="2"/>
            <a:endCxn id="364" idx="0"/>
          </p:cNvCxnSpPr>
          <p:nvPr/>
        </p:nvCxnSpPr>
        <p:spPr>
          <a:xfrm rot="-5400000" flipH="1">
            <a:off x="2081253" y="2667375"/>
            <a:ext cx="327300" cy="1500"/>
          </a:xfrm>
          <a:prstGeom prst="bentConnector3">
            <a:avLst>
              <a:gd name="adj1" fmla="val 50008"/>
            </a:avLst>
          </a:prstGeom>
          <a:noFill/>
          <a:ln w="9525" cap="flat" cmpd="sng">
            <a:solidFill>
              <a:schemeClr val="dk2"/>
            </a:solidFill>
            <a:prstDash val="dash"/>
            <a:round/>
            <a:headEnd type="none" w="med" len="med"/>
            <a:tailEnd type="none" w="med" len="med"/>
          </a:ln>
        </p:spPr>
      </p:cxnSp>
      <p:cxnSp>
        <p:nvCxnSpPr>
          <p:cNvPr id="377" name="Google Shape;377;p37"/>
          <p:cNvCxnSpPr>
            <a:stCxn id="368" idx="0"/>
            <a:endCxn id="366" idx="0"/>
          </p:cNvCxnSpPr>
          <p:nvPr/>
        </p:nvCxnSpPr>
        <p:spPr>
          <a:xfrm rot="5400000">
            <a:off x="6899550" y="1450175"/>
            <a:ext cx="600" cy="2763900"/>
          </a:xfrm>
          <a:prstGeom prst="bentConnector3">
            <a:avLst>
              <a:gd name="adj1" fmla="val -39687500"/>
            </a:avLst>
          </a:prstGeom>
          <a:noFill/>
          <a:ln w="9525" cap="flat" cmpd="sng">
            <a:solidFill>
              <a:schemeClr val="dk2"/>
            </a:solidFill>
            <a:prstDash val="dash"/>
            <a:round/>
            <a:headEnd type="none" w="med" len="med"/>
            <a:tailEnd type="none" w="med" len="med"/>
          </a:ln>
        </p:spPr>
      </p:cxnSp>
      <p:cxnSp>
        <p:nvCxnSpPr>
          <p:cNvPr id="378" name="Google Shape;378;p37"/>
          <p:cNvCxnSpPr>
            <a:stCxn id="361" idx="2"/>
            <a:endCxn id="367" idx="0"/>
          </p:cNvCxnSpPr>
          <p:nvPr/>
        </p:nvCxnSpPr>
        <p:spPr>
          <a:xfrm rot="-5400000" flipH="1">
            <a:off x="6736497" y="2667825"/>
            <a:ext cx="327300" cy="600"/>
          </a:xfrm>
          <a:prstGeom prst="bentConnector3">
            <a:avLst>
              <a:gd name="adj1" fmla="val 50008"/>
            </a:avLst>
          </a:prstGeom>
          <a:noFill/>
          <a:ln w="9525" cap="flat" cmpd="sng">
            <a:solidFill>
              <a:schemeClr val="dk2"/>
            </a:solidFill>
            <a:prstDash val="dash"/>
            <a:round/>
            <a:headEnd type="none" w="med" len="med"/>
            <a:tailEnd type="none" w="med" len="med"/>
          </a:ln>
        </p:spPr>
      </p:cxnSp>
      <p:cxnSp>
        <p:nvCxnSpPr>
          <p:cNvPr id="379" name="Google Shape;379;p37"/>
          <p:cNvCxnSpPr>
            <a:stCxn id="359" idx="2"/>
            <a:endCxn id="341" idx="0"/>
          </p:cNvCxnSpPr>
          <p:nvPr/>
        </p:nvCxnSpPr>
        <p:spPr>
          <a:xfrm>
            <a:off x="4572000" y="1853500"/>
            <a:ext cx="0" cy="1602000"/>
          </a:xfrm>
          <a:prstGeom prst="straightConnector1">
            <a:avLst/>
          </a:prstGeom>
          <a:noFill/>
          <a:ln w="9525" cap="flat" cmpd="sng">
            <a:solidFill>
              <a:schemeClr val="dk2"/>
            </a:solidFill>
            <a:prstDash val="solid"/>
            <a:round/>
            <a:headEnd type="none" w="med" len="med"/>
            <a:tailEnd type="none" w="med" len="med"/>
          </a:ln>
        </p:spPr>
      </p:cxnSp>
      <p:cxnSp>
        <p:nvCxnSpPr>
          <p:cNvPr id="380" name="Google Shape;380;p37"/>
          <p:cNvCxnSpPr>
            <a:stCxn id="362" idx="1"/>
            <a:endCxn id="369" idx="3"/>
          </p:cNvCxnSpPr>
          <p:nvPr/>
        </p:nvCxnSpPr>
        <p:spPr>
          <a:xfrm rot="10800000">
            <a:off x="2943750" y="4038517"/>
            <a:ext cx="542400" cy="256500"/>
          </a:xfrm>
          <a:prstGeom prst="bentConnector3">
            <a:avLst>
              <a:gd name="adj1" fmla="val 49986"/>
            </a:avLst>
          </a:prstGeom>
          <a:noFill/>
          <a:ln w="9525" cap="flat" cmpd="sng">
            <a:solidFill>
              <a:schemeClr val="dk2"/>
            </a:solidFill>
            <a:prstDash val="dash"/>
            <a:round/>
            <a:headEnd type="none" w="med" len="med"/>
            <a:tailEnd type="none" w="med" len="med"/>
          </a:ln>
        </p:spPr>
      </p:cxnSp>
      <p:cxnSp>
        <p:nvCxnSpPr>
          <p:cNvPr id="381" name="Google Shape;381;p37"/>
          <p:cNvCxnSpPr>
            <a:stCxn id="362" idx="1"/>
            <a:endCxn id="370" idx="3"/>
          </p:cNvCxnSpPr>
          <p:nvPr/>
        </p:nvCxnSpPr>
        <p:spPr>
          <a:xfrm flipH="1">
            <a:off x="2943750" y="4295017"/>
            <a:ext cx="542400" cy="256500"/>
          </a:xfrm>
          <a:prstGeom prst="bentConnector3">
            <a:avLst>
              <a:gd name="adj1" fmla="val 49986"/>
            </a:avLst>
          </a:prstGeom>
          <a:noFill/>
          <a:ln w="9525" cap="flat" cmpd="sng">
            <a:solidFill>
              <a:schemeClr val="dk2"/>
            </a:solidFill>
            <a:prstDash val="dash"/>
            <a:round/>
            <a:headEnd type="none" w="med" len="med"/>
            <a:tailEnd type="none" w="med" len="med"/>
          </a:ln>
        </p:spPr>
      </p:cxnSp>
      <p:cxnSp>
        <p:nvCxnSpPr>
          <p:cNvPr id="382" name="Google Shape;382;p37"/>
          <p:cNvCxnSpPr>
            <a:stCxn id="362" idx="3"/>
            <a:endCxn id="371" idx="1"/>
          </p:cNvCxnSpPr>
          <p:nvPr/>
        </p:nvCxnSpPr>
        <p:spPr>
          <a:xfrm rot="10800000" flipH="1">
            <a:off x="5657850" y="4038517"/>
            <a:ext cx="517500" cy="256500"/>
          </a:xfrm>
          <a:prstGeom prst="bentConnector3">
            <a:avLst>
              <a:gd name="adj1" fmla="val 50010"/>
            </a:avLst>
          </a:prstGeom>
          <a:noFill/>
          <a:ln w="9525" cap="flat" cmpd="sng">
            <a:solidFill>
              <a:schemeClr val="dk2"/>
            </a:solidFill>
            <a:prstDash val="dash"/>
            <a:round/>
            <a:headEnd type="none" w="med" len="med"/>
            <a:tailEnd type="none" w="med" len="med"/>
          </a:ln>
        </p:spPr>
      </p:cxnSp>
      <p:cxnSp>
        <p:nvCxnSpPr>
          <p:cNvPr id="383" name="Google Shape;383;p37"/>
          <p:cNvCxnSpPr>
            <a:stCxn id="362" idx="3"/>
            <a:endCxn id="372" idx="1"/>
          </p:cNvCxnSpPr>
          <p:nvPr/>
        </p:nvCxnSpPr>
        <p:spPr>
          <a:xfrm>
            <a:off x="5657850" y="4295017"/>
            <a:ext cx="517500" cy="256500"/>
          </a:xfrm>
          <a:prstGeom prst="bentConnector3">
            <a:avLst>
              <a:gd name="adj1" fmla="val 50010"/>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87" name="Shape 387"/>
        <p:cNvGrpSpPr/>
        <p:nvPr/>
      </p:nvGrpSpPr>
      <p:grpSpPr>
        <a:xfrm>
          <a:off x="0" y="0"/>
          <a:ext cx="0" cy="0"/>
          <a:chOff x="0" y="0"/>
          <a:chExt cx="0" cy="0"/>
        </a:xfrm>
      </p:grpSpPr>
      <p:sp>
        <p:nvSpPr>
          <p:cNvPr id="388" name="Google Shape;388;p38"/>
          <p:cNvSpPr txBox="1"/>
          <p:nvPr>
            <p:ph type="title"/>
          </p:nvPr>
        </p:nvSpPr>
        <p:spPr>
          <a:xfrm>
            <a:off x="228600" y="228600"/>
            <a:ext cx="2714700" cy="234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KPI dashboard</a:t>
            </a:r>
            <a:endParaRPr lang="en-GB"/>
          </a:p>
        </p:txBody>
      </p:sp>
      <p:sp>
        <p:nvSpPr>
          <p:cNvPr id="389" name="Google Shape;389;p38"/>
          <p:cNvSpPr txBox="1"/>
          <p:nvPr/>
        </p:nvSpPr>
        <p:spPr>
          <a:xfrm>
            <a:off x="228606" y="4152749"/>
            <a:ext cx="1896000" cy="400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a:solidFill>
                  <a:schemeClr val="dk1"/>
                </a:solidFill>
                <a:latin typeface="Geist Mono" panose="02010009000000000000"/>
                <a:ea typeface="Geist Mono" panose="02010009000000000000"/>
                <a:cs typeface="Geist Mono" panose="02010009000000000000"/>
                <a:sym typeface="Geist Mono" panose="02010009000000000000"/>
              </a:rPr>
              <a:t>120 u/day</a:t>
            </a:r>
            <a:endParaRPr>
              <a:solidFill>
                <a:schemeClr val="dk1"/>
              </a:solidFill>
              <a:latin typeface="Geist Mono" panose="02010009000000000000"/>
              <a:ea typeface="Geist Mono" panose="02010009000000000000"/>
              <a:cs typeface="Geist Mono" panose="02010009000000000000"/>
              <a:sym typeface="Geist Mono" panose="02010009000000000000"/>
            </a:endParaRPr>
          </a:p>
        </p:txBody>
      </p:sp>
      <p:sp>
        <p:nvSpPr>
          <p:cNvPr id="390" name="Google Shape;390;p38"/>
          <p:cNvSpPr txBox="1"/>
          <p:nvPr/>
        </p:nvSpPr>
        <p:spPr>
          <a:xfrm>
            <a:off x="228600" y="4516770"/>
            <a:ext cx="1896000" cy="3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rgbClr val="191919"/>
                </a:solidFill>
                <a:latin typeface="Funnel Sans"/>
                <a:ea typeface="Funnel Sans"/>
                <a:cs typeface="Funnel Sans"/>
                <a:sym typeface="Funnel Sans"/>
              </a:rPr>
              <a:t>Venus is a hot planet</a:t>
            </a:r>
            <a:endParaRPr sz="1200">
              <a:solidFill>
                <a:srgbClr val="191919"/>
              </a:solidFill>
              <a:latin typeface="Funnel Sans"/>
              <a:ea typeface="Funnel Sans"/>
              <a:cs typeface="Funnel Sans"/>
              <a:sym typeface="Funnel Sans"/>
            </a:endParaRPr>
          </a:p>
        </p:txBody>
      </p:sp>
      <p:sp>
        <p:nvSpPr>
          <p:cNvPr id="391" name="Google Shape;391;p38"/>
          <p:cNvSpPr txBox="1"/>
          <p:nvPr/>
        </p:nvSpPr>
        <p:spPr>
          <a:xfrm>
            <a:off x="4029100" y="4444111"/>
            <a:ext cx="4886100" cy="36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a:solidFill>
                  <a:srgbClr val="191919"/>
                </a:solidFill>
                <a:latin typeface="Funnel Sans"/>
                <a:ea typeface="Funnel Sans"/>
                <a:cs typeface="Funnel Sans"/>
                <a:sym typeface="Funnel Sans"/>
              </a:rPr>
              <a:t>Follow the link in the graph to modify its data and then paste the new one here</a:t>
            </a:r>
            <a:r>
              <a:rPr lang="en-GB" sz="1000">
                <a:solidFill>
                  <a:srgbClr val="191919"/>
                </a:solidFill>
                <a:latin typeface="Funnel Sans"/>
                <a:ea typeface="Funnel Sans"/>
                <a:cs typeface="Funnel Sans"/>
                <a:sym typeface="Funnel Sans"/>
              </a:rPr>
              <a:t>.</a:t>
            </a:r>
            <a:endParaRPr sz="1000">
              <a:solidFill>
                <a:srgbClr val="191919"/>
              </a:solidFill>
              <a:latin typeface="Funnel Sans"/>
              <a:ea typeface="Funnel Sans"/>
              <a:cs typeface="Funnel Sans"/>
              <a:sym typeface="Funnel Sans"/>
            </a:endParaRPr>
          </a:p>
          <a:p>
            <a:pPr marL="0" lvl="0" indent="0" algn="l" rtl="0">
              <a:spcBef>
                <a:spcPts val="0"/>
              </a:spcBef>
              <a:spcAft>
                <a:spcPts val="0"/>
              </a:spcAft>
              <a:buNone/>
            </a:pPr>
            <a:r>
              <a:rPr lang="en-GB" sz="1000" b="1" u="sng">
                <a:solidFill>
                  <a:srgbClr val="191919"/>
                </a:solidFill>
                <a:latin typeface="Funnel Sans"/>
                <a:ea typeface="Funnel Sans"/>
                <a:cs typeface="Funnel Sans"/>
                <a:sym typeface="Funnel Sans"/>
                <a:hlinkClick r:id="rId1"/>
              </a:rPr>
              <a:t>For more info, click here</a:t>
            </a:r>
            <a:endParaRPr sz="1000" b="1" u="sng">
              <a:solidFill>
                <a:srgbClr val="191919"/>
              </a:solidFill>
              <a:latin typeface="Funnel Sans"/>
              <a:ea typeface="Funnel Sans"/>
              <a:cs typeface="Funnel Sans"/>
              <a:sym typeface="Funnel Sans"/>
            </a:endParaRPr>
          </a:p>
        </p:txBody>
      </p:sp>
      <p:pic>
        <p:nvPicPr>
          <p:cNvPr id="392" name="Google Shape;392;p38" title="Gráfico">
            <a:hlinkClick r:id="rId2"/>
          </p:cNvPr>
          <p:cNvPicPr preferRelativeResize="0"/>
          <p:nvPr/>
        </p:nvPicPr>
        <p:blipFill>
          <a:blip r:embed="rId3"/>
          <a:stretch>
            <a:fillRect/>
          </a:stretch>
        </p:blipFill>
        <p:spPr>
          <a:xfrm>
            <a:off x="3885625" y="268705"/>
            <a:ext cx="5029776" cy="2548225"/>
          </a:xfrm>
          <a:prstGeom prst="rect">
            <a:avLst/>
          </a:prstGeom>
          <a:noFill/>
          <a:ln>
            <a:noFill/>
          </a:ln>
        </p:spPr>
      </p:pic>
      <p:graphicFrame>
        <p:nvGraphicFramePr>
          <p:cNvPr id="393" name="Google Shape;393;p38"/>
          <p:cNvGraphicFramePr/>
          <p:nvPr/>
        </p:nvGraphicFramePr>
        <p:xfrm>
          <a:off x="4029100" y="3061536"/>
          <a:ext cx="4771950" cy="3000000"/>
        </p:xfrm>
        <a:graphic>
          <a:graphicData uri="http://schemas.openxmlformats.org/drawingml/2006/table">
            <a:tbl>
              <a:tblPr>
                <a:noFill/>
                <a:tableStyleId>{9548EFF7-97A6-4592-90C5-20E87188711F}</a:tableStyleId>
              </a:tblPr>
              <a:tblGrid>
                <a:gridCol w="382850"/>
                <a:gridCol w="1245900"/>
                <a:gridCol w="785800"/>
                <a:gridCol w="785800"/>
                <a:gridCol w="785800"/>
                <a:gridCol w="785800"/>
              </a:tblGrid>
              <a:tr h="381000">
                <a:tc>
                  <a:txBody>
                    <a:bodyPr/>
                    <a:lstStyle/>
                    <a:p>
                      <a:pPr marL="0" lvl="0" indent="0" algn="l" rtl="0">
                        <a:spcBef>
                          <a:spcPts val="0"/>
                        </a:spcBef>
                        <a:spcAft>
                          <a:spcPts val="0"/>
                        </a:spcAft>
                        <a:buNone/>
                      </a:pPr>
                      <a:endParaRPr sz="1200">
                        <a:latin typeface="Funnel Sans"/>
                        <a:ea typeface="Funnel Sans"/>
                        <a:cs typeface="Funnel Sans"/>
                        <a:sym typeface="Funnel Sans"/>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l" rtl="0">
                        <a:spcBef>
                          <a:spcPts val="0"/>
                        </a:spcBef>
                        <a:spcAft>
                          <a:spcPts val="0"/>
                        </a:spcAft>
                        <a:buNone/>
                      </a:pP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Geist SemiBold"/>
                          <a:ea typeface="Geist SemiBold"/>
                          <a:cs typeface="Geist SemiBold"/>
                          <a:sym typeface="Geist SemiBold"/>
                        </a:rPr>
                        <a:t>Q1</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Geist SemiBold"/>
                          <a:ea typeface="Geist SemiBold"/>
                          <a:cs typeface="Geist SemiBold"/>
                          <a:sym typeface="Geist SemiBold"/>
                        </a:rPr>
                        <a:t>Q2</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Geist SemiBold"/>
                          <a:ea typeface="Geist SemiBold"/>
                          <a:cs typeface="Geist SemiBold"/>
                          <a:sym typeface="Geist SemiBold"/>
                        </a:rPr>
                        <a:t>Q3</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Geist SemiBold"/>
                          <a:ea typeface="Geist SemiBold"/>
                          <a:cs typeface="Geist SemiBold"/>
                          <a:sym typeface="Geist SemiBold"/>
                        </a:rPr>
                        <a:t>Q4</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solidFill>
                      <a:prstDash val="dash"/>
                      <a:round/>
                      <a:headEnd type="none" w="sm" len="sm"/>
                      <a:tailEnd type="none" w="sm" len="sm"/>
                    </a:lnB>
                  </a:tcPr>
                </a:tc>
              </a:tr>
              <a:tr h="381000">
                <a:tc>
                  <a:txBody>
                    <a:bodyPr/>
                    <a:lstStyle/>
                    <a:p>
                      <a:pPr marL="0" lvl="0" indent="0" algn="l" rtl="0">
                        <a:spcBef>
                          <a:spcPts val="0"/>
                        </a:spcBef>
                        <a:spcAft>
                          <a:spcPts val="0"/>
                        </a:spcAft>
                        <a:buNone/>
                      </a:pPr>
                      <a:endParaRPr sz="1200">
                        <a:latin typeface="Funnel Sans"/>
                        <a:ea typeface="Funnel Sans"/>
                        <a:cs typeface="Funnel Sans"/>
                        <a:sym typeface="Funnel Sans"/>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l" rtl="0">
                        <a:spcBef>
                          <a:spcPts val="0"/>
                        </a:spcBef>
                        <a:spcAft>
                          <a:spcPts val="0"/>
                        </a:spcAft>
                        <a:buNone/>
                      </a:pPr>
                      <a:r>
                        <a:rPr lang="en-GB" sz="1200">
                          <a:latin typeface="Geist SemiBold"/>
                          <a:ea typeface="Geist SemiBold"/>
                          <a:cs typeface="Geist SemiBold"/>
                          <a:sym typeface="Geist SemiBold"/>
                        </a:rPr>
                        <a:t>Mercury</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48%</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44%</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60%</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70%</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dk2"/>
                      </a:solidFill>
                      <a:prstDash val="dash"/>
                      <a:round/>
                      <a:headEnd type="none" w="sm" len="sm"/>
                      <a:tailEnd type="none" w="sm" len="sm"/>
                    </a:lnB>
                  </a:tcPr>
                </a:tc>
              </a:tr>
              <a:tr h="381000">
                <a:tc>
                  <a:txBody>
                    <a:bodyPr/>
                    <a:lstStyle/>
                    <a:p>
                      <a:pPr marL="0" lvl="0" indent="0" algn="l" rtl="0">
                        <a:spcBef>
                          <a:spcPts val="0"/>
                        </a:spcBef>
                        <a:spcAft>
                          <a:spcPts val="0"/>
                        </a:spcAft>
                        <a:buNone/>
                      </a:pPr>
                      <a:endParaRPr sz="1200">
                        <a:latin typeface="Funnel Sans"/>
                        <a:ea typeface="Funnel Sans"/>
                        <a:cs typeface="Funnel Sans"/>
                        <a:sym typeface="Funnel Sans"/>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GB" sz="1200">
                          <a:latin typeface="Geist SemiBold"/>
                          <a:ea typeface="Geist SemiBold"/>
                          <a:cs typeface="Geist SemiBold"/>
                          <a:sym typeface="Geist SemiBold"/>
                        </a:rPr>
                        <a:t>Mars</a:t>
                      </a:r>
                      <a:endParaRPr sz="1200">
                        <a:latin typeface="Geist SemiBold"/>
                        <a:ea typeface="Geist SemiBold"/>
                        <a:cs typeface="Geist SemiBold"/>
                        <a:sym typeface="Geist SemiBold"/>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23%</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30%</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55%</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GB" sz="1200">
                          <a:latin typeface="Funnel Sans"/>
                          <a:ea typeface="Funnel Sans"/>
                          <a:cs typeface="Funnel Sans"/>
                          <a:sym typeface="Funnel Sans"/>
                        </a:rPr>
                        <a:t>90%</a:t>
                      </a:r>
                      <a:endParaRPr sz="1200">
                        <a:latin typeface="Funnel Sans"/>
                        <a:ea typeface="Funnel Sans"/>
                        <a:cs typeface="Funnel Sans"/>
                        <a:sym typeface="Funnel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dk2"/>
                      </a:solidFill>
                      <a:prstDash val="dash"/>
                      <a:round/>
                      <a:headEnd type="none" w="sm" len="sm"/>
                      <a:tailEnd type="none" w="sm" len="sm"/>
                    </a:lnT>
                    <a:lnB w="9525" cap="flat" cmpd="sng">
                      <a:solidFill>
                        <a:schemeClr val="accent1"/>
                      </a:solidFill>
                      <a:prstDash val="solid"/>
                      <a:round/>
                      <a:headEnd type="none" w="sm" len="sm"/>
                      <a:tailEnd type="none" w="sm" len="sm"/>
                    </a:lnB>
                  </a:tcPr>
                </a:tc>
              </a:tr>
            </a:tbl>
          </a:graphicData>
        </a:graphic>
      </p:graphicFrame>
      <p:sp>
        <p:nvSpPr>
          <p:cNvPr id="394" name="Google Shape;394;p38"/>
          <p:cNvSpPr/>
          <p:nvPr/>
        </p:nvSpPr>
        <p:spPr>
          <a:xfrm>
            <a:off x="4141353" y="3567021"/>
            <a:ext cx="136500" cy="136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sp>
        <p:nvSpPr>
          <p:cNvPr id="395" name="Google Shape;395;p38"/>
          <p:cNvSpPr/>
          <p:nvPr/>
        </p:nvSpPr>
        <p:spPr>
          <a:xfrm>
            <a:off x="4141353" y="3952837"/>
            <a:ext cx="136500" cy="136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sp>
        <p:nvSpPr>
          <p:cNvPr id="396" name="Google Shape;396;p38"/>
          <p:cNvSpPr txBox="1"/>
          <p:nvPr/>
        </p:nvSpPr>
        <p:spPr>
          <a:xfrm>
            <a:off x="228606" y="2975071"/>
            <a:ext cx="1896000" cy="400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a:solidFill>
                  <a:schemeClr val="dk1"/>
                </a:solidFill>
                <a:latin typeface="Geist Mono" panose="02010009000000000000"/>
                <a:ea typeface="Geist Mono" panose="02010009000000000000"/>
                <a:cs typeface="Geist Mono" panose="02010009000000000000"/>
                <a:sym typeface="Geist Mono" panose="02010009000000000000"/>
              </a:rPr>
              <a:t>2h</a:t>
            </a:r>
            <a:endParaRPr>
              <a:solidFill>
                <a:schemeClr val="dk1"/>
              </a:solidFill>
              <a:latin typeface="Geist Mono" panose="02010009000000000000"/>
              <a:ea typeface="Geist Mono" panose="02010009000000000000"/>
              <a:cs typeface="Geist Mono" panose="02010009000000000000"/>
              <a:sym typeface="Geist Mono" panose="02010009000000000000"/>
            </a:endParaRPr>
          </a:p>
        </p:txBody>
      </p:sp>
      <p:sp>
        <p:nvSpPr>
          <p:cNvPr id="397" name="Google Shape;397;p38"/>
          <p:cNvSpPr txBox="1"/>
          <p:nvPr/>
        </p:nvSpPr>
        <p:spPr>
          <a:xfrm>
            <a:off x="228600" y="3299071"/>
            <a:ext cx="18960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rgbClr val="191919"/>
                </a:solidFill>
                <a:latin typeface="Funnel Sans"/>
                <a:ea typeface="Funnel Sans"/>
                <a:cs typeface="Funnel Sans"/>
                <a:sym typeface="Funnel Sans"/>
              </a:rPr>
              <a:t>Mercury is very small</a:t>
            </a:r>
            <a:endParaRPr sz="1200">
              <a:solidFill>
                <a:srgbClr val="191919"/>
              </a:solidFill>
              <a:latin typeface="Funnel Sans"/>
              <a:ea typeface="Funnel Sans"/>
              <a:cs typeface="Funnel Sans"/>
              <a:sym typeface="Funne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01" name="Shape 401"/>
        <p:cNvGrpSpPr/>
        <p:nvPr/>
      </p:nvGrpSpPr>
      <p:grpSpPr>
        <a:xfrm>
          <a:off x="0" y="0"/>
          <a:ext cx="0" cy="0"/>
          <a:chOff x="0" y="0"/>
          <a:chExt cx="0" cy="0"/>
        </a:xfrm>
      </p:grpSpPr>
      <p:sp>
        <p:nvSpPr>
          <p:cNvPr id="402" name="Google Shape;402;p39"/>
          <p:cNvSpPr txBox="1"/>
          <p:nvPr>
            <p:ph type="title"/>
          </p:nvPr>
        </p:nvSpPr>
        <p:spPr>
          <a:xfrm>
            <a:off x="1314450" y="2339479"/>
            <a:ext cx="4343400"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Thank you</a:t>
            </a:r>
            <a:endParaRPr lang="en-GB"/>
          </a:p>
        </p:txBody>
      </p:sp>
      <p:sp>
        <p:nvSpPr>
          <p:cNvPr id="403" name="Google Shape;403;p39"/>
          <p:cNvSpPr txBox="1"/>
          <p:nvPr>
            <p:ph type="subTitle" idx="1"/>
          </p:nvPr>
        </p:nvSpPr>
        <p:spPr>
          <a:xfrm>
            <a:off x="176250" y="228600"/>
            <a:ext cx="3309900" cy="117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D</a:t>
            </a:r>
            <a:r>
              <a:rPr lang="en-GB" b="1"/>
              <a:t>o you have any questions?</a:t>
            </a:r>
            <a:endParaRPr b="1"/>
          </a:p>
          <a:p>
            <a:pPr marL="0" lvl="0" indent="0" algn="l" rtl="0">
              <a:spcBef>
                <a:spcPts val="0"/>
              </a:spcBef>
              <a:spcAft>
                <a:spcPts val="0"/>
              </a:spcAft>
              <a:buNone/>
            </a:pPr>
            <a:r>
              <a:rPr lang="en-GB"/>
              <a:t>youremail@freepik.com</a:t>
            </a:r>
            <a:endParaRPr lang="en-GB"/>
          </a:p>
          <a:p>
            <a:pPr marL="0" lvl="0" indent="0" algn="l" rtl="0">
              <a:spcBef>
                <a:spcPts val="0"/>
              </a:spcBef>
              <a:spcAft>
                <a:spcPts val="0"/>
              </a:spcAft>
              <a:buNone/>
            </a:pPr>
            <a:r>
              <a:rPr lang="en-GB"/>
              <a:t>+00 000 000 000</a:t>
            </a:r>
            <a:endParaRPr lang="en-GB"/>
          </a:p>
          <a:p>
            <a:pPr marL="0" lvl="0" indent="0" algn="l" rtl="0">
              <a:spcBef>
                <a:spcPts val="0"/>
              </a:spcBef>
              <a:spcAft>
                <a:spcPts val="0"/>
              </a:spcAft>
              <a:buNone/>
            </a:pPr>
            <a:r>
              <a:rPr lang="en-GB"/>
              <a:t>yourwebsite.com</a:t>
            </a:r>
            <a:endParaRPr lang="en-GB"/>
          </a:p>
        </p:txBody>
      </p:sp>
      <p:sp>
        <p:nvSpPr>
          <p:cNvPr id="404" name="Google Shape;404;p39"/>
          <p:cNvSpPr txBox="1"/>
          <p:nvPr/>
        </p:nvSpPr>
        <p:spPr>
          <a:xfrm>
            <a:off x="342900" y="4659120"/>
            <a:ext cx="9714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405" name="Google Shape;405;p39"/>
          <p:cNvSpPr txBox="1"/>
          <p:nvPr/>
        </p:nvSpPr>
        <p:spPr>
          <a:xfrm>
            <a:off x="5764050" y="4659125"/>
            <a:ext cx="3037200" cy="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a:solidFill>
                  <a:schemeClr val="dk1"/>
                </a:solidFill>
                <a:latin typeface="Geist Mono Medium"/>
                <a:ea typeface="Geist Mono Medium"/>
                <a:cs typeface="Geist Mono Medium"/>
                <a:sym typeface="Geist Mono Medium"/>
              </a:rPr>
              <a:t>PLEASE KEEP THIS SLIDE FOR ATTRIBUTION</a:t>
            </a:r>
            <a:endParaRPr sz="800">
              <a:solidFill>
                <a:schemeClr val="dk1"/>
              </a:solidFill>
              <a:latin typeface="Geist Mono Medium"/>
              <a:ea typeface="Geist Mono Medium"/>
              <a:cs typeface="Geist Mono Medium"/>
              <a:sym typeface="Geist Mono Medium"/>
            </a:endParaRPr>
          </a:p>
        </p:txBody>
      </p:sp>
      <p:grpSp>
        <p:nvGrpSpPr>
          <p:cNvPr id="406" name="Google Shape;406;p39"/>
          <p:cNvGrpSpPr/>
          <p:nvPr/>
        </p:nvGrpSpPr>
        <p:grpSpPr>
          <a:xfrm>
            <a:off x="8534222" y="1400176"/>
            <a:ext cx="266797" cy="266770"/>
            <a:chOff x="812101" y="2571761"/>
            <a:chExt cx="417066" cy="417024"/>
          </a:xfrm>
        </p:grpSpPr>
        <p:sp>
          <p:nvSpPr>
            <p:cNvPr id="407" name="Google Shape;407;p39"/>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39"/>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39"/>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39"/>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1" name="Google Shape;411;p39"/>
          <p:cNvGrpSpPr/>
          <p:nvPr/>
        </p:nvGrpSpPr>
        <p:grpSpPr>
          <a:xfrm>
            <a:off x="8534238" y="1783030"/>
            <a:ext cx="266770" cy="266770"/>
            <a:chOff x="1323129" y="2571761"/>
            <a:chExt cx="417024" cy="417024"/>
          </a:xfrm>
        </p:grpSpPr>
        <p:sp>
          <p:nvSpPr>
            <p:cNvPr id="412" name="Google Shape;412;p39"/>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39"/>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39"/>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39"/>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6" name="Google Shape;416;p39"/>
          <p:cNvGrpSpPr/>
          <p:nvPr/>
        </p:nvGrpSpPr>
        <p:grpSpPr>
          <a:xfrm>
            <a:off x="8534033" y="2165884"/>
            <a:ext cx="267184" cy="266784"/>
            <a:chOff x="2344476" y="2571761"/>
            <a:chExt cx="417671" cy="417045"/>
          </a:xfrm>
        </p:grpSpPr>
        <p:sp>
          <p:nvSpPr>
            <p:cNvPr id="417" name="Google Shape;417;p39"/>
            <p:cNvSpPr/>
            <p:nvPr/>
          </p:nvSpPr>
          <p:spPr>
            <a:xfrm>
              <a:off x="2344476" y="2571761"/>
              <a:ext cx="417671" cy="417045"/>
            </a:xfrm>
            <a:custGeom>
              <a:avLst/>
              <a:gdLst/>
              <a:ahLst/>
              <a:cxnLst/>
              <a:rect l="l" t="t" r="r" b="b"/>
              <a:pathLst>
                <a:path w="20013" h="19983" extrusionOk="0">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39"/>
            <p:cNvSpPr/>
            <p:nvPr/>
          </p:nvSpPr>
          <p:spPr>
            <a:xfrm>
              <a:off x="2421672" y="2657388"/>
              <a:ext cx="260625" cy="243636"/>
            </a:xfrm>
            <a:custGeom>
              <a:avLst/>
              <a:gdLst/>
              <a:ahLst/>
              <a:cxnLst/>
              <a:rect l="l" t="t" r="r" b="b"/>
              <a:pathLst>
                <a:path w="12488" h="11674" extrusionOk="0">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adFill>
              <a:gsLst>
                <a:gs pos="0">
                  <a:schemeClr val="lt2"/>
                </a:gs>
                <a:gs pos="5000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theme/theme1.xml><?xml version="1.0" encoding="utf-8"?>
<a:theme xmlns:a="http://schemas.openxmlformats.org/drawingml/2006/main" name="Mind Maps Boost by Slidesgo">
  <a:themeElements>
    <a:clrScheme name="Simple Light">
      <a:dk1>
        <a:srgbClr val="191919"/>
      </a:dk1>
      <a:lt1>
        <a:srgbClr val="EFEFEF"/>
      </a:lt1>
      <a:dk2>
        <a:srgbClr val="191919"/>
      </a:dk2>
      <a:lt2>
        <a:srgbClr val="F1613C"/>
      </a:lt2>
      <a:accent1>
        <a:srgbClr val="F1584D"/>
      </a:accent1>
      <a:accent2>
        <a:srgbClr val="F0567E"/>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4483</Words>
  <Application>WPS 演示</Application>
  <PresentationFormat/>
  <Paragraphs>263</Paragraphs>
  <Slides>14</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14</vt:i4>
      </vt:variant>
    </vt:vector>
  </HeadingPairs>
  <TitlesOfParts>
    <vt:vector size="45" baseType="lpstr">
      <vt:lpstr>Arial</vt:lpstr>
      <vt:lpstr>宋体</vt:lpstr>
      <vt:lpstr>Wingdings</vt:lpstr>
      <vt:lpstr>Arial</vt:lpstr>
      <vt:lpstr>Geist</vt:lpstr>
      <vt:lpstr>Funnel Sans</vt:lpstr>
      <vt:lpstr>Geist Mono</vt:lpstr>
      <vt:lpstr>Nunito Light</vt:lpstr>
      <vt:lpstr>Thonburi</vt:lpstr>
      <vt:lpstr>Raleway</vt:lpstr>
      <vt:lpstr>Open Sans Light</vt:lpstr>
      <vt:lpstr>Geist SemiBold</vt:lpstr>
      <vt:lpstr>IBM Plex Sans Light</vt:lpstr>
      <vt:lpstr>Inter</vt:lpstr>
      <vt:lpstr>Geist Mono Medium</vt:lpstr>
      <vt:lpstr>Hanken Grotesk</vt:lpstr>
      <vt:lpstr>微软雅黑</vt:lpstr>
      <vt:lpstr>汉仪旗黑</vt:lpstr>
      <vt:lpstr>宋体</vt:lpstr>
      <vt:lpstr>Arial Unicode MS</vt:lpstr>
      <vt:lpstr>汉仪书宋二KW</vt:lpstr>
      <vt:lpstr>Calibri</vt:lpstr>
      <vt:lpstr>Helvetica Neue</vt:lpstr>
      <vt:lpstr>Funnel Sans</vt:lpstr>
      <vt:lpstr>Geist</vt:lpstr>
      <vt:lpstr>Geist Mono</vt:lpstr>
      <vt:lpstr>Geist Mono Medium</vt:lpstr>
      <vt:lpstr>Geist SemiBold</vt:lpstr>
      <vt:lpstr>Hanken Grotesk</vt:lpstr>
      <vt:lpstr>Inter</vt:lpstr>
      <vt:lpstr>Mind Maps Boost by Slidesgo</vt:lpstr>
      <vt:lpstr>Mind Maps Boost</vt:lpstr>
      <vt:lpstr>Contents of this template</vt:lpstr>
      <vt:lpstr>Table of contents</vt:lpstr>
      <vt:lpstr>Short title here</vt:lpstr>
      <vt:lpstr>01</vt:lpstr>
      <vt:lpstr>goes here!</vt:lpstr>
      <vt:lpstr>Maybe you need a long title to captivate your audience attention while showing your interesting ideas</vt:lpstr>
      <vt:lpstr>03</vt:lpstr>
      <vt:lpstr>04</vt:lpstr>
      <vt:lpstr>98,300,000</vt:lpstr>
      <vt:lpstr>This is a mind map to represent your key metrics</vt:lpstr>
      <vt:lpstr>This is a mind map infographic</vt:lpstr>
      <vt:lpstr>KPI dashboard</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 Maps Boost</dc:title>
  <dc:creator/>
  <cp:lastModifiedBy>Niki</cp:lastModifiedBy>
  <cp:revision>1</cp:revision>
  <dcterms:created xsi:type="dcterms:W3CDTF">2026-04-30T11:46:30Z</dcterms:created>
  <dcterms:modified xsi:type="dcterms:W3CDTF">2026-04-30T11:46:30Z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0FF2FE60AD2FB00B1541F36985A844E7_43</vt:lpwstr>
  </property>
  <property fmtid="{D5CDD505-2E9C-101B-9397-08002B2CF9AE}" pid="3" name="KSOProductBuildVer">
    <vt:lpwstr>2052-12.1.25869.25869</vt:lpwstr>
  </property>
</Properties>
</file>