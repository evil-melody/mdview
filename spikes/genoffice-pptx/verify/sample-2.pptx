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</p:sldIdLst>
  <p:sldSz cx="9144000" cy="5143500"/>
  <p:notesSz cx="6858000" cy="9144000"/>
  <p:embeddedFontLst>
    <p:embeddedFont>
      <p:font typeface="Montserrat"/>
      <p:regular r:id="rId80"/>
    </p:embeddedFont>
    <p:embeddedFont>
      <p:font typeface="Lato" panose="020F0502020204030203"/>
      <p:regular r:id="rId81"/>
    </p:embeddedFont>
    <p:embeddedFont>
      <p:font typeface="Mako"/>
      <p:regular r:id="rId82"/>
    </p:embeddedFont>
    <p:embeddedFont>
      <p:font typeface="Oswald"/>
      <p:regular r:id="rId83"/>
    </p:embeddedFont>
    <p:embeddedFont>
      <p:font typeface="PT Sans" panose="020B0503020203020204"/>
      <p:regular r:id="rId84"/>
    </p:embeddedFont>
    <p:embeddedFont>
      <p:font typeface="Merriweather"/>
      <p:regular r:id="rId8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DB2CEF2-5C51-459F-9956-8D74FEA107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5" Type="http://schemas.openxmlformats.org/officeDocument/2006/relationships/font" Target="fonts/font6.fntdata"/><Relationship Id="rId84" Type="http://schemas.openxmlformats.org/officeDocument/2006/relationships/font" Target="fonts/font5.fntdata"/><Relationship Id="rId83" Type="http://schemas.openxmlformats.org/officeDocument/2006/relationships/font" Target="fonts/font4.fntdata"/><Relationship Id="rId82" Type="http://schemas.openxmlformats.org/officeDocument/2006/relationships/font" Target="fonts/font3.fntdata"/><Relationship Id="rId81" Type="http://schemas.openxmlformats.org/officeDocument/2006/relationships/font" Target="fonts/font2.fntdata"/><Relationship Id="rId80" Type="http://schemas.openxmlformats.org/officeDocument/2006/relationships/font" Target="fonts/font1.fntdata"/><Relationship Id="rId8" Type="http://schemas.openxmlformats.org/officeDocument/2006/relationships/slide" Target="slides/slide5.xml"/><Relationship Id="rId79" Type="http://schemas.openxmlformats.org/officeDocument/2006/relationships/tableStyles" Target="tableStyles.xml"/><Relationship Id="rId78" Type="http://schemas.openxmlformats.org/officeDocument/2006/relationships/viewProps" Target="viewProps.xml"/><Relationship Id="rId77" Type="http://schemas.openxmlformats.org/officeDocument/2006/relationships/presProps" Target="presProps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cf7a3c503a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cf7a3c503a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05aad17dc0_0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05aad17dc0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05aad17dc0_0_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05aad17dc0_0_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cd8a80d6bc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cd8a80d6bc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cc7554a049_0_3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cc7554a049_0_3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05aad17dc0_0_1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105aad17dc0_0_1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cf7a3c503a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cf7a3c503a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07a9a8b46f_0_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07a9a8b46f_0_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cc7554a049_0_3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cc7554a049_0_3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07a9a8b46f_0_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107a9a8b46f_0_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cc7554a049_0_3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cc7554a049_0_3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107a9a8b46f_0_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107a9a8b46f_0_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cc7554a049_0_4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cc7554a049_0_4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107a9a8b46f_0_7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107a9a8b46f_0_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cf7a3c503a_0_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cf7a3c503a_0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107aaa41fe9_0_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107aaa41fe9_0_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cc7554a049_0_3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cc7554a049_0_3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107aaa41fe9_0_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107aaa41fe9_0_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cc7554a049_0_40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cc7554a049_0_4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107aaa41fe9_0_1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107aaa41fe9_0_1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cc7554a049_0_4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cc7554a049_0_4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107aaa41fe9_0_1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107aaa41fe9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cc7554a049_0_3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cc7554a049_0_3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107aaa41fe9_0_1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107aaa41fe9_0_1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cc7554a049_0_4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cc7554a049_0_4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107aaa41fe9_0_2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107aaa41fe9_0_2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cc7554a049_0_4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cc7554a049_0_4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107aaa41fe9_0_2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107aaa41fe9_0_2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cc7554a049_0_4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cc7554a049_0_4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107aaa41fe9_0_3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107aaa41fe9_0_3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cc7554a049_0_5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cc7554a049_0_5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107aaa41fe9_0_4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107aaa41fe9_0_4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cc7554a049_0_5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cc7554a049_0_5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107aaa41fe9_0_5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107aaa41fe9_0_5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cc7554a049_0_6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cc7554a049_0_6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107aaa41fe9_0_5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107aaa41fe9_0_5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cc7554a049_0_7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cc7554a049_0_7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1084717712b_0_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1084717712b_0_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cc7554a049_0_6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cc7554a049_0_6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083f33e91c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1083f33e91c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cc7554a049_0_7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cc7554a049_0_7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1083f33e91c_0_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1083f33e91c_0_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cc7554a049_0_5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cc7554a049_0_5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1083f33e91c_0_10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1083f33e91c_0_10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cc7554a049_0_8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cc7554a049_0_8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107aaa41fe9_0_49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107aaa41fe9_0_49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cc7554a049_0_83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cc7554a049_0_8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1083f33e91c_0_18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" name="Google Shape;1438;g1083f33e91c_0_1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cc7554a049_0_8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cc7554a049_0_8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1083f33e91c_0_2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1083f33e91c_0_2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cc7554a049_0_8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cc7554a049_0_8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g1083f33e91c_1_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2" name="Google Shape;1472;g1083f33e91c_1_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cc7554a049_0_8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cc7554a049_0_8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cc7554a049_0_8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cc7554a049_0_8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cc7554a049_0_8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cc7554a049_0_8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1083f33e91c_1_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1083f33e91c_1_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cc7554a049_0_8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cc7554a049_0_8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1083f33e91c_1_1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1083f33e91c_1_1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gcc7554a049_0_8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7" name="Google Shape;1547;gcc7554a049_0_8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1083f33e91c_0_2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1083f33e91c_0_2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gcf7a3c503a_0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2" name="Google Shape;1572;gcf7a3c503a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g1083f33e91c_2_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g1083f33e91c_2_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g1083f33e91c_2_3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0" name="Google Shape;1790;g1083f33e91c_2_3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gcc7554a049_0_88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8" name="Google Shape;1868;gcc7554a049_0_8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g1083f33e91c_2_5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5" name="Google Shape;1875;g1083f33e91c_2_5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g1083f33e91c_2_5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2" name="Google Shape;1882;g1083f33e91c_2_5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gcc7554a049_0_9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9" name="Google Shape;1889;gcc7554a049_0_9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g1083f33e91c_2_5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6" name="Google Shape;1896;g1083f33e91c_2_5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g1083f33e91c_2_5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3" name="Google Shape;1903;g1083f33e91c_2_5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freepik.com/" TargetMode="External"/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867300" y="2366275"/>
            <a:ext cx="7409400" cy="81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type="title" idx="2" hasCustomPrompt="1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type="subTitle" idx="1"/>
          </p:nvPr>
        </p:nvSpPr>
        <p:spPr>
          <a:xfrm>
            <a:off x="2291400" y="3305275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" name="Google Shape;19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 panose="020F0502020204030203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 panose="020F0502020204030203"/>
              <a:buChar char="■"/>
              <a:defRPr/>
            </a:lvl9pPr>
          </a:lstStyle>
          <a:p/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subTitle" idx="1"/>
          </p:nvPr>
        </p:nvSpPr>
        <p:spPr>
          <a:xfrm>
            <a:off x="50389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type="subTitle" idx="2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type="subTitle" idx="3"/>
          </p:nvPr>
        </p:nvSpPr>
        <p:spPr>
          <a:xfrm>
            <a:off x="16931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type="subTitle" idx="4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5" name="Google Shape;35;p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36;p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6935750" y="3931325"/>
            <a:ext cx="2549400" cy="13545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subTitle" idx="1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type="subTitle" idx="2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50800" lvl="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rgbClr val="37495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6" name="Google Shape;46;p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" name="Google Shape;47;p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1122500" y="1073000"/>
            <a:ext cx="6899100" cy="28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50" name="Google Shape;50;p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51;p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" name="Google Shape;52;p8"/>
          <p:cNvCxnSpPr/>
          <p:nvPr/>
        </p:nvCxnSpPr>
        <p:spPr>
          <a:xfrm flipH="1">
            <a:off x="7093250" y="3935075"/>
            <a:ext cx="2332800" cy="1347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" name="Google Shape;53;p8"/>
          <p:cNvCxnSpPr/>
          <p:nvPr/>
        </p:nvCxnSpPr>
        <p:spPr>
          <a:xfrm flipH="1">
            <a:off x="-420450" y="-121600"/>
            <a:ext cx="2332800" cy="1347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body" idx="1"/>
          </p:nvPr>
        </p:nvSpPr>
        <p:spPr>
          <a:xfrm>
            <a:off x="713225" y="441927"/>
            <a:ext cx="3557100" cy="9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Vidaloka"/>
                <a:ea typeface="Vidaloka"/>
                <a:cs typeface="Vidaloka"/>
                <a:sym typeface="Vidaloka"/>
              </a:defRPr>
            </a:lvl1pPr>
          </a:lstStyle>
          <a:p/>
        </p:txBody>
      </p:sp>
      <p:cxnSp>
        <p:nvCxnSpPr>
          <p:cNvPr id="62" name="Google Shape;62;p1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1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" name="Google Shape;64;p10"/>
          <p:cNvCxnSpPr/>
          <p:nvPr/>
        </p:nvCxnSpPr>
        <p:spPr>
          <a:xfrm rot="10800000" flipH="1">
            <a:off x="6144975" y="3103725"/>
            <a:ext cx="3118200" cy="22011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 hasCustomPrompt="1"/>
          </p:nvPr>
        </p:nvSpPr>
        <p:spPr>
          <a:xfrm>
            <a:off x="713225" y="1345363"/>
            <a:ext cx="7717500" cy="16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/>
          <p:nvPr>
            <p:ph type="subTitle" idx="1"/>
          </p:nvPr>
        </p:nvSpPr>
        <p:spPr>
          <a:xfrm>
            <a:off x="1514325" y="3188648"/>
            <a:ext cx="6120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68" name="Google Shape;68;p1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69;p1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70;p1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" name="Google Shape;71;p1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noFill/>
        <a:effectLst/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/>
        </p:txBody>
      </p:sp>
      <p:sp>
        <p:nvSpPr>
          <p:cNvPr id="76" name="Google Shape;76;p13"/>
          <p:cNvSpPr txBox="1"/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/>
        </p:txBody>
      </p:sp>
      <p:sp>
        <p:nvSpPr>
          <p:cNvPr id="78" name="Google Shape;78;p13"/>
          <p:cNvSpPr txBox="1"/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/>
        </p:txBody>
      </p:sp>
      <p:sp>
        <p:nvSpPr>
          <p:cNvPr id="80" name="Google Shape;80;p13"/>
          <p:cNvSpPr txBox="1"/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/>
        </p:txBody>
      </p:sp>
      <p:sp>
        <p:nvSpPr>
          <p:cNvPr id="82" name="Google Shape;82;p13"/>
          <p:cNvSpPr txBox="1"/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type="title" idx="9" hasCustomPrompt="1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type="title" idx="13" hasCustomPrompt="1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type="title" idx="14" hasCustomPrompt="1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type="title" idx="15" hasCustomPrompt="1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" name="Google Shape;91;p14"/>
          <p:cNvSpPr txBox="1"/>
          <p:nvPr>
            <p:ph type="title" idx="2" hasCustomPrompt="1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/>
          <p:nvPr>
            <p:ph type="subTitle" idx="1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" name="Google Shape;94;p14"/>
          <p:cNvSpPr txBox="1"/>
          <p:nvPr>
            <p:ph type="title" idx="4" hasCustomPrompt="1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/>
          <p:nvPr>
            <p:ph type="subTitle" idx="5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14"/>
          <p:cNvSpPr txBox="1"/>
          <p:nvPr>
            <p:ph type="title" idx="7" hasCustomPrompt="1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/>
          <p:nvPr>
            <p:ph type="subTitle" idx="8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p14"/>
          <p:cNvSpPr txBox="1"/>
          <p:nvPr>
            <p:ph type="title" idx="13" hasCustomPrompt="1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/>
          <p:nvPr>
            <p:ph type="subTitle" idx="14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4"/>
          <p:cNvSpPr txBox="1"/>
          <p:nvPr>
            <p:ph type="title" idx="16" hasCustomPrompt="1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/>
          <p:nvPr>
            <p:ph type="subTitle" idx="17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14"/>
          <p:cNvSpPr txBox="1"/>
          <p:nvPr>
            <p:ph type="title" idx="19" hasCustomPrompt="1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/>
          <p:nvPr>
            <p:ph type="subTitle" idx="20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2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20" name="Google Shape;120;p16"/>
          <p:cNvSpPr txBox="1"/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3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SECTION_TITLE_AND_DESCRIPTION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18"/>
          <p:cNvSpPr txBox="1"/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18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845550" y="1482825"/>
            <a:ext cx="74529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40" name="Google Shape;140;p19"/>
          <p:cNvSpPr txBox="1"/>
          <p:nvPr>
            <p:ph type="subTitle" idx="1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41" name="Google Shape;141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4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45" name="Google Shape;145;p20"/>
          <p:cNvSpPr txBox="1"/>
          <p:nvPr>
            <p:ph type="subTitle" idx="1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46" name="Google Shape;146;p2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147;p2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Google Shape;148;p2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" name="Google Shape;149;p2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" name="Google Shape;150;p2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2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5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427325" y="2511800"/>
            <a:ext cx="4965600" cy="1113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4" name="Google Shape;154;p21"/>
          <p:cNvSpPr txBox="1"/>
          <p:nvPr>
            <p:ph type="title" idx="2" hasCustomPrompt="1"/>
          </p:nvPr>
        </p:nvSpPr>
        <p:spPr>
          <a:xfrm>
            <a:off x="3741925" y="148469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55" name="Google Shape;155;p21"/>
          <p:cNvSpPr txBox="1"/>
          <p:nvPr>
            <p:ph type="subTitle" idx="1"/>
          </p:nvPr>
        </p:nvSpPr>
        <p:spPr>
          <a:xfrm>
            <a:off x="831625" y="3625000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6" name="Google Shape;156;p21"/>
          <p:cNvCxnSpPr/>
          <p:nvPr/>
        </p:nvCxnSpPr>
        <p:spPr>
          <a:xfrm rot="10800000">
            <a:off x="-30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21"/>
          <p:cNvCxnSpPr/>
          <p:nvPr/>
        </p:nvCxnSpPr>
        <p:spPr>
          <a:xfrm rot="10800000">
            <a:off x="-30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" name="Google Shape;158;p21"/>
          <p:cNvCxnSpPr/>
          <p:nvPr/>
        </p:nvCxnSpPr>
        <p:spPr>
          <a:xfrm>
            <a:off x="-112875" y="3979775"/>
            <a:ext cx="1378500" cy="1236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" name="Google Shape;159;p21"/>
          <p:cNvCxnSpPr/>
          <p:nvPr/>
        </p:nvCxnSpPr>
        <p:spPr>
          <a:xfrm>
            <a:off x="7908725" y="-88700"/>
            <a:ext cx="1418700" cy="1064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62" name="Google Shape;162;p2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2"/>
          <p:cNvCxnSpPr/>
          <p:nvPr/>
        </p:nvCxnSpPr>
        <p:spPr>
          <a:xfrm>
            <a:off x="7207350" y="-153175"/>
            <a:ext cx="2120400" cy="12738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6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p2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2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2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170;p2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171;p2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Google Shape;172;p2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7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1877475" y="445025"/>
            <a:ext cx="538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5" name="Google Shape;175;p24"/>
          <p:cNvSpPr txBox="1"/>
          <p:nvPr>
            <p:ph type="subTitle" idx="1"/>
          </p:nvPr>
        </p:nvSpPr>
        <p:spPr>
          <a:xfrm>
            <a:off x="3226708" y="14053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/>
        </p:txBody>
      </p:sp>
      <p:sp>
        <p:nvSpPr>
          <p:cNvPr id="176" name="Google Shape;176;p24"/>
          <p:cNvSpPr txBox="1"/>
          <p:nvPr>
            <p:ph type="subTitle" idx="2"/>
          </p:nvPr>
        </p:nvSpPr>
        <p:spPr>
          <a:xfrm>
            <a:off x="3226708" y="18064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4"/>
          <p:cNvSpPr txBox="1"/>
          <p:nvPr>
            <p:ph type="subTitle" idx="3"/>
          </p:nvPr>
        </p:nvSpPr>
        <p:spPr>
          <a:xfrm>
            <a:off x="719108" y="14053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/>
        </p:txBody>
      </p:sp>
      <p:sp>
        <p:nvSpPr>
          <p:cNvPr id="178" name="Google Shape;178;p24"/>
          <p:cNvSpPr txBox="1"/>
          <p:nvPr>
            <p:ph type="subTitle" idx="4"/>
          </p:nvPr>
        </p:nvSpPr>
        <p:spPr>
          <a:xfrm>
            <a:off x="719108" y="18064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4"/>
          <p:cNvSpPr txBox="1"/>
          <p:nvPr>
            <p:ph type="subTitle" idx="5"/>
          </p:nvPr>
        </p:nvSpPr>
        <p:spPr>
          <a:xfrm>
            <a:off x="3226708" y="3171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/>
        </p:txBody>
      </p:sp>
      <p:sp>
        <p:nvSpPr>
          <p:cNvPr id="180" name="Google Shape;180;p24"/>
          <p:cNvSpPr txBox="1"/>
          <p:nvPr>
            <p:ph type="subTitle" idx="6"/>
          </p:nvPr>
        </p:nvSpPr>
        <p:spPr>
          <a:xfrm>
            <a:off x="3226708" y="3565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4"/>
          <p:cNvSpPr txBox="1"/>
          <p:nvPr>
            <p:ph type="subTitle" idx="7"/>
          </p:nvPr>
        </p:nvSpPr>
        <p:spPr>
          <a:xfrm>
            <a:off x="719108" y="3171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/>
        </p:txBody>
      </p:sp>
      <p:sp>
        <p:nvSpPr>
          <p:cNvPr id="182" name="Google Shape;182;p24"/>
          <p:cNvSpPr txBox="1"/>
          <p:nvPr>
            <p:ph type="subTitle" idx="8"/>
          </p:nvPr>
        </p:nvSpPr>
        <p:spPr>
          <a:xfrm>
            <a:off x="719158" y="3565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83" name="Google Shape;183;p2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184;p2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8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Google Shape;186;p2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" name="Google Shape;187;p2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" name="Google Shape;188;p25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2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0" name="Google Shape;190;p25"/>
          <p:cNvSpPr txBox="1"/>
          <p:nvPr>
            <p:ph type="body" idx="1"/>
          </p:nvPr>
        </p:nvSpPr>
        <p:spPr>
          <a:xfrm>
            <a:off x="5547900" y="3007750"/>
            <a:ext cx="2883000" cy="15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CUSTOM_19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 hasCustomPrompt="1"/>
          </p:nvPr>
        </p:nvSpPr>
        <p:spPr>
          <a:xfrm>
            <a:off x="713225" y="1345375"/>
            <a:ext cx="6120300" cy="16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3" name="Google Shape;193;p26"/>
          <p:cNvSpPr txBox="1"/>
          <p:nvPr>
            <p:ph type="subTitle" idx="1"/>
          </p:nvPr>
        </p:nvSpPr>
        <p:spPr>
          <a:xfrm>
            <a:off x="713225" y="3188648"/>
            <a:ext cx="6120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94" name="Google Shape;194;p2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2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26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type="title"/>
          </p:nvPr>
        </p:nvSpPr>
        <p:spPr>
          <a:xfrm>
            <a:off x="4346500" y="2467375"/>
            <a:ext cx="4083600" cy="120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0" name="Google Shape;200;p27"/>
          <p:cNvSpPr txBox="1"/>
          <p:nvPr>
            <p:ph type="title" idx="2" hasCustomPrompt="1"/>
          </p:nvPr>
        </p:nvSpPr>
        <p:spPr>
          <a:xfrm>
            <a:off x="4956100" y="1021325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201" name="Google Shape;201;p27"/>
          <p:cNvSpPr txBox="1"/>
          <p:nvPr>
            <p:ph type="subTitle" idx="1"/>
          </p:nvPr>
        </p:nvSpPr>
        <p:spPr>
          <a:xfrm>
            <a:off x="4346500" y="3649675"/>
            <a:ext cx="40836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2" name="Google Shape;202;p2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2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27"/>
          <p:cNvCxnSpPr/>
          <p:nvPr/>
        </p:nvCxnSpPr>
        <p:spPr>
          <a:xfrm>
            <a:off x="-209600" y="2402450"/>
            <a:ext cx="3144300" cy="27897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20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4373850" y="944250"/>
            <a:ext cx="4009500" cy="64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7" name="Google Shape;207;p28"/>
          <p:cNvSpPr txBox="1"/>
          <p:nvPr>
            <p:ph type="title" idx="2" hasCustomPrompt="1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208" name="Google Shape;208;p28"/>
          <p:cNvSpPr txBox="1"/>
          <p:nvPr>
            <p:ph type="subTitle" idx="1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9" name="Google Shape;209;p2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2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" name="Google Shape;212;p2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8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8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3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type="title"/>
          </p:nvPr>
        </p:nvSpPr>
        <p:spPr>
          <a:xfrm>
            <a:off x="1043725" y="922567"/>
            <a:ext cx="3123000" cy="22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7" name="Google Shape;217;p29"/>
          <p:cNvSpPr txBox="1"/>
          <p:nvPr>
            <p:ph type="subTitle" idx="1"/>
          </p:nvPr>
        </p:nvSpPr>
        <p:spPr>
          <a:xfrm>
            <a:off x="1043725" y="3360938"/>
            <a:ext cx="3013500" cy="7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18" name="Google Shape;218;p2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p2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9"/>
          <p:cNvCxnSpPr/>
          <p:nvPr/>
        </p:nvCxnSpPr>
        <p:spPr>
          <a:xfrm>
            <a:off x="5322650" y="-80625"/>
            <a:ext cx="4005000" cy="2007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type="title"/>
          </p:nvPr>
        </p:nvSpPr>
        <p:spPr>
          <a:xfrm>
            <a:off x="5310925" y="962565"/>
            <a:ext cx="3123000" cy="22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3" name="Google Shape;223;p30"/>
          <p:cNvSpPr txBox="1"/>
          <p:nvPr>
            <p:ph type="subTitle" idx="1"/>
          </p:nvPr>
        </p:nvSpPr>
        <p:spPr>
          <a:xfrm>
            <a:off x="5310925" y="3400935"/>
            <a:ext cx="3013500" cy="7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24" name="Google Shape;224;p3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3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" name="Google Shape;226;p3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" name="Google Shape;227;p3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" name="Google Shape;228;p3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" name="Google Shape;229;p3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/>
          <p:nvPr>
            <p:ph type="subTitle" idx="1"/>
          </p:nvPr>
        </p:nvSpPr>
        <p:spPr>
          <a:xfrm>
            <a:off x="3509000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2" name="Google Shape;232;p31"/>
          <p:cNvSpPr txBox="1"/>
          <p:nvPr>
            <p:ph type="subTitle" idx="2"/>
          </p:nvPr>
        </p:nvSpPr>
        <p:spPr>
          <a:xfrm>
            <a:off x="3509025" y="2948247"/>
            <a:ext cx="212610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1"/>
          <p:cNvSpPr txBox="1"/>
          <p:nvPr>
            <p:ph type="subTitle" idx="3"/>
          </p:nvPr>
        </p:nvSpPr>
        <p:spPr>
          <a:xfrm>
            <a:off x="953025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4" name="Google Shape;234;p31"/>
          <p:cNvSpPr txBox="1"/>
          <p:nvPr>
            <p:ph type="subTitle" idx="4"/>
          </p:nvPr>
        </p:nvSpPr>
        <p:spPr>
          <a:xfrm>
            <a:off x="953125" y="2948247"/>
            <a:ext cx="212610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1"/>
          <p:cNvSpPr txBox="1"/>
          <p:nvPr>
            <p:ph type="subTitle" idx="5"/>
          </p:nvPr>
        </p:nvSpPr>
        <p:spPr>
          <a:xfrm>
            <a:off x="6064875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6" name="Google Shape;236;p31"/>
          <p:cNvSpPr txBox="1"/>
          <p:nvPr>
            <p:ph type="subTitle" idx="6"/>
          </p:nvPr>
        </p:nvSpPr>
        <p:spPr>
          <a:xfrm>
            <a:off x="6064875" y="2948247"/>
            <a:ext cx="212610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38" name="Google Shape;238;p3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3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2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type="subTitle" idx="1"/>
          </p:nvPr>
        </p:nvSpPr>
        <p:spPr>
          <a:xfrm>
            <a:off x="3509000" y="16938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2" name="Google Shape;242;p32"/>
          <p:cNvSpPr txBox="1"/>
          <p:nvPr>
            <p:ph type="subTitle" idx="2"/>
          </p:nvPr>
        </p:nvSpPr>
        <p:spPr>
          <a:xfrm>
            <a:off x="3509025" y="21100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32"/>
          <p:cNvSpPr txBox="1"/>
          <p:nvPr>
            <p:ph type="subTitle" idx="3"/>
          </p:nvPr>
        </p:nvSpPr>
        <p:spPr>
          <a:xfrm>
            <a:off x="953025" y="16938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4" name="Google Shape;244;p32"/>
          <p:cNvSpPr txBox="1"/>
          <p:nvPr>
            <p:ph type="subTitle" idx="4"/>
          </p:nvPr>
        </p:nvSpPr>
        <p:spPr>
          <a:xfrm>
            <a:off x="953125" y="21100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2"/>
          <p:cNvSpPr txBox="1"/>
          <p:nvPr>
            <p:ph type="subTitle" idx="5"/>
          </p:nvPr>
        </p:nvSpPr>
        <p:spPr>
          <a:xfrm>
            <a:off x="6064875" y="16938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6" name="Google Shape;246;p32"/>
          <p:cNvSpPr txBox="1"/>
          <p:nvPr>
            <p:ph type="subTitle" idx="6"/>
          </p:nvPr>
        </p:nvSpPr>
        <p:spPr>
          <a:xfrm>
            <a:off x="6064875" y="21100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32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248" name="Google Shape;248;p32"/>
          <p:cNvSpPr txBox="1"/>
          <p:nvPr>
            <p:ph type="subTitle" idx="7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9" name="Google Shape;249;p32"/>
          <p:cNvSpPr txBox="1"/>
          <p:nvPr>
            <p:ph type="subTitle" idx="8"/>
          </p:nvPr>
        </p:nvSpPr>
        <p:spPr>
          <a:xfrm>
            <a:off x="3509025" y="38149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2"/>
          <p:cNvSpPr txBox="1"/>
          <p:nvPr>
            <p:ph type="subTitle" idx="9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1" name="Google Shape;251;p32"/>
          <p:cNvSpPr txBox="1"/>
          <p:nvPr>
            <p:ph type="subTitle" idx="13"/>
          </p:nvPr>
        </p:nvSpPr>
        <p:spPr>
          <a:xfrm>
            <a:off x="953125" y="38149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2"/>
          <p:cNvSpPr txBox="1"/>
          <p:nvPr>
            <p:ph type="subTitle" idx="14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3" name="Google Shape;253;p32"/>
          <p:cNvSpPr txBox="1"/>
          <p:nvPr>
            <p:ph type="subTitle" idx="15"/>
          </p:nvPr>
        </p:nvSpPr>
        <p:spPr>
          <a:xfrm>
            <a:off x="6064875" y="38149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54" name="Google Shape;254;p3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5" name="Google Shape;255;p3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6" name="Google Shape;256;p3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" name="Google Shape;257;p3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3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/>
          <p:nvPr>
            <p:ph type="subTitle" idx="1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0" name="Google Shape;260;p33"/>
          <p:cNvSpPr txBox="1"/>
          <p:nvPr>
            <p:ph type="subTitle" idx="2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3"/>
          <p:cNvSpPr txBox="1"/>
          <p:nvPr>
            <p:ph type="subTitle" idx="3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2" name="Google Shape;262;p33"/>
          <p:cNvSpPr txBox="1"/>
          <p:nvPr>
            <p:ph type="subTitle" idx="4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type="subTitle" idx="5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4" name="Google Shape;264;p33"/>
          <p:cNvSpPr txBox="1"/>
          <p:nvPr>
            <p:ph type="subTitle" idx="6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3"/>
          <p:cNvSpPr txBox="1"/>
          <p:nvPr>
            <p:ph type="subTitle" idx="7"/>
          </p:nvPr>
        </p:nvSpPr>
        <p:spPr>
          <a:xfrm>
            <a:off x="3414050" y="34533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6" name="Google Shape;266;p33"/>
          <p:cNvSpPr txBox="1"/>
          <p:nvPr>
            <p:ph type="subTitle" idx="8"/>
          </p:nvPr>
        </p:nvSpPr>
        <p:spPr>
          <a:xfrm>
            <a:off x="3564200" y="38695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33"/>
          <p:cNvSpPr txBox="1"/>
          <p:nvPr>
            <p:ph type="subTitle" idx="9"/>
          </p:nvPr>
        </p:nvSpPr>
        <p:spPr>
          <a:xfrm>
            <a:off x="705725" y="34533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8" name="Google Shape;268;p33"/>
          <p:cNvSpPr txBox="1"/>
          <p:nvPr>
            <p:ph type="subTitle" idx="13"/>
          </p:nvPr>
        </p:nvSpPr>
        <p:spPr>
          <a:xfrm>
            <a:off x="855875" y="38695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33"/>
          <p:cNvSpPr txBox="1"/>
          <p:nvPr>
            <p:ph type="subTitle" idx="14"/>
          </p:nvPr>
        </p:nvSpPr>
        <p:spPr>
          <a:xfrm>
            <a:off x="6122325" y="34533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type="subTitle" idx="15"/>
          </p:nvPr>
        </p:nvSpPr>
        <p:spPr>
          <a:xfrm>
            <a:off x="6272475" y="38695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3"/>
          <p:cNvSpPr txBox="1"/>
          <p:nvPr>
            <p:ph type="title"/>
          </p:nvPr>
        </p:nvSpPr>
        <p:spPr>
          <a:xfrm>
            <a:off x="713225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72" name="Google Shape;272;p3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3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33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>
            <p:ph type="subTitle" idx="1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6" name="Google Shape;276;p34"/>
          <p:cNvSpPr txBox="1"/>
          <p:nvPr>
            <p:ph type="subTitle" idx="2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4"/>
          <p:cNvSpPr txBox="1"/>
          <p:nvPr>
            <p:ph type="subTitle" idx="3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8" name="Google Shape;278;p34"/>
          <p:cNvSpPr txBox="1"/>
          <p:nvPr>
            <p:ph type="subTitle" idx="4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type="subTitle" idx="5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80" name="Google Shape;280;p34"/>
          <p:cNvSpPr txBox="1"/>
          <p:nvPr>
            <p:ph type="subTitle" idx="6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34"/>
          <p:cNvSpPr txBox="1"/>
          <p:nvPr>
            <p:ph type="subTitle" idx="7"/>
          </p:nvPr>
        </p:nvSpPr>
        <p:spPr>
          <a:xfrm>
            <a:off x="2059863" y="31485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82" name="Google Shape;282;p34"/>
          <p:cNvSpPr txBox="1"/>
          <p:nvPr>
            <p:ph type="subTitle" idx="8"/>
          </p:nvPr>
        </p:nvSpPr>
        <p:spPr>
          <a:xfrm>
            <a:off x="2210013" y="35647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34"/>
          <p:cNvSpPr txBox="1"/>
          <p:nvPr>
            <p:ph type="subTitle" idx="9"/>
          </p:nvPr>
        </p:nvSpPr>
        <p:spPr>
          <a:xfrm>
            <a:off x="4768138" y="31485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84" name="Google Shape;284;p34"/>
          <p:cNvSpPr txBox="1"/>
          <p:nvPr>
            <p:ph type="subTitle" idx="13"/>
          </p:nvPr>
        </p:nvSpPr>
        <p:spPr>
          <a:xfrm>
            <a:off x="4918288" y="35647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34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86" name="Google Shape;286;p3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3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3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3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34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/>
          <p:nvPr>
            <p:ph type="title"/>
          </p:nvPr>
        </p:nvSpPr>
        <p:spPr>
          <a:xfrm>
            <a:off x="716225" y="1073000"/>
            <a:ext cx="5640600" cy="28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292" name="Google Shape;292;p3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" name="Google Shape;293;p3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" name="Google Shape;294;p35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5" name="Google Shape;295;p3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" name="Google Shape;296;p35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" name="Google Shape;297;p35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35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/>
          <p:nvPr>
            <p:ph type="subTitle" idx="1"/>
          </p:nvPr>
        </p:nvSpPr>
        <p:spPr>
          <a:xfrm>
            <a:off x="4916850" y="1894200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0" name="Google Shape;300;p36"/>
          <p:cNvSpPr txBox="1"/>
          <p:nvPr>
            <p:ph type="subTitle" idx="2"/>
          </p:nvPr>
        </p:nvSpPr>
        <p:spPr>
          <a:xfrm>
            <a:off x="5058900" y="229647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6"/>
          <p:cNvSpPr txBox="1"/>
          <p:nvPr>
            <p:ph type="subTitle" idx="3"/>
          </p:nvPr>
        </p:nvSpPr>
        <p:spPr>
          <a:xfrm>
            <a:off x="1911150" y="1894200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2" name="Google Shape;302;p36"/>
          <p:cNvSpPr txBox="1"/>
          <p:nvPr>
            <p:ph type="subTitle" idx="4"/>
          </p:nvPr>
        </p:nvSpPr>
        <p:spPr>
          <a:xfrm>
            <a:off x="2053300" y="229647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36"/>
          <p:cNvSpPr txBox="1"/>
          <p:nvPr>
            <p:ph type="subTitle" idx="5"/>
          </p:nvPr>
        </p:nvSpPr>
        <p:spPr>
          <a:xfrm>
            <a:off x="4916850" y="3528902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4" name="Google Shape;304;p36"/>
          <p:cNvSpPr txBox="1"/>
          <p:nvPr>
            <p:ph type="subTitle" idx="6"/>
          </p:nvPr>
        </p:nvSpPr>
        <p:spPr>
          <a:xfrm>
            <a:off x="5058900" y="392373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36"/>
          <p:cNvSpPr txBox="1"/>
          <p:nvPr>
            <p:ph type="subTitle" idx="7"/>
          </p:nvPr>
        </p:nvSpPr>
        <p:spPr>
          <a:xfrm>
            <a:off x="1911150" y="3528902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6" name="Google Shape;306;p36"/>
          <p:cNvSpPr txBox="1"/>
          <p:nvPr>
            <p:ph type="subTitle" idx="8"/>
          </p:nvPr>
        </p:nvSpPr>
        <p:spPr>
          <a:xfrm>
            <a:off x="2053200" y="392373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36"/>
          <p:cNvSpPr txBox="1"/>
          <p:nvPr>
            <p:ph type="title"/>
          </p:nvPr>
        </p:nvSpPr>
        <p:spPr>
          <a:xfrm>
            <a:off x="713225" y="445025"/>
            <a:ext cx="648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08" name="Google Shape;308;p3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3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36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7"/>
          <p:cNvSpPr txBox="1"/>
          <p:nvPr>
            <p:ph type="subTitle" idx="1"/>
          </p:nvPr>
        </p:nvSpPr>
        <p:spPr>
          <a:xfrm>
            <a:off x="3571925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2" name="Google Shape;312;p37"/>
          <p:cNvSpPr txBox="1"/>
          <p:nvPr>
            <p:ph type="subTitle" idx="2"/>
          </p:nvPr>
        </p:nvSpPr>
        <p:spPr>
          <a:xfrm>
            <a:off x="3571925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37"/>
          <p:cNvSpPr txBox="1"/>
          <p:nvPr>
            <p:ph type="subTitle" idx="3"/>
          </p:nvPr>
        </p:nvSpPr>
        <p:spPr>
          <a:xfrm>
            <a:off x="1088400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4" name="Google Shape;314;p37"/>
          <p:cNvSpPr txBox="1"/>
          <p:nvPr>
            <p:ph type="subTitle" idx="4"/>
          </p:nvPr>
        </p:nvSpPr>
        <p:spPr>
          <a:xfrm>
            <a:off x="1088400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37"/>
          <p:cNvSpPr txBox="1"/>
          <p:nvPr>
            <p:ph type="subTitle" idx="5"/>
          </p:nvPr>
        </p:nvSpPr>
        <p:spPr>
          <a:xfrm>
            <a:off x="6055450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6" name="Google Shape;316;p37"/>
          <p:cNvSpPr txBox="1"/>
          <p:nvPr>
            <p:ph type="subTitle" idx="6"/>
          </p:nvPr>
        </p:nvSpPr>
        <p:spPr>
          <a:xfrm>
            <a:off x="6055450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37"/>
          <p:cNvSpPr txBox="1"/>
          <p:nvPr>
            <p:ph type="title"/>
          </p:nvPr>
        </p:nvSpPr>
        <p:spPr>
          <a:xfrm>
            <a:off x="713225" y="445025"/>
            <a:ext cx="5517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18" name="Google Shape;318;p3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" name="Google Shape;319;p3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" name="Google Shape;320;p37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23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2" name="Google Shape;322;p3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" name="Google Shape;323;p3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Google Shape;324;p3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Google Shape;325;p3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38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" name="Google Shape;327;p38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8" name="Google Shape;328;p38"/>
          <p:cNvSpPr txBox="1"/>
          <p:nvPr>
            <p:ph type="title"/>
          </p:nvPr>
        </p:nvSpPr>
        <p:spPr>
          <a:xfrm>
            <a:off x="2780100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9" name="Google Shape;329;p38"/>
          <p:cNvSpPr txBox="1"/>
          <p:nvPr>
            <p:ph type="subTitle" idx="1"/>
          </p:nvPr>
        </p:nvSpPr>
        <p:spPr>
          <a:xfrm>
            <a:off x="5306650" y="17101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/>
        </p:txBody>
      </p:sp>
      <p:sp>
        <p:nvSpPr>
          <p:cNvPr id="330" name="Google Shape;330;p38"/>
          <p:cNvSpPr txBox="1"/>
          <p:nvPr>
            <p:ph type="subTitle" idx="2"/>
          </p:nvPr>
        </p:nvSpPr>
        <p:spPr>
          <a:xfrm>
            <a:off x="5306650" y="21112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38"/>
          <p:cNvSpPr txBox="1"/>
          <p:nvPr>
            <p:ph type="subTitle" idx="3"/>
          </p:nvPr>
        </p:nvSpPr>
        <p:spPr>
          <a:xfrm>
            <a:off x="1351250" y="17101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/>
        </p:txBody>
      </p:sp>
      <p:sp>
        <p:nvSpPr>
          <p:cNvPr id="332" name="Google Shape;332;p38"/>
          <p:cNvSpPr txBox="1"/>
          <p:nvPr>
            <p:ph type="subTitle" idx="4"/>
          </p:nvPr>
        </p:nvSpPr>
        <p:spPr>
          <a:xfrm>
            <a:off x="1351250" y="21112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38"/>
          <p:cNvSpPr txBox="1"/>
          <p:nvPr>
            <p:ph type="subTitle" idx="5"/>
          </p:nvPr>
        </p:nvSpPr>
        <p:spPr>
          <a:xfrm>
            <a:off x="5306650" y="3552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/>
        </p:txBody>
      </p:sp>
      <p:sp>
        <p:nvSpPr>
          <p:cNvPr id="334" name="Google Shape;334;p38"/>
          <p:cNvSpPr txBox="1"/>
          <p:nvPr>
            <p:ph type="subTitle" idx="6"/>
          </p:nvPr>
        </p:nvSpPr>
        <p:spPr>
          <a:xfrm>
            <a:off x="5306650" y="3946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38"/>
          <p:cNvSpPr txBox="1"/>
          <p:nvPr>
            <p:ph type="subTitle" idx="7"/>
          </p:nvPr>
        </p:nvSpPr>
        <p:spPr>
          <a:xfrm>
            <a:off x="1351250" y="3552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/>
        </p:txBody>
      </p:sp>
      <p:sp>
        <p:nvSpPr>
          <p:cNvPr id="336" name="Google Shape;336;p38"/>
          <p:cNvSpPr txBox="1"/>
          <p:nvPr>
            <p:ph type="subTitle" idx="8"/>
          </p:nvPr>
        </p:nvSpPr>
        <p:spPr>
          <a:xfrm>
            <a:off x="1351300" y="3946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38"/>
          <p:cNvSpPr txBox="1"/>
          <p:nvPr>
            <p:ph type="title" idx="9" hasCustomPrompt="1"/>
          </p:nvPr>
        </p:nvSpPr>
        <p:spPr>
          <a:xfrm>
            <a:off x="1351250" y="1131425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8" name="Google Shape;338;p38"/>
          <p:cNvSpPr txBox="1"/>
          <p:nvPr>
            <p:ph type="title" idx="13" hasCustomPrompt="1"/>
          </p:nvPr>
        </p:nvSpPr>
        <p:spPr>
          <a:xfrm>
            <a:off x="5306650" y="1131425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9" name="Google Shape;339;p38"/>
          <p:cNvSpPr txBox="1"/>
          <p:nvPr>
            <p:ph type="title" idx="14" hasCustomPrompt="1"/>
          </p:nvPr>
        </p:nvSpPr>
        <p:spPr>
          <a:xfrm>
            <a:off x="1351300" y="2964563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0" name="Google Shape;340;p38"/>
          <p:cNvSpPr txBox="1"/>
          <p:nvPr>
            <p:ph type="title" idx="15" hasCustomPrompt="1"/>
          </p:nvPr>
        </p:nvSpPr>
        <p:spPr>
          <a:xfrm>
            <a:off x="5306650" y="2964563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4_2_1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9"/>
          <p:cNvSpPr txBox="1"/>
          <p:nvPr>
            <p:ph type="subTitle" idx="1"/>
          </p:nvPr>
        </p:nvSpPr>
        <p:spPr>
          <a:xfrm>
            <a:off x="3718325" y="3294199"/>
            <a:ext cx="16428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3" name="Google Shape;343;p39"/>
          <p:cNvSpPr txBox="1"/>
          <p:nvPr>
            <p:ph type="subTitle" idx="2"/>
          </p:nvPr>
        </p:nvSpPr>
        <p:spPr>
          <a:xfrm>
            <a:off x="3617675" y="3703897"/>
            <a:ext cx="184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4" name="Google Shape;344;p39"/>
          <p:cNvSpPr txBox="1"/>
          <p:nvPr>
            <p:ph type="subTitle" idx="3"/>
          </p:nvPr>
        </p:nvSpPr>
        <p:spPr>
          <a:xfrm>
            <a:off x="1328025" y="3294199"/>
            <a:ext cx="16428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5" name="Google Shape;345;p39"/>
          <p:cNvSpPr txBox="1"/>
          <p:nvPr>
            <p:ph type="subTitle" idx="4"/>
          </p:nvPr>
        </p:nvSpPr>
        <p:spPr>
          <a:xfrm>
            <a:off x="1227426" y="3703897"/>
            <a:ext cx="184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6" name="Google Shape;346;p39"/>
          <p:cNvSpPr txBox="1"/>
          <p:nvPr>
            <p:ph type="subTitle" idx="5"/>
          </p:nvPr>
        </p:nvSpPr>
        <p:spPr>
          <a:xfrm>
            <a:off x="6108550" y="3294199"/>
            <a:ext cx="16431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7" name="Google Shape;347;p39"/>
          <p:cNvSpPr txBox="1"/>
          <p:nvPr>
            <p:ph type="subTitle" idx="6"/>
          </p:nvPr>
        </p:nvSpPr>
        <p:spPr>
          <a:xfrm>
            <a:off x="6008050" y="3703897"/>
            <a:ext cx="184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8" name="Google Shape;348;p39"/>
          <p:cNvSpPr txBox="1"/>
          <p:nvPr>
            <p:ph type="title"/>
          </p:nvPr>
        </p:nvSpPr>
        <p:spPr>
          <a:xfrm>
            <a:off x="713225" y="445025"/>
            <a:ext cx="318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49" name="Google Shape;349;p3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0" name="Google Shape;350;p3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CUSTOM_5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"/>
          <p:cNvSpPr txBox="1"/>
          <p:nvPr>
            <p:ph type="subTitle" idx="1"/>
          </p:nvPr>
        </p:nvSpPr>
        <p:spPr>
          <a:xfrm>
            <a:off x="4750175" y="1632746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3" name="Google Shape;353;p40"/>
          <p:cNvSpPr txBox="1"/>
          <p:nvPr>
            <p:ph type="subTitle" idx="2"/>
          </p:nvPr>
        </p:nvSpPr>
        <p:spPr>
          <a:xfrm>
            <a:off x="4750184" y="2035022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0"/>
          <p:cNvSpPr txBox="1"/>
          <p:nvPr>
            <p:ph type="subTitle" idx="3"/>
          </p:nvPr>
        </p:nvSpPr>
        <p:spPr>
          <a:xfrm>
            <a:off x="2306450" y="1632746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5" name="Google Shape;355;p40"/>
          <p:cNvSpPr txBox="1"/>
          <p:nvPr>
            <p:ph type="subTitle" idx="4"/>
          </p:nvPr>
        </p:nvSpPr>
        <p:spPr>
          <a:xfrm>
            <a:off x="2306462" y="2035022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40"/>
          <p:cNvSpPr txBox="1"/>
          <p:nvPr>
            <p:ph type="subTitle" idx="5"/>
          </p:nvPr>
        </p:nvSpPr>
        <p:spPr>
          <a:xfrm>
            <a:off x="4750175" y="3062273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7" name="Google Shape;357;p40"/>
          <p:cNvSpPr txBox="1"/>
          <p:nvPr>
            <p:ph type="subTitle" idx="6"/>
          </p:nvPr>
        </p:nvSpPr>
        <p:spPr>
          <a:xfrm>
            <a:off x="4750184" y="3471047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40"/>
          <p:cNvSpPr txBox="1"/>
          <p:nvPr>
            <p:ph type="subTitle" idx="7"/>
          </p:nvPr>
        </p:nvSpPr>
        <p:spPr>
          <a:xfrm>
            <a:off x="2306450" y="3062273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9" name="Google Shape;359;p40"/>
          <p:cNvSpPr txBox="1"/>
          <p:nvPr>
            <p:ph type="subTitle" idx="8"/>
          </p:nvPr>
        </p:nvSpPr>
        <p:spPr>
          <a:xfrm>
            <a:off x="2306462" y="3471047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40"/>
          <p:cNvSpPr txBox="1"/>
          <p:nvPr>
            <p:ph type="title"/>
          </p:nvPr>
        </p:nvSpPr>
        <p:spPr>
          <a:xfrm>
            <a:off x="713225" y="445025"/>
            <a:ext cx="2785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61" name="Google Shape;361;p4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" name="Google Shape;362;p4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CUSTOM_26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4" name="Google Shape;364;p4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5" name="Google Shape;365;p4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" name="Google Shape;366;p4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" name="Google Shape;367;p4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8" name="Google Shape;368;p41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9" name="Google Shape;369;p41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0" name="Google Shape;370;p41"/>
          <p:cNvSpPr txBox="1"/>
          <p:nvPr>
            <p:ph type="subTitle" idx="1"/>
          </p:nvPr>
        </p:nvSpPr>
        <p:spPr>
          <a:xfrm>
            <a:off x="728750" y="1112872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1" name="Google Shape;371;p41"/>
          <p:cNvSpPr txBox="1"/>
          <p:nvPr>
            <p:ph type="subTitle" idx="2"/>
          </p:nvPr>
        </p:nvSpPr>
        <p:spPr>
          <a:xfrm>
            <a:off x="728762" y="1515149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41"/>
          <p:cNvSpPr txBox="1"/>
          <p:nvPr>
            <p:ph type="subTitle" idx="3"/>
          </p:nvPr>
        </p:nvSpPr>
        <p:spPr>
          <a:xfrm>
            <a:off x="728750" y="2036386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3" name="Google Shape;373;p41"/>
          <p:cNvSpPr txBox="1"/>
          <p:nvPr>
            <p:ph type="subTitle" idx="4"/>
          </p:nvPr>
        </p:nvSpPr>
        <p:spPr>
          <a:xfrm>
            <a:off x="728762" y="2445160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41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375" name="Google Shape;375;p41"/>
          <p:cNvSpPr txBox="1"/>
          <p:nvPr>
            <p:ph type="subTitle" idx="5"/>
          </p:nvPr>
        </p:nvSpPr>
        <p:spPr>
          <a:xfrm>
            <a:off x="728750" y="2997225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6" name="Google Shape;376;p41"/>
          <p:cNvSpPr txBox="1"/>
          <p:nvPr>
            <p:ph type="subTitle" idx="6"/>
          </p:nvPr>
        </p:nvSpPr>
        <p:spPr>
          <a:xfrm>
            <a:off x="728762" y="3405999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6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/>
          <p:nvPr>
            <p:ph type="title" hasCustomPrompt="1"/>
          </p:nvPr>
        </p:nvSpPr>
        <p:spPr>
          <a:xfrm>
            <a:off x="2592925" y="714600"/>
            <a:ext cx="39582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9pPr>
          </a:lstStyle>
          <a:p>
            <a:r>
              <a:t>xx%</a:t>
            </a:r>
          </a:p>
        </p:txBody>
      </p:sp>
      <p:sp>
        <p:nvSpPr>
          <p:cNvPr id="379" name="Google Shape;379;p42"/>
          <p:cNvSpPr txBox="1"/>
          <p:nvPr>
            <p:ph type="subTitle" idx="1"/>
          </p:nvPr>
        </p:nvSpPr>
        <p:spPr>
          <a:xfrm>
            <a:off x="2364984" y="1346400"/>
            <a:ext cx="4414200" cy="3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42"/>
          <p:cNvSpPr txBox="1"/>
          <p:nvPr>
            <p:ph type="title" idx="2" hasCustomPrompt="1"/>
          </p:nvPr>
        </p:nvSpPr>
        <p:spPr>
          <a:xfrm>
            <a:off x="2592925" y="2063025"/>
            <a:ext cx="39582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9pPr>
          </a:lstStyle>
          <a:p>
            <a:r>
              <a:t>xx%</a:t>
            </a:r>
          </a:p>
        </p:txBody>
      </p:sp>
      <p:sp>
        <p:nvSpPr>
          <p:cNvPr id="381" name="Google Shape;381;p42"/>
          <p:cNvSpPr txBox="1"/>
          <p:nvPr>
            <p:ph type="subTitle" idx="3"/>
          </p:nvPr>
        </p:nvSpPr>
        <p:spPr>
          <a:xfrm>
            <a:off x="2364984" y="2694825"/>
            <a:ext cx="4414200" cy="3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42"/>
          <p:cNvSpPr txBox="1"/>
          <p:nvPr>
            <p:ph type="title" idx="4" hasCustomPrompt="1"/>
          </p:nvPr>
        </p:nvSpPr>
        <p:spPr>
          <a:xfrm>
            <a:off x="2592925" y="3411450"/>
            <a:ext cx="39582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9pPr>
          </a:lstStyle>
          <a:p>
            <a:r>
              <a:t>xx%</a:t>
            </a:r>
          </a:p>
        </p:txBody>
      </p:sp>
      <p:sp>
        <p:nvSpPr>
          <p:cNvPr id="383" name="Google Shape;383;p42"/>
          <p:cNvSpPr txBox="1"/>
          <p:nvPr>
            <p:ph type="subTitle" idx="5"/>
          </p:nvPr>
        </p:nvSpPr>
        <p:spPr>
          <a:xfrm>
            <a:off x="2364950" y="4043250"/>
            <a:ext cx="4414200" cy="3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84" name="Google Shape;384;p4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5" name="Google Shape;385;p4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28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"/>
          <p:cNvSpPr txBox="1"/>
          <p:nvPr>
            <p:ph type="subTitle" idx="1"/>
          </p:nvPr>
        </p:nvSpPr>
        <p:spPr>
          <a:xfrm>
            <a:off x="5700609" y="2084269"/>
            <a:ext cx="27645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type="subTitle" idx="2"/>
          </p:nvPr>
        </p:nvSpPr>
        <p:spPr>
          <a:xfrm>
            <a:off x="5700621" y="2486544"/>
            <a:ext cx="276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3"/>
          <p:cNvSpPr txBox="1"/>
          <p:nvPr>
            <p:ph type="subTitle" idx="3"/>
          </p:nvPr>
        </p:nvSpPr>
        <p:spPr>
          <a:xfrm>
            <a:off x="1973988" y="902134"/>
            <a:ext cx="27645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90" name="Google Shape;390;p43"/>
          <p:cNvSpPr txBox="1"/>
          <p:nvPr>
            <p:ph type="subTitle" idx="4"/>
          </p:nvPr>
        </p:nvSpPr>
        <p:spPr>
          <a:xfrm>
            <a:off x="1973988" y="1304410"/>
            <a:ext cx="276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43"/>
          <p:cNvSpPr txBox="1"/>
          <p:nvPr>
            <p:ph type="subTitle" idx="5"/>
          </p:nvPr>
        </p:nvSpPr>
        <p:spPr>
          <a:xfrm>
            <a:off x="1973988" y="3290875"/>
            <a:ext cx="27645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92" name="Google Shape;392;p43"/>
          <p:cNvSpPr txBox="1"/>
          <p:nvPr>
            <p:ph type="subTitle" idx="6"/>
          </p:nvPr>
        </p:nvSpPr>
        <p:spPr>
          <a:xfrm>
            <a:off x="1973988" y="3699649"/>
            <a:ext cx="276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93" name="Google Shape;393;p4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4" name="Google Shape;394;p4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5" name="Google Shape;395;p4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6" name="Google Shape;396;p4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7" name="Google Shape;397;p4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8" name="Google Shape;398;p43"/>
          <p:cNvSpPr txBox="1"/>
          <p:nvPr>
            <p:ph type="title" hasCustomPrompt="1"/>
          </p:nvPr>
        </p:nvSpPr>
        <p:spPr>
          <a:xfrm>
            <a:off x="733000" y="1114450"/>
            <a:ext cx="11181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9pPr>
          </a:lstStyle>
          <a:p>
            <a:r>
              <a:t>xx%</a:t>
            </a:r>
          </a:p>
        </p:txBody>
      </p:sp>
      <p:sp>
        <p:nvSpPr>
          <p:cNvPr id="399" name="Google Shape;399;p43"/>
          <p:cNvSpPr txBox="1"/>
          <p:nvPr>
            <p:ph type="title" idx="7" hasCustomPrompt="1"/>
          </p:nvPr>
        </p:nvSpPr>
        <p:spPr>
          <a:xfrm>
            <a:off x="733000" y="3503175"/>
            <a:ext cx="11181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9pPr>
          </a:lstStyle>
          <a:p>
            <a:r>
              <a:t>xx%</a:t>
            </a:r>
          </a:p>
        </p:txBody>
      </p:sp>
      <p:sp>
        <p:nvSpPr>
          <p:cNvPr id="400" name="Google Shape;400;p43"/>
          <p:cNvSpPr txBox="1"/>
          <p:nvPr>
            <p:ph type="title" idx="8" hasCustomPrompt="1"/>
          </p:nvPr>
        </p:nvSpPr>
        <p:spPr>
          <a:xfrm>
            <a:off x="4441002" y="2276488"/>
            <a:ext cx="11181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 panose="02000503050000020004"/>
              <a:buNone/>
              <a:defRPr sz="12000">
                <a:solidFill>
                  <a:schemeClr val="accent1"/>
                </a:solidFill>
                <a:latin typeface="Russo One" panose="02000503050000020004"/>
                <a:ea typeface="Russo One" panose="02000503050000020004"/>
                <a:cs typeface="Russo One" panose="02000503050000020004"/>
                <a:sym typeface="Russo One" panose="02000503050000020004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7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4"/>
          <p:cNvSpPr txBox="1"/>
          <p:nvPr>
            <p:ph type="title"/>
          </p:nvPr>
        </p:nvSpPr>
        <p:spPr>
          <a:xfrm>
            <a:off x="803750" y="2040496"/>
            <a:ext cx="4087500" cy="6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3" name="Google Shape;403;p44"/>
          <p:cNvSpPr txBox="1"/>
          <p:nvPr>
            <p:ph type="subTitle" idx="1"/>
          </p:nvPr>
        </p:nvSpPr>
        <p:spPr>
          <a:xfrm>
            <a:off x="803750" y="2693525"/>
            <a:ext cx="31593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04" name="Google Shape;404;p4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5" name="Google Shape;405;p4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7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5"/>
          <p:cNvSpPr txBox="1"/>
          <p:nvPr>
            <p:ph type="title"/>
          </p:nvPr>
        </p:nvSpPr>
        <p:spPr>
          <a:xfrm>
            <a:off x="4490150" y="2047725"/>
            <a:ext cx="3364200" cy="6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type="subTitle" idx="1"/>
          </p:nvPr>
        </p:nvSpPr>
        <p:spPr>
          <a:xfrm>
            <a:off x="4855550" y="2694825"/>
            <a:ext cx="29988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cxnSp>
        <p:nvCxnSpPr>
          <p:cNvPr id="409" name="Google Shape;409;p4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" name="Google Shape;410;p4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CUSTOM_8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6"/>
          <p:cNvSpPr txBox="1"/>
          <p:nvPr>
            <p:ph type="subTitle" idx="1"/>
          </p:nvPr>
        </p:nvSpPr>
        <p:spPr>
          <a:xfrm>
            <a:off x="713225" y="1453525"/>
            <a:ext cx="7411200" cy="28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381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3" name="Google Shape;413;p46"/>
          <p:cNvSpPr txBox="1"/>
          <p:nvPr>
            <p:ph type="title"/>
          </p:nvPr>
        </p:nvSpPr>
        <p:spPr>
          <a:xfrm>
            <a:off x="713225" y="445025"/>
            <a:ext cx="4502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14" name="Google Shape;414;p4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5" name="Google Shape;415;p4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6" name="Google Shape;416;p46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9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8" name="Google Shape;418;p4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9" name="Google Shape;419;p4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0" name="Google Shape;420;p4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1" name="Google Shape;421;p4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2" name="Google Shape;422;p4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3" name="Google Shape;423;p4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4" name="Google Shape;424;p47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25" name="Google Shape;425;p47"/>
          <p:cNvSpPr txBox="1"/>
          <p:nvPr>
            <p:ph type="subTitle" idx="1"/>
          </p:nvPr>
        </p:nvSpPr>
        <p:spPr>
          <a:xfrm>
            <a:off x="4525188" y="1537663"/>
            <a:ext cx="3957600" cy="28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381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26" name="Google Shape;426;p47"/>
          <p:cNvSpPr txBox="1"/>
          <p:nvPr>
            <p:ph type="subTitle" idx="2"/>
          </p:nvPr>
        </p:nvSpPr>
        <p:spPr>
          <a:xfrm>
            <a:off x="661213" y="1537663"/>
            <a:ext cx="3957600" cy="28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381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9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8"/>
          <p:cNvSpPr txBox="1"/>
          <p:nvPr>
            <p:ph type="subTitle" idx="1"/>
          </p:nvPr>
        </p:nvSpPr>
        <p:spPr>
          <a:xfrm>
            <a:off x="4816075" y="3616375"/>
            <a:ext cx="2942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29" name="Google Shape;429;p48"/>
          <p:cNvSpPr txBox="1"/>
          <p:nvPr>
            <p:ph type="subTitle" idx="2"/>
          </p:nvPr>
        </p:nvSpPr>
        <p:spPr>
          <a:xfrm>
            <a:off x="4816200" y="3956375"/>
            <a:ext cx="2941800" cy="6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48"/>
          <p:cNvSpPr txBox="1"/>
          <p:nvPr>
            <p:ph type="subTitle" idx="3"/>
          </p:nvPr>
        </p:nvSpPr>
        <p:spPr>
          <a:xfrm>
            <a:off x="1385829" y="3616375"/>
            <a:ext cx="2942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1" name="Google Shape;431;p48"/>
          <p:cNvSpPr txBox="1"/>
          <p:nvPr>
            <p:ph type="subTitle" idx="4"/>
          </p:nvPr>
        </p:nvSpPr>
        <p:spPr>
          <a:xfrm>
            <a:off x="1386025" y="3956375"/>
            <a:ext cx="2941800" cy="6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48"/>
          <p:cNvSpPr txBox="1"/>
          <p:nvPr>
            <p:ph type="title"/>
          </p:nvPr>
        </p:nvSpPr>
        <p:spPr>
          <a:xfrm>
            <a:off x="713225" y="445025"/>
            <a:ext cx="2729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33" name="Google Shape;433;p4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4" name="Google Shape;434;p4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CUSTOM_31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9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37" name="Google Shape;437;p49"/>
          <p:cNvSpPr txBox="1"/>
          <p:nvPr>
            <p:ph type="subTitle" idx="1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8" name="Google Shape;438;p49"/>
          <p:cNvSpPr txBox="1"/>
          <p:nvPr>
            <p:ph type="subTitle" idx="2"/>
          </p:nvPr>
        </p:nvSpPr>
        <p:spPr>
          <a:xfrm>
            <a:off x="3509025" y="3814950"/>
            <a:ext cx="21261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49"/>
          <p:cNvSpPr txBox="1"/>
          <p:nvPr>
            <p:ph type="subTitle" idx="3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40" name="Google Shape;440;p49"/>
          <p:cNvSpPr txBox="1"/>
          <p:nvPr>
            <p:ph type="subTitle" idx="4"/>
          </p:nvPr>
        </p:nvSpPr>
        <p:spPr>
          <a:xfrm>
            <a:off x="953125" y="3814951"/>
            <a:ext cx="21261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49"/>
          <p:cNvSpPr txBox="1"/>
          <p:nvPr>
            <p:ph type="subTitle" idx="5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42" name="Google Shape;442;p49"/>
          <p:cNvSpPr txBox="1"/>
          <p:nvPr>
            <p:ph type="subTitle" idx="6"/>
          </p:nvPr>
        </p:nvSpPr>
        <p:spPr>
          <a:xfrm>
            <a:off x="6064875" y="3814950"/>
            <a:ext cx="21261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43" name="Google Shape;443;p4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4" name="Google Shape;444;p4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5" name="Google Shape;445;p4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6" name="Google Shape;446;p4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0"/>
          <p:cNvSpPr txBox="1"/>
          <p:nvPr>
            <p:ph type="title"/>
          </p:nvPr>
        </p:nvSpPr>
        <p:spPr>
          <a:xfrm>
            <a:off x="2832900" y="791200"/>
            <a:ext cx="3478200" cy="92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49" name="Google Shape;449;p50"/>
          <p:cNvSpPr txBox="1"/>
          <p:nvPr>
            <p:ph type="subTitle" idx="1"/>
          </p:nvPr>
        </p:nvSpPr>
        <p:spPr>
          <a:xfrm>
            <a:off x="2983350" y="1749425"/>
            <a:ext cx="3177300" cy="9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50"/>
          <p:cNvSpPr txBox="1"/>
          <p:nvPr/>
        </p:nvSpPr>
        <p:spPr>
          <a:xfrm>
            <a:off x="2900450" y="3438275"/>
            <a:ext cx="3343200" cy="7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-GB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lang="en-GB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/>
              </a:rPr>
              <a:t>Slidesgo</a:t>
            </a:r>
            <a:r>
              <a:rPr lang="en-GB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-GB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Flaticon</a:t>
            </a:r>
            <a:r>
              <a:rPr lang="en-GB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lang="en-GB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Freepik</a:t>
            </a:r>
            <a:endParaRPr sz="11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1" name="Google Shape;451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2" name="Google Shape;452;p50"/>
          <p:cNvCxnSpPr/>
          <p:nvPr/>
        </p:nvCxnSpPr>
        <p:spPr>
          <a:xfrm>
            <a:off x="-257975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3" name="Google Shape;453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0"/>
          <p:cNvCxnSpPr/>
          <p:nvPr/>
        </p:nvCxnSpPr>
        <p:spPr>
          <a:xfrm>
            <a:off x="6467450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4" Type="http://schemas.openxmlformats.org/officeDocument/2006/relationships/theme" Target="../theme/theme1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hyperlink" Target="https://storyset.com/?utm_source=slidesgo_template&amp;utm_medium=referral-link&amp;utm_campaign=slidesgo_contents_of_this_template&amp;utm_term=stories_by_freepik&amp;utm_content=stories" TargetMode="External"/><Relationship Id="rId8" Type="http://schemas.openxmlformats.org/officeDocument/2006/relationships/slide" Target="slide71.xml"/><Relationship Id="rId7" Type="http://schemas.openxmlformats.org/officeDocument/2006/relationships/slide" Target="slide65.xml"/><Relationship Id="rId6" Type="http://schemas.openxmlformats.org/officeDocument/2006/relationships/slide" Target="slide68.xml"/><Relationship Id="rId5" Type="http://schemas.openxmlformats.org/officeDocument/2006/relationships/hyperlink" Target="https://slidesgo.com/slidesgo-school/powerpoint-tutorials/how-to-download-the-fonts-for-our-powerpoint-templates?utm_source=slidesgo_template&amp;utm_medium=referral-link&amp;utm_campaign=sg_credits&amp;utm_content=slidesgo-school" TargetMode="External"/><Relationship Id="rId4" Type="http://schemas.openxmlformats.org/officeDocument/2006/relationships/slide" Target="slide1.xml"/><Relationship Id="rId3" Type="http://schemas.openxmlformats.org/officeDocument/2006/relationships/hyperlink" Target="http://bit.ly/33VAFh3" TargetMode="External"/><Relationship Id="rId2" Type="http://schemas.openxmlformats.org/officeDocument/2006/relationships/hyperlink" Target="http://bit.ly/30B07Gq" TargetMode="Externa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3.xml"/><Relationship Id="rId1" Type="http://schemas.openxmlformats.org/officeDocument/2006/relationships/hyperlink" Target="http://bit.ly/2Tynxth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5.xml"/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image" Target="../media/image4.png"/><Relationship Id="rId1" Type="http://schemas.openxmlformats.org/officeDocument/2006/relationships/hyperlink" Target="https://docs.google.com/spreadsheets/d/10QS3G4BrATPi_OEm6nh8N9F_vGRrCuOLf4nfRgLgYqg/copy" TargetMode="Externa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5.png"/><Relationship Id="rId2" Type="http://schemas.openxmlformats.org/officeDocument/2006/relationships/hyperlink" Target="https://docs.google.com/spreadsheets/d/10QS3G4BrATPi_OEm6nh8N9F_vGRrCuOLf4nfRgLgYqg/copy" TargetMode="External"/><Relationship Id="rId1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10.jpe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1.png"/><Relationship Id="rId2" Type="http://schemas.openxmlformats.org/officeDocument/2006/relationships/hyperlink" Target="https://docs.google.com/spreadsheets/d/10QS3G4BrATPi_OEm6nh8N9F_vGRrCuOLf4nfRgLgYqg/copy" TargetMode="External"/><Relationship Id="rId1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3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40.xml"/><Relationship Id="rId1" Type="http://schemas.openxmlformats.org/officeDocument/2006/relationships/image" Target="../media/image14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1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44.xml"/><Relationship Id="rId1" Type="http://schemas.openxmlformats.org/officeDocument/2006/relationships/image" Target="../media/image1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1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44.xml"/><Relationship Id="rId1" Type="http://schemas.openxmlformats.org/officeDocument/2006/relationships/image" Target="../media/image1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6.xml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3.xml"/><Relationship Id="rId3" Type="http://schemas.openxmlformats.org/officeDocument/2006/relationships/slideLayout" Target="../slideLayouts/slideLayout47.xml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6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4.xml"/><Relationship Id="rId4" Type="http://schemas.openxmlformats.org/officeDocument/2006/relationships/slideLayout" Target="../slideLayouts/slideLayout48.xml"/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8.xml"/><Relationship Id="rId7" Type="http://schemas.openxmlformats.org/officeDocument/2006/relationships/slideLayout" Target="../slideLayouts/slideLayout6.xml"/><Relationship Id="rId6" Type="http://schemas.openxmlformats.org/officeDocument/2006/relationships/hyperlink" Target="https://www.freepik.com/free-photo/medium-shot-smiley-business-woman_13377821.htm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photo/businesswomen-talking-while-looking-each-other_12140641.htm/?utm_source=slidesgo_template&amp;utm_medium=referral-link&amp;utm_campaign=sg_resources&amp;utm_content=freepik" TargetMode="External"/><Relationship Id="rId4" Type="http://schemas.openxmlformats.org/officeDocument/2006/relationships/hyperlink" Target="https://www.freepik.com/free-photo/smiley-redhead-business-woman-working_11043322.htm/?utm_source=slidesgo_template&amp;utm_medium=referral-link&amp;utm_campaign=sg_resources&amp;utm_content=freepik" TargetMode="External"/><Relationship Id="rId3" Type="http://schemas.openxmlformats.org/officeDocument/2006/relationships/hyperlink" Target="https://www.freepik.com/free-photo/businessman-office-with-laptop_12162238.htm/?utm_source=slidesgo_template&amp;utm_medium=referral-link&amp;utm_campaign=sg_resources&amp;utm_content=freepik" TargetMode="External"/><Relationship Id="rId2" Type="http://schemas.openxmlformats.org/officeDocument/2006/relationships/hyperlink" Target="https://www.freepik.com/free-photo/front-view-people-meeting-cup-coffee_12065454.htm/?utm_source=slidesgo_template&amp;utm_medium=referral-link&amp;utm_campaign=sg_resources&amp;utm_content=freepik" TargetMode="External"/><Relationship Id="rId1" Type="http://schemas.openxmlformats.org/officeDocument/2006/relationships/hyperlink" Target="https://www.freepik.com/free-photo/people-business-meeting-high-angle_13377825.htm/?utm_source=slidesgo_template&amp;utm_medium=referral-link&amp;utm_campaign=sg_resources&amp;utm_content=freepik" TargetMode="External"/></Relationships>
</file>

<file path=ppt/slides/_rels/slide6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9.xml"/><Relationship Id="rId8" Type="http://schemas.openxmlformats.org/officeDocument/2006/relationships/slideLayout" Target="../slideLayouts/slideLayout6.xml"/><Relationship Id="rId7" Type="http://schemas.openxmlformats.org/officeDocument/2006/relationships/hyperlink" Target="https://www.freepik.com/premium-photo/business-people-discussing-new-project-conference-room_11043342.htm/?utm_source=slidesgo_template&amp;utm_medium=referral-link&amp;utm_campaign=sg_resources&amp;utm_content=freepik" TargetMode="External"/><Relationship Id="rId6" Type="http://schemas.openxmlformats.org/officeDocument/2006/relationships/hyperlink" Target="https://www.freepik.com/premium-photo/man-woman-discussing-new-project_11043325.htm/?utm_source=slidesgo_template&amp;utm_medium=referral-link&amp;utm_campaign=sg_resources&amp;utm_content=freepik" TargetMode="External"/><Relationship Id="rId5" Type="http://schemas.openxmlformats.org/officeDocument/2006/relationships/hyperlink" Target="https://www.freepik.com/premium-photo/close-up-business-people-tablet_13377883.htm/?utm_source=slidesgo_template&amp;utm_medium=referral-link&amp;utm_campaign=sg_resources&amp;utm_content=freepik" TargetMode="External"/><Relationship Id="rId4" Type="http://schemas.openxmlformats.org/officeDocument/2006/relationships/hyperlink" Target="https://www.freepik.com/premium-photo/startups-entrepreneurs-discussing-strategies_13164969.htm/?utm_source=slidesgo_template&amp;utm_medium=referral-link&amp;utm_campaign=sg_resources&amp;utm_content=freepik" TargetMode="External"/><Relationship Id="rId3" Type="http://schemas.openxmlformats.org/officeDocument/2006/relationships/hyperlink" Target="https://www.freepik.com/premium-photo/medium-shot-business-people-with-devices_13377838.htm/?utm_source=slidesgo_template&amp;utm_medium=referral-link&amp;utm_campaign=sg_resources&amp;utm_content=freepik" TargetMode="External"/><Relationship Id="rId2" Type="http://schemas.openxmlformats.org/officeDocument/2006/relationships/hyperlink" Target="https://www.freepik.com/premium-photo/medium-shot-woman-with-box_14532209.htm/?utm_source=slidesgo_template&amp;utm_medium=referral-link&amp;utm_campaign=sg_resources&amp;utm_content=freepik" TargetMode="External"/><Relationship Id="rId1" Type="http://schemas.openxmlformats.org/officeDocument/2006/relationships/hyperlink" Target="https://www.freepik.com/premium-photo/smiling-young-woman-working-laptop-office_4856761.htm/#/?utm_source=slidesgo_template&amp;utm_medium=referral-link&amp;utm_campaign=sg_resources&amp;utm_content=freepik" TargetMode="External"/></Relationships>
</file>

<file path=ppt/slides/_rels/slide7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0.xml"/><Relationship Id="rId6" Type="http://schemas.openxmlformats.org/officeDocument/2006/relationships/slideLayout" Target="../slideLayouts/slideLayout6.xml"/><Relationship Id="rId5" Type="http://schemas.openxmlformats.org/officeDocument/2006/relationships/hyperlink" Target="https://www.flaticon.com/packs/business-404?word=company/?utm_source=slidesgo_template&amp;utm_medium=referral-link&amp;utm_campaign=sg_resources&amp;utm_content=flaticon" TargetMode="External"/><Relationship Id="rId4" Type="http://schemas.openxmlformats.org/officeDocument/2006/relationships/hyperlink" Target="https://www.freepik.com/premium-photo/young-man-using-laptop-with-coffee-cup-digital-tablet-kitchen-counter_3421185.htm/?utm_source=slidesgo_template&amp;utm_medium=referral-link&amp;utm_campaign=sg_resources&amp;utm_content=freepik" TargetMode="External"/><Relationship Id="rId3" Type="http://schemas.openxmlformats.org/officeDocument/2006/relationships/hyperlink" Target="https://www.freepik.com/premium-photo/businessman-respecting-safety-measures-office_10817486.htm/?utm_source=slidesgo_template&amp;utm_medium=referral-link&amp;utm_campaign=sg_resources&amp;utm_content=freepik" TargetMode="External"/><Relationship Id="rId2" Type="http://schemas.openxmlformats.org/officeDocument/2006/relationships/hyperlink" Target="https://www.freepik.com/premium-photo/smiley-man-holding-project-documents-office_11043369.htm/?utm_source=slidesgo_template&amp;utm_medium=referral-link&amp;utm_campaign=sg_resources&amp;utm_content=freepik" TargetMode="External"/><Relationship Id="rId1" Type="http://schemas.openxmlformats.org/officeDocument/2006/relationships/hyperlink" Target="https://www.freepik.com/premium-photo/coworkers-discussing-new-project-together_11043329.htm/?utm_source=slidesgo_template&amp;utm_medium=referral-link&amp;utm_campaign=sg_resources&amp;utm_content=freepik" TargetMode="Externa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1.xml"/><Relationship Id="rId7" Type="http://schemas.openxmlformats.org/officeDocument/2006/relationships/slideLayout" Target="../slideLayouts/slideLayout6.xml"/><Relationship Id="rId6" Type="http://schemas.openxmlformats.org/officeDocument/2006/relationships/hyperlink" Target="https://www.freepik.com/free-photo/medium-shot-smiley-woman-business-meeting_13377827.htm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photo/front-view-woman-working-as-economist_39551500.htm/?utm_source=slidesgo_template&amp;utm_medium=referral-link&amp;utm_campaign=sg_resources&amp;utm_content=freepik" TargetMode="External"/><Relationship Id="rId4" Type="http://schemas.openxmlformats.org/officeDocument/2006/relationships/hyperlink" Target="https://www.freepik.com/free-photo/front-view-woman-working-office_34220013.htm/?utm_source=slidesgo_template&amp;utm_medium=referral-link&amp;utm_campaign=sg_resources&amp;utm_content=freepik" TargetMode="External"/><Relationship Id="rId3" Type="http://schemas.openxmlformats.org/officeDocument/2006/relationships/hyperlink" Target="https://www.freepik.com/free-photo/young-co-worker-spending-time-office_23988403.htm/?utm_source=slidesgo_template&amp;utm_medium=referral-link&amp;utm_campaign=sg_resources&amp;utm_content=freepik" TargetMode="External"/><Relationship Id="rId2" Type="http://schemas.openxmlformats.org/officeDocument/2006/relationships/hyperlink" Target="https://www.freepik.com/free-photo/front-view-people-having-meeting-office_12065575.htm/?utm_source=slidesgo_template&amp;utm_medium=referral-link&amp;utm_campaign=sg_resources&amp;utm_content=freepik" TargetMode="External"/><Relationship Id="rId1" Type="http://schemas.openxmlformats.org/officeDocument/2006/relationships/hyperlink" Target="https://www.freepik.com/free-photo/business-people-doing-their-job_13377882.htm/?utm_source=slidesgo_template&amp;utm_medium=referral-link&amp;utm_campaign=sg_resources&amp;utm_content=freepik" TargetMode="External"/></Relationships>
</file>

<file path=ppt/slides/_rels/slide7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2.xml"/><Relationship Id="rId6" Type="http://schemas.openxmlformats.org/officeDocument/2006/relationships/slideLayout" Target="../slideLayouts/slideLayout6.xml"/><Relationship Id="rId5" Type="http://schemas.openxmlformats.org/officeDocument/2006/relationships/hyperlink" Target="https://www.freepik.com/free-photo/happy-business-woman-holding-coffee_6142333.htm/?utm_source=slidesgo_template&amp;utm_medium=referral-link&amp;utm_campaign=sg_resources&amp;utm_content=freepik" TargetMode="External"/><Relationship Id="rId4" Type="http://schemas.openxmlformats.org/officeDocument/2006/relationships/hyperlink" Target="https://www.freepik.com/premium-photo/blond-woman-sitting-back-smiling-with-closed-eyes-workplace_4856775.htm/?utm_source=slidesgo_template&amp;utm_medium=referral-link&amp;utm_campaign=sg_resources&amp;utm_content=freepik" TargetMode="External"/><Relationship Id="rId3" Type="http://schemas.openxmlformats.org/officeDocument/2006/relationships/hyperlink" Target="https://www.freepik.com/premium-photo/close-up-young-businesswoman_21080972.htm/?utm_source=slidesgo_template&amp;utm_medium=referral-link&amp;utm_campaign=sg_resources&amp;utm_content=freepik" TargetMode="External"/><Relationship Id="rId2" Type="http://schemas.openxmlformats.org/officeDocument/2006/relationships/hyperlink" Target="https://www.freepik.com/premium-photo/close-up-company-employee-smiling_19957087.htm/?utm_source=slidesgo_template&amp;utm_medium=referral-link&amp;utm_campaign=sg_resources&amp;utm_content=freepik" TargetMode="External"/><Relationship Id="rId1" Type="http://schemas.openxmlformats.org/officeDocument/2006/relationships/hyperlink" Target="https://www.freepik.com/premium-photo/low-angle-womens-team-meeting_7068894.htm/?utm_source=slidesgo_template&amp;utm_medium=referral-link&amp;utm_campaign=sg_resources&amp;utm_content=freepik" TargetMode="External"/></Relationships>
</file>

<file path=ppt/slides/_rels/slide7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3.xml"/><Relationship Id="rId5" Type="http://schemas.openxmlformats.org/officeDocument/2006/relationships/slideLayout" Target="../slideLayouts/slideLayout6.xml"/><Relationship Id="rId4" Type="http://schemas.openxmlformats.org/officeDocument/2006/relationships/hyperlink" Target="https://www.freepik.com/free-photo/medium-shot-smiley-woman-work_23455171.htm/?utm_source=slidesgo_template&amp;utm_medium=referral-link&amp;utm_campaign=sg_resources&amp;utm_content=freepik" TargetMode="External"/><Relationship Id="rId3" Type="http://schemas.openxmlformats.org/officeDocument/2006/relationships/hyperlink" Target="https://www.freepik.com/premium-photo/business-team-working-together-office-with-laptop_21075974.htm/?utm_source=slidesgo_template&amp;utm_medium=referral-link&amp;utm_campaign=sg_resources&amp;utm_content=freepik" TargetMode="External"/><Relationship Id="rId2" Type="http://schemas.openxmlformats.org/officeDocument/2006/relationships/hyperlink" Target="https://www.freepik.com/free-photo/side-view-coworkers-office-working-with-laptop_13296953.htm/?utm_source=slidesgo_template&amp;utm_medium=referral-link&amp;utm_campaign=sg_resources&amp;utm_content=freepik" TargetMode="External"/><Relationship Id="rId1" Type="http://schemas.openxmlformats.org/officeDocument/2006/relationships/hyperlink" Target="https://www.freepik.com/free-photo/smiley-woman-working-office-with-papers-laptop_13296925.htm/?utm_source=slidesgo_template&amp;utm_medium=referral-link&amp;utm_campaign=sg_resources&amp;utm_content=freepi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/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Minimalist Business Slides</a:t>
            </a:r>
            <a:endParaRPr lang="en-GB"/>
          </a:p>
        </p:txBody>
      </p:sp>
      <p:sp>
        <p:nvSpPr>
          <p:cNvPr id="489" name="Google Shape;489;p60"/>
          <p:cNvSpPr txBox="1"/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</a:rPr>
              <a:t>Here is where your presentation begins</a:t>
            </a:r>
            <a:endParaRPr lang="en-GB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Content</a:t>
            </a:r>
            <a:r>
              <a:rPr lang="en-GB"/>
              <a:t>s</a:t>
            </a:r>
            <a:r>
              <a:rPr lang="en-GB"/>
              <a:t> of this template</a:t>
            </a:r>
            <a:endParaRPr lang="en-GB"/>
          </a:p>
        </p:txBody>
      </p:sp>
      <p:sp>
        <p:nvSpPr>
          <p:cNvPr id="495" name="Google Shape;495;p61"/>
          <p:cNvSpPr txBox="1"/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</a:rPr>
              <a:t>Here’s what you’ll find in this </a:t>
            </a:r>
            <a:r>
              <a:rPr lang="en-GB" b="1">
                <a:solidFill>
                  <a:schemeClr val="dk1"/>
                </a:solidFill>
                <a:uFill>
                  <a:noFill/>
                </a:uFill>
                <a:hlinkClick r:id="rId1"/>
              </a:rPr>
              <a:t>Slidesgo</a:t>
            </a:r>
            <a:r>
              <a:rPr lang="en-GB">
                <a:solidFill>
                  <a:schemeClr val="dk1"/>
                </a:solidFill>
              </a:rPr>
              <a:t> template: 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GB">
                <a:solidFill>
                  <a:schemeClr val="dk1"/>
                </a:solidFill>
              </a:rPr>
              <a:t>A slide structure based on a multi-business XL template, which you can easily adapt to your needs. For more info on how to edit the template, please visit </a:t>
            </a:r>
            <a:r>
              <a:rPr lang="en-GB" b="1">
                <a:solidFill>
                  <a:schemeClr val="dk1"/>
                </a:solidFill>
                <a:uFill>
                  <a:noFill/>
                </a:uFill>
                <a:hlinkClick r:id="rId2"/>
              </a:rPr>
              <a:t>Slidesgo School</a:t>
            </a:r>
            <a:r>
              <a:rPr lang="en-GB">
                <a:solidFill>
                  <a:schemeClr val="dk1"/>
                </a:solidFill>
              </a:rPr>
              <a:t> or read our </a:t>
            </a:r>
            <a:r>
              <a:rPr lang="en-GB" b="1">
                <a:solidFill>
                  <a:schemeClr val="dk1"/>
                </a:solidFill>
                <a:uFill>
                  <a:noFill/>
                </a:uFill>
                <a:hlinkClick r:id="rId3"/>
              </a:rPr>
              <a:t>FAQs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To view this template in PowerPoint with the correct fonts, download and install on your computer </a:t>
            </a:r>
            <a:r>
              <a:rPr lang="en-GB" b="1">
                <a:solidFill>
                  <a:schemeClr val="hlink"/>
                </a:solidFill>
                <a:uFill>
                  <a:noFill/>
                </a:uFill>
                <a:hlinkClick r:id="rId4" action="ppaction://hlinksldjump"/>
              </a:rPr>
              <a:t>the fonts that we have used</a:t>
            </a:r>
            <a:r>
              <a:rPr lang="en-GB">
                <a:solidFill>
                  <a:schemeClr val="dk1"/>
                </a:solidFill>
              </a:rPr>
              <a:t>. You can learn how to download and install fonts </a:t>
            </a:r>
            <a:r>
              <a:rPr lang="en-GB" b="1">
                <a:solidFill>
                  <a:schemeClr val="hlink"/>
                </a:solidFill>
                <a:uFill>
                  <a:noFill/>
                </a:uFill>
                <a:hlinkClick r:id="rId5"/>
              </a:rPr>
              <a:t>here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GB">
                <a:solidFill>
                  <a:schemeClr val="dk1"/>
                </a:solidFill>
              </a:rPr>
              <a:t>An assortment of graphic resources that are suitable for use in the presentation can be found in the </a:t>
            </a:r>
            <a:r>
              <a:rPr lang="en-GB" b="1">
                <a:solidFill>
                  <a:schemeClr val="dk1"/>
                </a:solidFill>
              </a:rPr>
              <a:t>a</a:t>
            </a:r>
            <a:r>
              <a:rPr lang="en-GB" b="1">
                <a:solidFill>
                  <a:schemeClr val="dk1"/>
                </a:solidFill>
                <a:uFill>
                  <a:noFill/>
                </a:uFill>
                <a:hlinkClick r:id="rId6" action="ppaction://hlinksldjump"/>
              </a:rPr>
              <a:t>lternative resources</a:t>
            </a:r>
            <a:r>
              <a:rPr lang="en-GB">
                <a:solidFill>
                  <a:schemeClr val="dk1"/>
                </a:solidFill>
              </a:rPr>
              <a:t> slides.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GB">
                <a:solidFill>
                  <a:schemeClr val="dk1"/>
                </a:solidFill>
              </a:rPr>
              <a:t>A </a:t>
            </a:r>
            <a:r>
              <a:rPr lang="en-GB" b="1">
                <a:solidFill>
                  <a:schemeClr val="dk1"/>
                </a:solidFill>
                <a:uFill>
                  <a:noFill/>
                </a:uFill>
                <a:hlinkClick r:id="rId7" action="ppaction://hlinksldjump"/>
              </a:rPr>
              <a:t>thanks </a:t>
            </a:r>
            <a:r>
              <a:rPr lang="en-GB">
                <a:solidFill>
                  <a:schemeClr val="dk1"/>
                </a:solidFill>
                <a:uFill>
                  <a:noFill/>
                </a:uFill>
                <a:hlinkClick r:id="rId7" action="ppaction://hlinksldjump"/>
              </a:rPr>
              <a:t>slide</a:t>
            </a:r>
            <a:r>
              <a:rPr lang="en-GB">
                <a:solidFill>
                  <a:schemeClr val="dk1"/>
                </a:solidFill>
              </a:rPr>
              <a:t>, which you must keep so that proper credits for our design are given.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GB">
                <a:solidFill>
                  <a:schemeClr val="dk1"/>
                </a:solidFill>
              </a:rPr>
              <a:t>Several </a:t>
            </a:r>
            <a:r>
              <a:rPr lang="en-GB" b="1">
                <a:solidFill>
                  <a:schemeClr val="dk1"/>
                </a:solidFill>
                <a:uFill>
                  <a:noFill/>
                </a:uFill>
                <a:hlinkClick r:id="rId8" action="ppaction://hlinksldjump"/>
              </a:rPr>
              <a:t>resources</a:t>
            </a:r>
            <a:r>
              <a:rPr lang="en-GB">
                <a:solidFill>
                  <a:schemeClr val="dk1"/>
                </a:solidFill>
                <a:uFill>
                  <a:noFill/>
                </a:uFill>
                <a:hlinkClick r:id="rId8" action="ppaction://hlinksldjump"/>
              </a:rPr>
              <a:t> </a:t>
            </a:r>
            <a:r>
              <a:rPr lang="en-GB">
                <a:solidFill>
                  <a:schemeClr val="dk1"/>
                </a:solidFill>
              </a:rPr>
              <a:t>slides, where you’ll find links to all the elements used in the template.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GB" b="1">
                <a:solidFill>
                  <a:schemeClr val="dk1"/>
                </a:solidFill>
                <a:uFill>
                  <a:noFill/>
                </a:uFill>
                <a:hlinkClick r:id=""/>
              </a:rPr>
              <a:t>Instructions for use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Char char="●"/>
            </a:pPr>
            <a:r>
              <a:rPr lang="en-GB">
                <a:solidFill>
                  <a:schemeClr val="dk1"/>
                </a:solidFill>
              </a:rPr>
              <a:t>Final slides with: </a:t>
            </a:r>
            <a:endParaRPr>
              <a:solidFill>
                <a:schemeClr val="dk1"/>
              </a:solidFill>
            </a:endParaRPr>
          </a:p>
          <a:p>
            <a:pPr marL="9144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GB">
                <a:solidFill>
                  <a:schemeClr val="dk1"/>
                </a:solidFill>
              </a:rPr>
              <a:t>The</a:t>
            </a:r>
            <a:r>
              <a:rPr lang="en-GB">
                <a:solidFill>
                  <a:schemeClr val="dk1"/>
                </a:solidFill>
                <a:uFill>
                  <a:noFill/>
                </a:uFill>
                <a:hlinkClick r:id="rId4" action="ppaction://hlinksldjump"/>
              </a:rPr>
              <a:t> </a:t>
            </a:r>
            <a:r>
              <a:rPr lang="en-GB" b="1">
                <a:solidFill>
                  <a:schemeClr val="dk1"/>
                </a:solidFill>
                <a:uFill>
                  <a:noFill/>
                </a:uFill>
                <a:hlinkClick r:id="rId4" action="ppaction://hlinksldjump"/>
              </a:rPr>
              <a:t>fonts and colors</a:t>
            </a:r>
            <a:r>
              <a:rPr lang="en-GB">
                <a:solidFill>
                  <a:schemeClr val="dk1"/>
                </a:solidFill>
              </a:rPr>
              <a:t> used in the template.</a:t>
            </a:r>
            <a:endParaRPr>
              <a:solidFill>
                <a:schemeClr val="dk1"/>
              </a:solidFill>
            </a:endParaRPr>
          </a:p>
          <a:p>
            <a:pPr marL="9144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GB">
                <a:solidFill>
                  <a:schemeClr val="dk1"/>
                </a:solidFill>
              </a:rPr>
              <a:t>A selection of</a:t>
            </a:r>
            <a:r>
              <a:rPr lang="en-GB" b="1">
                <a:solidFill>
                  <a:schemeClr val="dk1"/>
                </a:solidFill>
              </a:rPr>
              <a:t> </a:t>
            </a:r>
            <a:r>
              <a:rPr lang="en-GB" b="1">
                <a:solidFill>
                  <a:schemeClr val="dk1"/>
                </a:solidFill>
                <a:uFill>
                  <a:noFill/>
                </a:uFill>
                <a:hlinkClick r:id="rId4" action="ppaction://hlinksldjump"/>
              </a:rPr>
              <a:t>illustrations</a:t>
            </a:r>
            <a:r>
              <a:rPr lang="en-GB">
                <a:solidFill>
                  <a:schemeClr val="dk1"/>
                </a:solidFill>
              </a:rPr>
              <a:t>. You can also customize and animate them as you wish with the online editor. Visit </a:t>
            </a:r>
            <a:r>
              <a:rPr lang="en-GB" b="1">
                <a:solidFill>
                  <a:schemeClr val="dk1"/>
                </a:solidFill>
                <a:uFill>
                  <a:noFill/>
                </a:uFill>
                <a:hlinkClick r:id="rId9"/>
              </a:rPr>
              <a:t>Storyset</a:t>
            </a:r>
            <a:r>
              <a:rPr lang="en-GB">
                <a:solidFill>
                  <a:schemeClr val="dk1"/>
                </a:solidFill>
              </a:rPr>
              <a:t> to find more. </a:t>
            </a:r>
            <a:endParaRPr>
              <a:solidFill>
                <a:schemeClr val="dk1"/>
              </a:solidFill>
            </a:endParaRPr>
          </a:p>
          <a:p>
            <a:pPr marL="9144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GB">
                <a:solidFill>
                  <a:schemeClr val="dk1"/>
                </a:solidFill>
              </a:rPr>
              <a:t>More</a:t>
            </a:r>
            <a:r>
              <a:rPr lang="en-GB">
                <a:solidFill>
                  <a:schemeClr val="dk1"/>
                </a:solidFill>
                <a:uFill>
                  <a:noFill/>
                </a:uFill>
                <a:hlinkClick r:id="rId4" action="ppaction://hlinksldjump"/>
              </a:rPr>
              <a:t> </a:t>
            </a:r>
            <a:r>
              <a:rPr lang="en-GB" b="1">
                <a:solidFill>
                  <a:schemeClr val="dk1"/>
                </a:solidFill>
                <a:uFill>
                  <a:noFill/>
                </a:uFill>
                <a:hlinkClick r:id="rId4" action="ppaction://hlinksldjump"/>
              </a:rPr>
              <a:t>infographic resources</a:t>
            </a:r>
            <a:r>
              <a:rPr lang="en-GB">
                <a:solidFill>
                  <a:schemeClr val="dk1"/>
                </a:solidFill>
              </a:rPr>
              <a:t>, whose size and color can be edited. </a:t>
            </a:r>
            <a:endParaRPr>
              <a:solidFill>
                <a:schemeClr val="dk1"/>
              </a:solidFill>
            </a:endParaRPr>
          </a:p>
          <a:p>
            <a:pPr marL="9144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Char char="●"/>
            </a:pPr>
            <a:r>
              <a:rPr lang="en-GB">
                <a:solidFill>
                  <a:schemeClr val="dk1"/>
                </a:solidFill>
              </a:rPr>
              <a:t>Sets of </a:t>
            </a:r>
            <a:r>
              <a:rPr lang="en-GB" b="1">
                <a:solidFill>
                  <a:schemeClr val="dk1"/>
                </a:solidFill>
                <a:uFill>
                  <a:noFill/>
                </a:uFill>
                <a:hlinkClick r:id="rId4" action="ppaction://hlinksldjump"/>
              </a:rPr>
              <a:t>customizable icons</a:t>
            </a:r>
            <a:r>
              <a:rPr lang="en-GB">
                <a:solidFill>
                  <a:schemeClr val="dk1"/>
                </a:solidFill>
              </a:rPr>
              <a:t> of the following themes: general, business, avatar, creative process, education, help &amp; support, medical, nature, performing arts, SEO &amp; marketing, and teamwork.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You can delete this slide when you’re done editing the presentation.</a:t>
            </a:r>
            <a:endParaRPr lang="en-GB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/>
          <p:cNvSpPr txBox="1"/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of contents</a:t>
            </a:r>
            <a:endParaRPr lang="en-GB"/>
          </a:p>
        </p:txBody>
      </p:sp>
      <p:sp>
        <p:nvSpPr>
          <p:cNvPr id="501" name="Google Shape;501;p62"/>
          <p:cNvSpPr txBox="1"/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 lang="en-GB"/>
          </a:p>
        </p:txBody>
      </p:sp>
      <p:sp>
        <p:nvSpPr>
          <p:cNvPr id="502" name="Google Shape;502;p62"/>
          <p:cNvSpPr txBox="1"/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Company</a:t>
            </a:r>
            <a:endParaRPr lang="en-GB"/>
          </a:p>
        </p:txBody>
      </p:sp>
      <p:sp>
        <p:nvSpPr>
          <p:cNvPr id="503" name="Google Shape;503;p62"/>
          <p:cNvSpPr txBox="1"/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describe the topic of the section here</a:t>
            </a:r>
            <a:endParaRPr lang="en-GB"/>
          </a:p>
        </p:txBody>
      </p:sp>
      <p:sp>
        <p:nvSpPr>
          <p:cNvPr id="504" name="Google Shape;504;p62"/>
          <p:cNvSpPr txBox="1"/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describe the topic of the section here</a:t>
            </a:r>
            <a:endParaRPr lang="en-GB"/>
          </a:p>
        </p:txBody>
      </p:sp>
      <p:sp>
        <p:nvSpPr>
          <p:cNvPr id="505" name="Google Shape;505;p62"/>
          <p:cNvSpPr txBox="1"/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 lang="en-GB"/>
          </a:p>
        </p:txBody>
      </p:sp>
      <p:sp>
        <p:nvSpPr>
          <p:cNvPr id="506" name="Google Shape;506;p62"/>
          <p:cNvSpPr txBox="1"/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describe the topic of the section here</a:t>
            </a:r>
            <a:endParaRPr lang="en-GB"/>
          </a:p>
        </p:txBody>
      </p:sp>
      <p:sp>
        <p:nvSpPr>
          <p:cNvPr id="507" name="Google Shape;507;p62"/>
          <p:cNvSpPr txBox="1"/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Analysis</a:t>
            </a:r>
            <a:endParaRPr lang="en-GB"/>
          </a:p>
        </p:txBody>
      </p:sp>
      <p:sp>
        <p:nvSpPr>
          <p:cNvPr id="508" name="Google Shape;508;p62"/>
          <p:cNvSpPr txBox="1"/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describe the topic of the section here</a:t>
            </a:r>
            <a:endParaRPr lang="en-GB"/>
          </a:p>
        </p:txBody>
      </p:sp>
      <p:sp>
        <p:nvSpPr>
          <p:cNvPr id="509" name="Google Shape;509;p62"/>
          <p:cNvSpPr txBox="1"/>
          <p:nvPr>
            <p:ph type="title" idx="9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510" name="Google Shape;510;p62"/>
          <p:cNvSpPr txBox="1"/>
          <p:nvPr>
            <p:ph type="title" idx="13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 lang="en-GB"/>
          </a:p>
        </p:txBody>
      </p:sp>
      <p:sp>
        <p:nvSpPr>
          <p:cNvPr id="511" name="Google Shape;511;p62"/>
          <p:cNvSpPr txBox="1"/>
          <p:nvPr>
            <p:ph type="title" idx="14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 lang="en-GB"/>
          </a:p>
        </p:txBody>
      </p:sp>
      <p:sp>
        <p:nvSpPr>
          <p:cNvPr id="512" name="Google Shape;512;p62"/>
          <p:cNvSpPr txBox="1"/>
          <p:nvPr>
            <p:ph type="title" idx="15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3"/>
          <p:cNvSpPr txBox="1"/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Introduction</a:t>
            </a:r>
            <a:endParaRPr lang="en-GB"/>
          </a:p>
        </p:txBody>
      </p:sp>
      <p:sp>
        <p:nvSpPr>
          <p:cNvPr id="518" name="Google Shape;518;p63"/>
          <p:cNvSpPr txBox="1"/>
          <p:nvPr>
            <p:ph type="subTitle" idx="1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Describe the topic of the section here</a:t>
            </a:r>
            <a:endParaRPr lang="en-GB"/>
          </a:p>
        </p:txBody>
      </p:sp>
      <p:sp>
        <p:nvSpPr>
          <p:cNvPr id="519" name="Google Shape;519;p63"/>
          <p:cNvSpPr txBox="1"/>
          <p:nvPr>
            <p:ph type="subTitle" idx="8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Describe the topic of the section here</a:t>
            </a:r>
            <a:endParaRPr lang="en-GB"/>
          </a:p>
        </p:txBody>
      </p:sp>
      <p:sp>
        <p:nvSpPr>
          <p:cNvPr id="520" name="Google Shape;520;p63"/>
          <p:cNvSpPr txBox="1"/>
          <p:nvPr>
            <p:ph type="title" idx="4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 lang="en-GB"/>
          </a:p>
        </p:txBody>
      </p:sp>
      <p:sp>
        <p:nvSpPr>
          <p:cNvPr id="521" name="Google Shape;521;p63"/>
          <p:cNvSpPr txBox="1"/>
          <p:nvPr>
            <p:ph type="title" idx="13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 lang="en-GB"/>
          </a:p>
        </p:txBody>
      </p:sp>
      <p:sp>
        <p:nvSpPr>
          <p:cNvPr id="522" name="Google Shape;522;p63"/>
          <p:cNvSpPr txBox="1"/>
          <p:nvPr>
            <p:ph type="title" idx="2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523" name="Google Shape;523;p63"/>
          <p:cNvSpPr txBox="1"/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Company</a:t>
            </a:r>
            <a:endParaRPr lang="en-GB"/>
          </a:p>
        </p:txBody>
      </p:sp>
      <p:sp>
        <p:nvSpPr>
          <p:cNvPr id="524" name="Google Shape;524;p63"/>
          <p:cNvSpPr txBox="1"/>
          <p:nvPr>
            <p:ph type="subTitle" idx="5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Describe the topic of the section here</a:t>
            </a:r>
            <a:endParaRPr lang="en-GB"/>
          </a:p>
        </p:txBody>
      </p:sp>
      <p:sp>
        <p:nvSpPr>
          <p:cNvPr id="525" name="Google Shape;525;p63"/>
          <p:cNvSpPr txBox="1"/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Analysis</a:t>
            </a:r>
            <a:endParaRPr lang="en-GB"/>
          </a:p>
        </p:txBody>
      </p:sp>
      <p:sp>
        <p:nvSpPr>
          <p:cNvPr id="526" name="Google Shape;526;p63"/>
          <p:cNvSpPr txBox="1"/>
          <p:nvPr>
            <p:ph type="title" idx="7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 lang="en-GB"/>
          </a:p>
        </p:txBody>
      </p:sp>
      <p:sp>
        <p:nvSpPr>
          <p:cNvPr id="527" name="Google Shape;527;p63"/>
          <p:cNvSpPr txBox="1"/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Conclusion</a:t>
            </a:r>
            <a:endParaRPr lang="en-GB"/>
          </a:p>
        </p:txBody>
      </p:sp>
      <p:sp>
        <p:nvSpPr>
          <p:cNvPr id="528" name="Google Shape;528;p63"/>
          <p:cNvSpPr txBox="1"/>
          <p:nvPr>
            <p:ph type="subTitle" idx="14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Describe the topic of the section here</a:t>
            </a:r>
            <a:endParaRPr lang="en-GB"/>
          </a:p>
        </p:txBody>
      </p:sp>
      <p:sp>
        <p:nvSpPr>
          <p:cNvPr id="529" name="Google Shape;529;p63"/>
          <p:cNvSpPr txBox="1"/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Business views</a:t>
            </a:r>
            <a:endParaRPr lang="en-GB"/>
          </a:p>
        </p:txBody>
      </p:sp>
      <p:sp>
        <p:nvSpPr>
          <p:cNvPr id="530" name="Google Shape;530;p63"/>
          <p:cNvSpPr txBox="1"/>
          <p:nvPr>
            <p:ph type="title" idx="16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05</a:t>
            </a:r>
            <a:endParaRPr lang="en-GB"/>
          </a:p>
        </p:txBody>
      </p:sp>
      <p:sp>
        <p:nvSpPr>
          <p:cNvPr id="531" name="Google Shape;531;p63"/>
          <p:cNvSpPr txBox="1"/>
          <p:nvPr>
            <p:ph type="subTitle" idx="17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Describe the topic of the section here</a:t>
            </a:r>
            <a:endParaRPr lang="en-GB"/>
          </a:p>
        </p:txBody>
      </p:sp>
      <p:sp>
        <p:nvSpPr>
          <p:cNvPr id="532" name="Google Shape;532;p63"/>
          <p:cNvSpPr txBox="1"/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Financial plan</a:t>
            </a:r>
            <a:endParaRPr lang="en-GB"/>
          </a:p>
        </p:txBody>
      </p:sp>
      <p:sp>
        <p:nvSpPr>
          <p:cNvPr id="533" name="Google Shape;533;p63"/>
          <p:cNvSpPr txBox="1"/>
          <p:nvPr>
            <p:ph type="title" idx="19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06</a:t>
            </a:r>
            <a:endParaRPr lang="en-GB"/>
          </a:p>
        </p:txBody>
      </p:sp>
      <p:sp>
        <p:nvSpPr>
          <p:cNvPr id="534" name="Google Shape;534;p63"/>
          <p:cNvSpPr txBox="1"/>
          <p:nvPr>
            <p:ph type="subTitle" idx="20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Describe the topic of the section here</a:t>
            </a:r>
            <a:endParaRPr lang="en-GB"/>
          </a:p>
        </p:txBody>
      </p:sp>
      <p:sp>
        <p:nvSpPr>
          <p:cNvPr id="535" name="Google Shape;535;p63"/>
          <p:cNvSpPr txBox="1"/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of contents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/>
                                        <p:tgtEl>
                                          <p:spTgt spid="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/>
                                        <p:tgtEl>
                                          <p:spTgt spid="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/>
                                        <p:tgtEl>
                                          <p:spTgt spid="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/>
                                        <p:tgtEl>
                                          <p:spTgt spid="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4"/>
          <p:cNvSpPr txBox="1"/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—Someone Famous</a:t>
            </a:r>
            <a:endParaRPr lang="en-GB"/>
          </a:p>
        </p:txBody>
      </p:sp>
      <p:sp>
        <p:nvSpPr>
          <p:cNvPr id="541" name="Google Shape;541;p64"/>
          <p:cNvSpPr txBox="1"/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“This is a quote. Words full of wisdom that someone important said and can make the reader get inspired.”</a:t>
            </a:r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/>
          <p:cNvSpPr txBox="1"/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—Someone Famous</a:t>
            </a:r>
            <a:endParaRPr lang="en-GB"/>
          </a:p>
        </p:txBody>
      </p:sp>
      <p:sp>
        <p:nvSpPr>
          <p:cNvPr id="547" name="Google Shape;547;p65"/>
          <p:cNvSpPr txBox="1"/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“This is a quote. Words full of wisdom that someone important said and can make the reader get inspired.”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6"/>
          <p:cNvSpPr txBox="1"/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 you know what helps you make your point clear? Lists like this one:</a:t>
            </a:r>
            <a:endParaRPr lang="en-GB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 Because they’re simple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 You can organize your ideas clearly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 And because you’ll never forget to buy milk!</a:t>
            </a:r>
            <a:endParaRPr lang="en-GB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And the most important thing: the audience won’t miss the point of your presentation. Let’s use lists!</a:t>
            </a:r>
            <a:endParaRPr lang="en-GB"/>
          </a:p>
        </p:txBody>
      </p:sp>
      <p:sp>
        <p:nvSpPr>
          <p:cNvPr id="553" name="Google Shape;553;p66"/>
          <p:cNvSpPr txBox="1"/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slide title goes here!</a:t>
            </a:r>
            <a:endParaRPr lang="en-GB"/>
          </a:p>
        </p:txBody>
      </p:sp>
      <p:pic>
        <p:nvPicPr>
          <p:cNvPr id="554" name="Google Shape;554;p66"/>
          <p:cNvPicPr preferRelativeResize="0"/>
          <p:nvPr/>
        </p:nvPicPr>
        <p:blipFill rotWithShape="1">
          <a:blip r:embed="rId1"/>
          <a:srcRect l="16899" r="16906"/>
          <a:stretch>
            <a:fillRect/>
          </a:stretch>
        </p:blipFill>
        <p:spPr>
          <a:xfrm>
            <a:off x="5586875" y="1594550"/>
            <a:ext cx="2537400" cy="2554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7"/>
          <p:cNvSpPr txBox="1"/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</a:rPr>
              <a:t>Do you know what helps you make your point clear? Lists like this one: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 Because they’re simple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 You can organize your ideas clearly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 And because you’ll never forget to buy milk!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</a:rPr>
              <a:t>And the most important thing: the audience won’t miss the point of your presentation. Let’s use lists!</a:t>
            </a:r>
            <a:endParaRPr lang="en-GB">
              <a:solidFill>
                <a:schemeClr val="dk1"/>
              </a:solidFill>
            </a:endParaRPr>
          </a:p>
        </p:txBody>
      </p:sp>
      <p:sp>
        <p:nvSpPr>
          <p:cNvPr id="560" name="Google Shape;560;p67"/>
          <p:cNvSpPr txBox="1"/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he slide title goes here!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/>
          <p:nvPr>
            <p:ph type="title"/>
          </p:nvPr>
        </p:nvSpPr>
        <p:spPr>
          <a:xfrm>
            <a:off x="845550" y="1482825"/>
            <a:ext cx="74529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Whoa!</a:t>
            </a:r>
            <a:endParaRPr lang="en-GB"/>
          </a:p>
        </p:txBody>
      </p:sp>
      <p:sp>
        <p:nvSpPr>
          <p:cNvPr id="566" name="Google Shape;566;p68"/>
          <p:cNvSpPr txBox="1"/>
          <p:nvPr>
            <p:ph type="subTitle" idx="1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can </a:t>
            </a:r>
            <a:r>
              <a:rPr lang="en-GB"/>
              <a:t>be the part of the presentation where you introduce yourself, write your email…</a:t>
            </a:r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9"/>
          <p:cNvSpPr txBox="1"/>
          <p:nvPr>
            <p:ph type="title"/>
          </p:nvPr>
        </p:nvSpPr>
        <p:spPr>
          <a:xfrm>
            <a:off x="3742850" y="1549881"/>
            <a:ext cx="45450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Whoa!</a:t>
            </a:r>
            <a:endParaRPr lang="en-GB"/>
          </a:p>
        </p:txBody>
      </p:sp>
      <p:sp>
        <p:nvSpPr>
          <p:cNvPr id="572" name="Google Shape;572;p69"/>
          <p:cNvSpPr txBox="1"/>
          <p:nvPr>
            <p:ph type="subTitle" idx="1"/>
          </p:nvPr>
        </p:nvSpPr>
        <p:spPr>
          <a:xfrm>
            <a:off x="3742850" y="3039219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can be the part of the presentation where you introduce yourself, write your email…</a:t>
            </a:r>
            <a:endParaRPr lang="en-GB"/>
          </a:p>
        </p:txBody>
      </p:sp>
      <p:pic>
        <p:nvPicPr>
          <p:cNvPr id="573" name="Google Shape;573;p69"/>
          <p:cNvPicPr preferRelativeResize="0"/>
          <p:nvPr/>
        </p:nvPicPr>
        <p:blipFill rotWithShape="1">
          <a:blip r:embed="rId1"/>
          <a:srcRect l="8930" r="24823"/>
          <a:stretch>
            <a:fillRect/>
          </a:stretch>
        </p:blipFill>
        <p:spPr>
          <a:xfrm>
            <a:off x="856150" y="1294350"/>
            <a:ext cx="2537400" cy="2554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0"/>
          <p:cNvSpPr txBox="1"/>
          <p:nvPr>
            <p:ph type="title"/>
          </p:nvPr>
        </p:nvSpPr>
        <p:spPr>
          <a:xfrm>
            <a:off x="867300" y="2366275"/>
            <a:ext cx="7409400" cy="8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 lang="en-GB"/>
          </a:p>
        </p:txBody>
      </p:sp>
      <p:sp>
        <p:nvSpPr>
          <p:cNvPr id="579" name="Google Shape;579;p70"/>
          <p:cNvSpPr txBox="1"/>
          <p:nvPr>
            <p:ph type="title" idx="2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580" name="Google Shape;580;p70"/>
          <p:cNvSpPr txBox="1"/>
          <p:nvPr>
            <p:ph type="subTitle" idx="1"/>
          </p:nvPr>
        </p:nvSpPr>
        <p:spPr>
          <a:xfrm>
            <a:off x="2291400" y="3305275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Insert a subtitle here if you need it</a:t>
            </a:r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71"/>
          <p:cNvSpPr txBox="1"/>
          <p:nvPr>
            <p:ph type="title"/>
          </p:nvPr>
        </p:nvSpPr>
        <p:spPr>
          <a:xfrm>
            <a:off x="427325" y="2511800"/>
            <a:ext cx="4965600" cy="1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Introduction</a:t>
            </a:r>
            <a:endParaRPr lang="en-GB"/>
          </a:p>
        </p:txBody>
      </p:sp>
      <p:sp>
        <p:nvSpPr>
          <p:cNvPr id="586" name="Google Shape;586;p71"/>
          <p:cNvSpPr txBox="1"/>
          <p:nvPr>
            <p:ph type="title" idx="2"/>
          </p:nvPr>
        </p:nvSpPr>
        <p:spPr>
          <a:xfrm>
            <a:off x="3741925" y="148469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587" name="Google Shape;587;p71"/>
          <p:cNvSpPr txBox="1"/>
          <p:nvPr>
            <p:ph type="subTitle" idx="1"/>
          </p:nvPr>
        </p:nvSpPr>
        <p:spPr>
          <a:xfrm>
            <a:off x="831625" y="3625000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                         </a:t>
            </a:r>
            <a:r>
              <a:rPr lang="en-GB"/>
              <a:t>Insert a subtitle here if you need it</a:t>
            </a:r>
            <a:endParaRPr lang="en-GB"/>
          </a:p>
        </p:txBody>
      </p:sp>
      <p:pic>
        <p:nvPicPr>
          <p:cNvPr id="588" name="Google Shape;588;p71"/>
          <p:cNvPicPr preferRelativeResize="0"/>
          <p:nvPr/>
        </p:nvPicPr>
        <p:blipFill rotWithShape="1">
          <a:blip r:embed="rId1"/>
          <a:srcRect l="26783" r="6921"/>
          <a:stretch>
            <a:fillRect/>
          </a:stretch>
        </p:blipFill>
        <p:spPr>
          <a:xfrm>
            <a:off x="5774975" y="1294350"/>
            <a:ext cx="2537400" cy="2554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a graph</a:t>
            </a:r>
            <a:endParaRPr lang="en-GB"/>
          </a:p>
        </p:txBody>
      </p:sp>
      <p:sp>
        <p:nvSpPr>
          <p:cNvPr id="594" name="Google Shape;594;p72"/>
          <p:cNvSpPr txBox="1"/>
          <p:nvPr/>
        </p:nvSpPr>
        <p:spPr>
          <a:xfrm>
            <a:off x="996963" y="1630646"/>
            <a:ext cx="19554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It’s a gas giant and the biggest planet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5" name="Google Shape;595;p72"/>
          <p:cNvSpPr txBox="1"/>
          <p:nvPr/>
        </p:nvSpPr>
        <p:spPr>
          <a:xfrm>
            <a:off x="997025" y="1231878"/>
            <a:ext cx="1858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Jupiter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596" name="Google Shape;596;p72"/>
          <p:cNvSpPr txBox="1"/>
          <p:nvPr/>
        </p:nvSpPr>
        <p:spPr>
          <a:xfrm flipH="1">
            <a:off x="997125" y="3717126"/>
            <a:ext cx="1858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Mars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597" name="Google Shape;597;p72"/>
          <p:cNvSpPr txBox="1"/>
          <p:nvPr/>
        </p:nvSpPr>
        <p:spPr>
          <a:xfrm flipH="1">
            <a:off x="996938" y="4130600"/>
            <a:ext cx="19557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Mars is a cold place, not hot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8" name="Google Shape;598;p72"/>
          <p:cNvSpPr txBox="1"/>
          <p:nvPr/>
        </p:nvSpPr>
        <p:spPr>
          <a:xfrm>
            <a:off x="996963" y="2880629"/>
            <a:ext cx="19554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Venus has a beautiful name</a:t>
            </a:r>
            <a:endParaRPr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599" name="Google Shape;599;p72"/>
          <p:cNvSpPr txBox="1"/>
          <p:nvPr/>
        </p:nvSpPr>
        <p:spPr>
          <a:xfrm>
            <a:off x="997025" y="2452448"/>
            <a:ext cx="1858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Venus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pic>
        <p:nvPicPr>
          <p:cNvPr id="600" name="Google Shape;600;p72" title="Points scored">
            <a:hlinkClick r:id="rId1"/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072025" y="1301125"/>
            <a:ext cx="4358751" cy="269515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72"/>
          <p:cNvSpPr txBox="1"/>
          <p:nvPr/>
        </p:nvSpPr>
        <p:spPr>
          <a:xfrm>
            <a:off x="4236050" y="4226975"/>
            <a:ext cx="4045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Follow the link in the graph to modify its data and then paste the new one here. For more info, click </a:t>
            </a:r>
            <a:r>
              <a:rPr lang="en-GB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here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2" name="Google Shape;602;p72"/>
          <p:cNvSpPr txBox="1"/>
          <p:nvPr/>
        </p:nvSpPr>
        <p:spPr>
          <a:xfrm>
            <a:off x="4766075" y="3869975"/>
            <a:ext cx="877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Jupiter</a:t>
            </a:r>
            <a:endParaRPr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603" name="Google Shape;603;p72"/>
          <p:cNvSpPr txBox="1"/>
          <p:nvPr/>
        </p:nvSpPr>
        <p:spPr>
          <a:xfrm>
            <a:off x="5950200" y="3869975"/>
            <a:ext cx="877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Venus</a:t>
            </a:r>
            <a:endParaRPr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604" name="Google Shape;604;p72"/>
          <p:cNvSpPr txBox="1"/>
          <p:nvPr/>
        </p:nvSpPr>
        <p:spPr>
          <a:xfrm>
            <a:off x="7067725" y="3869975"/>
            <a:ext cx="877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Mars</a:t>
            </a:r>
            <a:endParaRPr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a graph</a:t>
            </a:r>
            <a:endParaRPr lang="en-GB"/>
          </a:p>
        </p:txBody>
      </p:sp>
      <p:sp>
        <p:nvSpPr>
          <p:cNvPr id="610" name="Google Shape;610;p73"/>
          <p:cNvSpPr txBox="1"/>
          <p:nvPr/>
        </p:nvSpPr>
        <p:spPr>
          <a:xfrm>
            <a:off x="6460124" y="2498828"/>
            <a:ext cx="1947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Jupiter </a:t>
            </a: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is the biggest planet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1" name="Google Shape;611;p73"/>
          <p:cNvSpPr txBox="1"/>
          <p:nvPr/>
        </p:nvSpPr>
        <p:spPr>
          <a:xfrm>
            <a:off x="6460177" y="2100057"/>
            <a:ext cx="1947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30% </a:t>
            </a: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Jupiter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612" name="Google Shape;612;p73"/>
          <p:cNvSpPr txBox="1"/>
          <p:nvPr/>
        </p:nvSpPr>
        <p:spPr>
          <a:xfrm>
            <a:off x="6460148" y="3569185"/>
            <a:ext cx="1947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Venus has a beautiful name</a:t>
            </a:r>
            <a:endParaRPr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613" name="Google Shape;613;p73"/>
          <p:cNvSpPr txBox="1"/>
          <p:nvPr/>
        </p:nvSpPr>
        <p:spPr>
          <a:xfrm>
            <a:off x="6460202" y="3140998"/>
            <a:ext cx="1947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50% </a:t>
            </a: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Venus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614" name="Google Shape;614;p73"/>
          <p:cNvSpPr txBox="1"/>
          <p:nvPr/>
        </p:nvSpPr>
        <p:spPr>
          <a:xfrm>
            <a:off x="6460161" y="1490513"/>
            <a:ext cx="1947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Mars </a:t>
            </a: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</a:t>
            </a: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 cold place, not hot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5" name="Google Shape;615;p73"/>
          <p:cNvSpPr txBox="1"/>
          <p:nvPr/>
        </p:nvSpPr>
        <p:spPr>
          <a:xfrm>
            <a:off x="6460162" y="1091750"/>
            <a:ext cx="1947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20% Mars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616" name="Google Shape;616;p73"/>
          <p:cNvSpPr txBox="1"/>
          <p:nvPr/>
        </p:nvSpPr>
        <p:spPr>
          <a:xfrm>
            <a:off x="1048950" y="4226975"/>
            <a:ext cx="7046100" cy="3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Follow the link in the graph to modify its data and then paste the new one here. </a:t>
            </a:r>
            <a:r>
              <a:rPr lang="en-GB" sz="1000" b="1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For more info, click </a:t>
            </a:r>
            <a:r>
              <a:rPr lang="en-GB" sz="1000" b="1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"/>
              </a:rPr>
              <a:t>here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7" name="Google Shape;617;p73"/>
          <p:cNvSpPr txBox="1"/>
          <p:nvPr/>
        </p:nvSpPr>
        <p:spPr>
          <a:xfrm>
            <a:off x="1079871" y="3835866"/>
            <a:ext cx="795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Jupiter</a:t>
            </a:r>
            <a:endParaRPr sz="13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618" name="Google Shape;618;p73"/>
          <p:cNvSpPr txBox="1"/>
          <p:nvPr/>
        </p:nvSpPr>
        <p:spPr>
          <a:xfrm>
            <a:off x="2081106" y="3835866"/>
            <a:ext cx="795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Mars</a:t>
            </a:r>
            <a:endParaRPr sz="13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619" name="Google Shape;619;p73"/>
          <p:cNvSpPr txBox="1"/>
          <p:nvPr/>
        </p:nvSpPr>
        <p:spPr>
          <a:xfrm>
            <a:off x="3082341" y="3835866"/>
            <a:ext cx="795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Venus</a:t>
            </a:r>
            <a:endParaRPr sz="13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pic>
        <p:nvPicPr>
          <p:cNvPr id="620" name="Google Shape;620;p73" title="Gráfico">
            <a:hlinkClick r:id="rId2"/>
          </p:cNvPr>
          <p:cNvPicPr preferRelativeResize="0"/>
          <p:nvPr/>
        </p:nvPicPr>
        <p:blipFill rotWithShape="1">
          <a:blip r:embed="rId3"/>
          <a:srcRect l="3084" t="3065" r="11013" b="4325"/>
          <a:stretch>
            <a:fillRect/>
          </a:stretch>
        </p:blipFill>
        <p:spPr>
          <a:xfrm>
            <a:off x="713225" y="1224625"/>
            <a:ext cx="3917310" cy="261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4"/>
          <p:cNvSpPr txBox="1"/>
          <p:nvPr>
            <p:ph type="title"/>
          </p:nvPr>
        </p:nvSpPr>
        <p:spPr>
          <a:xfrm>
            <a:off x="713225" y="445025"/>
            <a:ext cx="6327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Maybe you need to divide the content</a:t>
            </a:r>
            <a:endParaRPr lang="en-GB"/>
          </a:p>
        </p:txBody>
      </p:sp>
      <p:sp>
        <p:nvSpPr>
          <p:cNvPr id="626" name="Google Shape;626;p74"/>
          <p:cNvSpPr txBox="1"/>
          <p:nvPr>
            <p:ph type="subTitle" idx="1"/>
          </p:nvPr>
        </p:nvSpPr>
        <p:spPr>
          <a:xfrm>
            <a:off x="50389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</a:t>
            </a:r>
            <a:endParaRPr lang="en-GB"/>
          </a:p>
        </p:txBody>
      </p:sp>
      <p:sp>
        <p:nvSpPr>
          <p:cNvPr id="627" name="Google Shape;627;p74"/>
          <p:cNvSpPr txBox="1"/>
          <p:nvPr>
            <p:ph type="subTitle" idx="2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 has a beautiful name and is the second planet from the Sun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8" name="Google Shape;628;p74"/>
          <p:cNvSpPr txBox="1"/>
          <p:nvPr>
            <p:ph type="subTitle" idx="3"/>
          </p:nvPr>
        </p:nvSpPr>
        <p:spPr>
          <a:xfrm>
            <a:off x="16931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Mercury</a:t>
            </a:r>
            <a:endParaRPr lang="en-GB"/>
          </a:p>
        </p:txBody>
      </p:sp>
      <p:sp>
        <p:nvSpPr>
          <p:cNvPr id="629" name="Google Shape;629;p74"/>
          <p:cNvSpPr txBox="1"/>
          <p:nvPr>
            <p:ph type="subTitle" idx="4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Mercury is the closest planet to the Sun and the smallest one</a:t>
            </a:r>
            <a:endParaRPr lang="en-GB"/>
          </a:p>
        </p:txBody>
      </p:sp>
      <p:grpSp>
        <p:nvGrpSpPr>
          <p:cNvPr id="630" name="Google Shape;630;p74"/>
          <p:cNvGrpSpPr/>
          <p:nvPr/>
        </p:nvGrpSpPr>
        <p:grpSpPr>
          <a:xfrm>
            <a:off x="2738010" y="2092918"/>
            <a:ext cx="396433" cy="393649"/>
            <a:chOff x="-63250675" y="3744075"/>
            <a:chExt cx="320350" cy="318100"/>
          </a:xfrm>
        </p:grpSpPr>
        <p:sp>
          <p:nvSpPr>
            <p:cNvPr id="631" name="Google Shape;631;p74"/>
            <p:cNvSpPr/>
            <p:nvPr/>
          </p:nvSpPr>
          <p:spPr>
            <a:xfrm>
              <a:off x="-63126250" y="3744075"/>
              <a:ext cx="195925" cy="192875"/>
            </a:xfrm>
            <a:custGeom>
              <a:avLst/>
              <a:gdLst/>
              <a:ahLst/>
              <a:cxnLst/>
              <a:rect l="l" t="t" r="r" b="b"/>
              <a:pathLst>
                <a:path w="7837" h="7715" extrusionOk="0">
                  <a:moveTo>
                    <a:pt x="6020" y="0"/>
                  </a:moveTo>
                  <a:cubicBezTo>
                    <a:pt x="5921" y="0"/>
                    <a:pt x="5820" y="37"/>
                    <a:pt x="5735" y="122"/>
                  </a:cubicBezTo>
                  <a:lnTo>
                    <a:pt x="4097" y="1760"/>
                  </a:lnTo>
                  <a:cubicBezTo>
                    <a:pt x="4034" y="1854"/>
                    <a:pt x="3971" y="1917"/>
                    <a:pt x="3971" y="2012"/>
                  </a:cubicBezTo>
                  <a:lnTo>
                    <a:pt x="3782" y="3304"/>
                  </a:lnTo>
                  <a:lnTo>
                    <a:pt x="1734" y="5351"/>
                  </a:lnTo>
                  <a:cubicBezTo>
                    <a:pt x="1576" y="5288"/>
                    <a:pt x="1387" y="5225"/>
                    <a:pt x="1230" y="5225"/>
                  </a:cubicBezTo>
                  <a:cubicBezTo>
                    <a:pt x="537" y="5225"/>
                    <a:pt x="1" y="5793"/>
                    <a:pt x="1" y="6486"/>
                  </a:cubicBezTo>
                  <a:cubicBezTo>
                    <a:pt x="1" y="7210"/>
                    <a:pt x="537" y="7714"/>
                    <a:pt x="1230" y="7714"/>
                  </a:cubicBezTo>
                  <a:cubicBezTo>
                    <a:pt x="1891" y="7714"/>
                    <a:pt x="2458" y="7179"/>
                    <a:pt x="2458" y="6486"/>
                  </a:cubicBezTo>
                  <a:cubicBezTo>
                    <a:pt x="2458" y="6297"/>
                    <a:pt x="2395" y="6139"/>
                    <a:pt x="2332" y="5982"/>
                  </a:cubicBezTo>
                  <a:lnTo>
                    <a:pt x="4380" y="3934"/>
                  </a:lnTo>
                  <a:lnTo>
                    <a:pt x="5672" y="3745"/>
                  </a:lnTo>
                  <a:cubicBezTo>
                    <a:pt x="5735" y="3745"/>
                    <a:pt x="5829" y="3713"/>
                    <a:pt x="5924" y="3619"/>
                  </a:cubicBezTo>
                  <a:lnTo>
                    <a:pt x="7562" y="1980"/>
                  </a:lnTo>
                  <a:cubicBezTo>
                    <a:pt x="7837" y="1706"/>
                    <a:pt x="7609" y="1254"/>
                    <a:pt x="7251" y="1254"/>
                  </a:cubicBezTo>
                  <a:cubicBezTo>
                    <a:pt x="7240" y="1254"/>
                    <a:pt x="7228" y="1255"/>
                    <a:pt x="7216" y="1256"/>
                  </a:cubicBezTo>
                  <a:lnTo>
                    <a:pt x="6302" y="1382"/>
                  </a:lnTo>
                  <a:lnTo>
                    <a:pt x="6428" y="468"/>
                  </a:lnTo>
                  <a:cubicBezTo>
                    <a:pt x="6472" y="203"/>
                    <a:pt x="6253" y="0"/>
                    <a:pt x="60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2" name="Google Shape;632;p74"/>
            <p:cNvSpPr/>
            <p:nvPr/>
          </p:nvSpPr>
          <p:spPr>
            <a:xfrm>
              <a:off x="-63190025" y="3814050"/>
              <a:ext cx="186675" cy="185900"/>
            </a:xfrm>
            <a:custGeom>
              <a:avLst/>
              <a:gdLst/>
              <a:ahLst/>
              <a:cxnLst/>
              <a:rect l="l" t="t" r="r" b="b"/>
              <a:pathLst>
                <a:path w="7467" h="7436" extrusionOk="0">
                  <a:moveTo>
                    <a:pt x="3718" y="1"/>
                  </a:moveTo>
                  <a:cubicBezTo>
                    <a:pt x="1670" y="1"/>
                    <a:pt x="0" y="1670"/>
                    <a:pt x="0" y="3750"/>
                  </a:cubicBezTo>
                  <a:cubicBezTo>
                    <a:pt x="0" y="5797"/>
                    <a:pt x="1638" y="7436"/>
                    <a:pt x="3718" y="7436"/>
                  </a:cubicBezTo>
                  <a:cubicBezTo>
                    <a:pt x="5765" y="7436"/>
                    <a:pt x="7467" y="5797"/>
                    <a:pt x="7467" y="3750"/>
                  </a:cubicBezTo>
                  <a:cubicBezTo>
                    <a:pt x="7467" y="3151"/>
                    <a:pt x="7341" y="2647"/>
                    <a:pt x="7120" y="2143"/>
                  </a:cubicBezTo>
                  <a:lnTo>
                    <a:pt x="5828" y="3435"/>
                  </a:lnTo>
                  <a:cubicBezTo>
                    <a:pt x="5828" y="3498"/>
                    <a:pt x="5860" y="3624"/>
                    <a:pt x="5860" y="3718"/>
                  </a:cubicBezTo>
                  <a:cubicBezTo>
                    <a:pt x="5860" y="4852"/>
                    <a:pt x="4915" y="5797"/>
                    <a:pt x="3781" y="5797"/>
                  </a:cubicBezTo>
                  <a:cubicBezTo>
                    <a:pt x="2615" y="5797"/>
                    <a:pt x="1670" y="4852"/>
                    <a:pt x="1670" y="3718"/>
                  </a:cubicBezTo>
                  <a:cubicBezTo>
                    <a:pt x="1733" y="2552"/>
                    <a:pt x="2615" y="1607"/>
                    <a:pt x="3781" y="1607"/>
                  </a:cubicBezTo>
                  <a:cubicBezTo>
                    <a:pt x="3875" y="1607"/>
                    <a:pt x="3970" y="1607"/>
                    <a:pt x="4033" y="1670"/>
                  </a:cubicBezTo>
                  <a:lnTo>
                    <a:pt x="5356" y="347"/>
                  </a:lnTo>
                  <a:cubicBezTo>
                    <a:pt x="4883" y="127"/>
                    <a:pt x="4316" y="1"/>
                    <a:pt x="37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3" name="Google Shape;633;p74"/>
            <p:cNvSpPr/>
            <p:nvPr/>
          </p:nvSpPr>
          <p:spPr>
            <a:xfrm>
              <a:off x="-63250675" y="3751050"/>
              <a:ext cx="311125" cy="311125"/>
            </a:xfrm>
            <a:custGeom>
              <a:avLst/>
              <a:gdLst/>
              <a:ahLst/>
              <a:cxnLst/>
              <a:rect l="l" t="t" r="r" b="b"/>
              <a:pathLst>
                <a:path w="12445" h="12445" extrusionOk="0">
                  <a:moveTo>
                    <a:pt x="6270" y="0"/>
                  </a:moveTo>
                  <a:cubicBezTo>
                    <a:pt x="2773" y="0"/>
                    <a:pt x="0" y="2804"/>
                    <a:pt x="0" y="6238"/>
                  </a:cubicBezTo>
                  <a:cubicBezTo>
                    <a:pt x="0" y="9641"/>
                    <a:pt x="2804" y="12445"/>
                    <a:pt x="6238" y="12445"/>
                  </a:cubicBezTo>
                  <a:cubicBezTo>
                    <a:pt x="9672" y="12445"/>
                    <a:pt x="12445" y="9641"/>
                    <a:pt x="12445" y="6238"/>
                  </a:cubicBezTo>
                  <a:cubicBezTo>
                    <a:pt x="12445" y="5325"/>
                    <a:pt x="12256" y="4411"/>
                    <a:pt x="11878" y="3592"/>
                  </a:cubicBezTo>
                  <a:lnTo>
                    <a:pt x="11563" y="3907"/>
                  </a:lnTo>
                  <a:cubicBezTo>
                    <a:pt x="11342" y="4096"/>
                    <a:pt x="11121" y="4222"/>
                    <a:pt x="10838" y="4253"/>
                  </a:cubicBezTo>
                  <a:lnTo>
                    <a:pt x="10397" y="4348"/>
                  </a:lnTo>
                  <a:cubicBezTo>
                    <a:pt x="10680" y="4915"/>
                    <a:pt x="10806" y="5545"/>
                    <a:pt x="10806" y="6238"/>
                  </a:cubicBezTo>
                  <a:cubicBezTo>
                    <a:pt x="10806" y="8759"/>
                    <a:pt x="8759" y="10743"/>
                    <a:pt x="6270" y="10743"/>
                  </a:cubicBezTo>
                  <a:cubicBezTo>
                    <a:pt x="3781" y="10743"/>
                    <a:pt x="1733" y="8696"/>
                    <a:pt x="1733" y="6238"/>
                  </a:cubicBezTo>
                  <a:cubicBezTo>
                    <a:pt x="1733" y="3718"/>
                    <a:pt x="3781" y="1670"/>
                    <a:pt x="6270" y="1670"/>
                  </a:cubicBezTo>
                  <a:cubicBezTo>
                    <a:pt x="6931" y="1670"/>
                    <a:pt x="7561" y="1796"/>
                    <a:pt x="8160" y="2048"/>
                  </a:cubicBezTo>
                  <a:lnTo>
                    <a:pt x="8254" y="1607"/>
                  </a:lnTo>
                  <a:cubicBezTo>
                    <a:pt x="8286" y="1355"/>
                    <a:pt x="8412" y="1103"/>
                    <a:pt x="8601" y="914"/>
                  </a:cubicBezTo>
                  <a:lnTo>
                    <a:pt x="8916" y="599"/>
                  </a:lnTo>
                  <a:cubicBezTo>
                    <a:pt x="8097" y="189"/>
                    <a:pt x="7215" y="0"/>
                    <a:pt x="62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34" name="Google Shape;634;p74"/>
          <p:cNvGrpSpPr/>
          <p:nvPr/>
        </p:nvGrpSpPr>
        <p:grpSpPr>
          <a:xfrm>
            <a:off x="6140670" y="2093327"/>
            <a:ext cx="282707" cy="392844"/>
            <a:chOff x="-64001300" y="4093650"/>
            <a:chExt cx="228450" cy="317450"/>
          </a:xfrm>
        </p:grpSpPr>
        <p:sp>
          <p:nvSpPr>
            <p:cNvPr id="635" name="Google Shape;635;p74"/>
            <p:cNvSpPr/>
            <p:nvPr/>
          </p:nvSpPr>
          <p:spPr>
            <a:xfrm>
              <a:off x="-63933550" y="4328375"/>
              <a:ext cx="93750" cy="40975"/>
            </a:xfrm>
            <a:custGeom>
              <a:avLst/>
              <a:gdLst/>
              <a:ahLst/>
              <a:cxnLst/>
              <a:rect l="l" t="t" r="r" b="b"/>
              <a:pathLst>
                <a:path w="3750" h="1639" extrusionOk="0">
                  <a:moveTo>
                    <a:pt x="1859" y="0"/>
                  </a:moveTo>
                  <a:cubicBezTo>
                    <a:pt x="1009" y="0"/>
                    <a:pt x="315" y="662"/>
                    <a:pt x="0" y="1638"/>
                  </a:cubicBezTo>
                  <a:lnTo>
                    <a:pt x="3749" y="1638"/>
                  </a:lnTo>
                  <a:cubicBezTo>
                    <a:pt x="3434" y="662"/>
                    <a:pt x="2710" y="0"/>
                    <a:pt x="18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6" name="Google Shape;636;p74"/>
            <p:cNvSpPr/>
            <p:nvPr/>
          </p:nvSpPr>
          <p:spPr>
            <a:xfrm>
              <a:off x="-63980025" y="4135400"/>
              <a:ext cx="185900" cy="234725"/>
            </a:xfrm>
            <a:custGeom>
              <a:avLst/>
              <a:gdLst/>
              <a:ahLst/>
              <a:cxnLst/>
              <a:rect l="l" t="t" r="r" b="b"/>
              <a:pathLst>
                <a:path w="7436" h="9389" extrusionOk="0">
                  <a:moveTo>
                    <a:pt x="6617" y="1"/>
                  </a:moveTo>
                  <a:lnTo>
                    <a:pt x="6617" y="725"/>
                  </a:lnTo>
                  <a:cubicBezTo>
                    <a:pt x="6196" y="593"/>
                    <a:pt x="5771" y="530"/>
                    <a:pt x="5358" y="530"/>
                  </a:cubicBezTo>
                  <a:cubicBezTo>
                    <a:pt x="4686" y="530"/>
                    <a:pt x="4044" y="697"/>
                    <a:pt x="3498" y="1009"/>
                  </a:cubicBezTo>
                  <a:cubicBezTo>
                    <a:pt x="3103" y="1242"/>
                    <a:pt x="2617" y="1373"/>
                    <a:pt x="2085" y="1373"/>
                  </a:cubicBezTo>
                  <a:cubicBezTo>
                    <a:pt x="1683" y="1373"/>
                    <a:pt x="1254" y="1298"/>
                    <a:pt x="820" y="1135"/>
                  </a:cubicBezTo>
                  <a:lnTo>
                    <a:pt x="820" y="32"/>
                  </a:lnTo>
                  <a:lnTo>
                    <a:pt x="1" y="32"/>
                  </a:lnTo>
                  <a:lnTo>
                    <a:pt x="1" y="1418"/>
                  </a:lnTo>
                  <a:cubicBezTo>
                    <a:pt x="1" y="2867"/>
                    <a:pt x="820" y="4096"/>
                    <a:pt x="2017" y="4726"/>
                  </a:cubicBezTo>
                  <a:cubicBezTo>
                    <a:pt x="820" y="5356"/>
                    <a:pt x="1" y="6554"/>
                    <a:pt x="1" y="8034"/>
                  </a:cubicBezTo>
                  <a:lnTo>
                    <a:pt x="1" y="9389"/>
                  </a:lnTo>
                  <a:lnTo>
                    <a:pt x="820" y="9389"/>
                  </a:lnTo>
                  <a:lnTo>
                    <a:pt x="820" y="8034"/>
                  </a:lnTo>
                  <a:cubicBezTo>
                    <a:pt x="820" y="6396"/>
                    <a:pt x="2143" y="5104"/>
                    <a:pt x="3750" y="5104"/>
                  </a:cubicBezTo>
                  <a:cubicBezTo>
                    <a:pt x="5356" y="5104"/>
                    <a:pt x="6617" y="6396"/>
                    <a:pt x="6617" y="8034"/>
                  </a:cubicBezTo>
                  <a:lnTo>
                    <a:pt x="6617" y="9389"/>
                  </a:lnTo>
                  <a:lnTo>
                    <a:pt x="7436" y="9389"/>
                  </a:lnTo>
                  <a:lnTo>
                    <a:pt x="7436" y="9357"/>
                  </a:lnTo>
                  <a:lnTo>
                    <a:pt x="7436" y="7971"/>
                  </a:lnTo>
                  <a:cubicBezTo>
                    <a:pt x="7436" y="6522"/>
                    <a:pt x="6617" y="5293"/>
                    <a:pt x="5451" y="4663"/>
                  </a:cubicBezTo>
                  <a:cubicBezTo>
                    <a:pt x="6617" y="4033"/>
                    <a:pt x="7436" y="2836"/>
                    <a:pt x="7436" y="1355"/>
                  </a:cubicBezTo>
                  <a:lnTo>
                    <a:pt x="74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7" name="Google Shape;637;p74"/>
            <p:cNvSpPr/>
            <p:nvPr/>
          </p:nvSpPr>
          <p:spPr>
            <a:xfrm>
              <a:off x="-64001300" y="4389800"/>
              <a:ext cx="228450" cy="21300"/>
            </a:xfrm>
            <a:custGeom>
              <a:avLst/>
              <a:gdLst/>
              <a:ahLst/>
              <a:cxnLst/>
              <a:rect l="l" t="t" r="r" b="b"/>
              <a:pathLst>
                <a:path w="9138" h="852" extrusionOk="0">
                  <a:moveTo>
                    <a:pt x="411" y="1"/>
                  </a:moveTo>
                  <a:cubicBezTo>
                    <a:pt x="190" y="1"/>
                    <a:pt x="1" y="221"/>
                    <a:pt x="1" y="410"/>
                  </a:cubicBezTo>
                  <a:cubicBezTo>
                    <a:pt x="1" y="631"/>
                    <a:pt x="190" y="851"/>
                    <a:pt x="411" y="851"/>
                  </a:cubicBezTo>
                  <a:lnTo>
                    <a:pt x="8696" y="851"/>
                  </a:lnTo>
                  <a:cubicBezTo>
                    <a:pt x="8917" y="851"/>
                    <a:pt x="9074" y="631"/>
                    <a:pt x="9074" y="410"/>
                  </a:cubicBezTo>
                  <a:cubicBezTo>
                    <a:pt x="9137" y="221"/>
                    <a:pt x="8917" y="1"/>
                    <a:pt x="8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8" name="Google Shape;638;p74"/>
            <p:cNvSpPr/>
            <p:nvPr/>
          </p:nvSpPr>
          <p:spPr>
            <a:xfrm>
              <a:off x="-64001300" y="4093650"/>
              <a:ext cx="226875" cy="20500"/>
            </a:xfrm>
            <a:custGeom>
              <a:avLst/>
              <a:gdLst/>
              <a:ahLst/>
              <a:cxnLst/>
              <a:rect l="l" t="t" r="r" b="b"/>
              <a:pathLst>
                <a:path w="9075" h="820" extrusionOk="0">
                  <a:moveTo>
                    <a:pt x="411" y="1"/>
                  </a:moveTo>
                  <a:cubicBezTo>
                    <a:pt x="190" y="1"/>
                    <a:pt x="1" y="190"/>
                    <a:pt x="1" y="410"/>
                  </a:cubicBezTo>
                  <a:cubicBezTo>
                    <a:pt x="32" y="631"/>
                    <a:pt x="190" y="820"/>
                    <a:pt x="411" y="820"/>
                  </a:cubicBezTo>
                  <a:lnTo>
                    <a:pt x="8696" y="820"/>
                  </a:lnTo>
                  <a:cubicBezTo>
                    <a:pt x="8917" y="820"/>
                    <a:pt x="9074" y="631"/>
                    <a:pt x="9074" y="410"/>
                  </a:cubicBezTo>
                  <a:cubicBezTo>
                    <a:pt x="9074" y="158"/>
                    <a:pt x="8885" y="1"/>
                    <a:pt x="86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75"/>
          <p:cNvSpPr txBox="1"/>
          <p:nvPr>
            <p:ph type="title"/>
          </p:nvPr>
        </p:nvSpPr>
        <p:spPr>
          <a:xfrm>
            <a:off x="1877475" y="445025"/>
            <a:ext cx="642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Maybe you need to divide the content</a:t>
            </a:r>
            <a:endParaRPr lang="en-GB"/>
          </a:p>
        </p:txBody>
      </p:sp>
      <p:sp>
        <p:nvSpPr>
          <p:cNvPr id="644" name="Google Shape;644;p75"/>
          <p:cNvSpPr txBox="1"/>
          <p:nvPr>
            <p:ph type="subTitle" idx="1"/>
          </p:nvPr>
        </p:nvSpPr>
        <p:spPr>
          <a:xfrm>
            <a:off x="3226708" y="14053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</a:t>
            </a:r>
            <a:endParaRPr lang="en-GB"/>
          </a:p>
        </p:txBody>
      </p:sp>
      <p:sp>
        <p:nvSpPr>
          <p:cNvPr id="645" name="Google Shape;645;p75"/>
          <p:cNvSpPr txBox="1"/>
          <p:nvPr>
            <p:ph type="subTitle" idx="2"/>
          </p:nvPr>
        </p:nvSpPr>
        <p:spPr>
          <a:xfrm>
            <a:off x="3226708" y="18064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 has a beautiful name and it’s hot</a:t>
            </a:r>
            <a:endParaRPr lang="en-GB"/>
          </a:p>
        </p:txBody>
      </p:sp>
      <p:sp>
        <p:nvSpPr>
          <p:cNvPr id="646" name="Google Shape;646;p75"/>
          <p:cNvSpPr txBox="1"/>
          <p:nvPr>
            <p:ph type="subTitle" idx="3"/>
          </p:nvPr>
        </p:nvSpPr>
        <p:spPr>
          <a:xfrm>
            <a:off x="719108" y="14053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Mercury</a:t>
            </a:r>
            <a:endParaRPr lang="en-GB"/>
          </a:p>
        </p:txBody>
      </p:sp>
      <p:sp>
        <p:nvSpPr>
          <p:cNvPr id="647" name="Google Shape;647;p75"/>
          <p:cNvSpPr txBox="1"/>
          <p:nvPr>
            <p:ph type="subTitle" idx="4"/>
          </p:nvPr>
        </p:nvSpPr>
        <p:spPr>
          <a:xfrm>
            <a:off x="719108" y="18064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Mercury is the closest planet to the Sun </a:t>
            </a:r>
            <a:endParaRPr lang="en-GB"/>
          </a:p>
        </p:txBody>
      </p:sp>
      <p:sp>
        <p:nvSpPr>
          <p:cNvPr id="648" name="Google Shape;648;p75"/>
          <p:cNvSpPr txBox="1"/>
          <p:nvPr>
            <p:ph type="subTitle" idx="5"/>
          </p:nvPr>
        </p:nvSpPr>
        <p:spPr>
          <a:xfrm>
            <a:off x="3226708" y="3171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</a:t>
            </a:r>
            <a:endParaRPr lang="en-GB"/>
          </a:p>
        </p:txBody>
      </p:sp>
      <p:sp>
        <p:nvSpPr>
          <p:cNvPr id="649" name="Google Shape;649;p75"/>
          <p:cNvSpPr txBox="1"/>
          <p:nvPr>
            <p:ph type="subTitle" idx="6"/>
          </p:nvPr>
        </p:nvSpPr>
        <p:spPr>
          <a:xfrm>
            <a:off x="3226708" y="3565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Despite being red, Mars is actually a cold place</a:t>
            </a:r>
            <a:endParaRPr lang="en-GB"/>
          </a:p>
        </p:txBody>
      </p:sp>
      <p:sp>
        <p:nvSpPr>
          <p:cNvPr id="650" name="Google Shape;650;p75"/>
          <p:cNvSpPr txBox="1"/>
          <p:nvPr>
            <p:ph type="subTitle" idx="7"/>
          </p:nvPr>
        </p:nvSpPr>
        <p:spPr>
          <a:xfrm>
            <a:off x="719108" y="3171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Jupiter</a:t>
            </a:r>
            <a:endParaRPr lang="en-GB"/>
          </a:p>
        </p:txBody>
      </p:sp>
      <p:sp>
        <p:nvSpPr>
          <p:cNvPr id="651" name="Google Shape;651;p75"/>
          <p:cNvSpPr txBox="1"/>
          <p:nvPr>
            <p:ph type="subTitle" idx="8"/>
          </p:nvPr>
        </p:nvSpPr>
        <p:spPr>
          <a:xfrm>
            <a:off x="719158" y="3565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It’s a gas giant and the biggest planet</a:t>
            </a:r>
            <a:endParaRPr lang="en-GB"/>
          </a:p>
        </p:txBody>
      </p:sp>
      <p:pic>
        <p:nvPicPr>
          <p:cNvPr id="652" name="Google Shape;652;p75"/>
          <p:cNvPicPr preferRelativeResize="0"/>
          <p:nvPr/>
        </p:nvPicPr>
        <p:blipFill rotWithShape="1">
          <a:blip r:embed="rId1"/>
          <a:srcRect l="28803" r="11302"/>
          <a:stretch>
            <a:fillRect/>
          </a:stretch>
        </p:blipFill>
        <p:spPr>
          <a:xfrm>
            <a:off x="6070323" y="1561175"/>
            <a:ext cx="2234400" cy="24879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/>
                                        <p:tgtEl>
                                          <p:spTgt spid="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/>
                                        <p:tgtEl>
                                          <p:spTgt spid="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/>
                                        <p:tgtEl>
                                          <p:spTgt spid="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/>
                                        <p:tgtEl>
                                          <p:spTgt spid="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6"/>
          <p:cNvSpPr txBox="1"/>
          <p:nvPr>
            <p:ph type="body" idx="1"/>
          </p:nvPr>
        </p:nvSpPr>
        <p:spPr>
          <a:xfrm>
            <a:off x="713225" y="441927"/>
            <a:ext cx="3557100" cy="9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picture is worth a thousand words</a:t>
            </a:r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77"/>
          <p:cNvSpPr txBox="1"/>
          <p:nvPr>
            <p:ph type="body" idx="1"/>
          </p:nvPr>
        </p:nvSpPr>
        <p:spPr>
          <a:xfrm>
            <a:off x="5547900" y="3007750"/>
            <a:ext cx="2883000" cy="15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A picture is worth a thousand words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78"/>
          <p:cNvSpPr txBox="1"/>
          <p:nvPr>
            <p:ph type="title"/>
          </p:nvPr>
        </p:nvSpPr>
        <p:spPr>
          <a:xfrm>
            <a:off x="713225" y="1345363"/>
            <a:ext cx="7717500" cy="16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145</a:t>
            </a:r>
            <a:r>
              <a:rPr lang="en-GB"/>
              <a:t>,245</a:t>
            </a:r>
            <a:endParaRPr lang="en-GB"/>
          </a:p>
        </p:txBody>
      </p:sp>
      <p:sp>
        <p:nvSpPr>
          <p:cNvPr id="668" name="Google Shape;668;p78"/>
          <p:cNvSpPr txBox="1"/>
          <p:nvPr>
            <p:ph type="subTitle" idx="1"/>
          </p:nvPr>
        </p:nvSpPr>
        <p:spPr>
          <a:xfrm>
            <a:off x="1514325" y="3188648"/>
            <a:ext cx="6120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Big numbers catch your audience’s attention</a:t>
            </a:r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79"/>
          <p:cNvSpPr txBox="1"/>
          <p:nvPr>
            <p:ph type="title"/>
          </p:nvPr>
        </p:nvSpPr>
        <p:spPr>
          <a:xfrm>
            <a:off x="713225" y="1345375"/>
            <a:ext cx="6120300" cy="16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79</a:t>
            </a:r>
            <a:r>
              <a:rPr lang="en-GB"/>
              <a:t>5</a:t>
            </a:r>
            <a:r>
              <a:rPr lang="en-GB"/>
              <a:t>,321</a:t>
            </a:r>
            <a:endParaRPr lang="en-GB"/>
          </a:p>
        </p:txBody>
      </p:sp>
      <p:sp>
        <p:nvSpPr>
          <p:cNvPr id="674" name="Google Shape;674;p79"/>
          <p:cNvSpPr txBox="1"/>
          <p:nvPr>
            <p:ph type="subTitle" idx="1"/>
          </p:nvPr>
        </p:nvSpPr>
        <p:spPr>
          <a:xfrm>
            <a:off x="713225" y="3188648"/>
            <a:ext cx="6120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Big numbers catch your audience’s attention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8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Schedule</a:t>
            </a:r>
            <a:endParaRPr lang="en-GB"/>
          </a:p>
        </p:txBody>
      </p:sp>
      <p:sp>
        <p:nvSpPr>
          <p:cNvPr id="680" name="Google Shape;680;p80"/>
          <p:cNvSpPr/>
          <p:nvPr/>
        </p:nvSpPr>
        <p:spPr>
          <a:xfrm>
            <a:off x="2305898" y="2037166"/>
            <a:ext cx="10047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Task 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1" name="Google Shape;681;p80"/>
          <p:cNvSpPr/>
          <p:nvPr/>
        </p:nvSpPr>
        <p:spPr>
          <a:xfrm>
            <a:off x="2305898" y="2505457"/>
            <a:ext cx="10047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Task 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2" name="Google Shape;682;p80"/>
          <p:cNvSpPr txBox="1"/>
          <p:nvPr/>
        </p:nvSpPr>
        <p:spPr>
          <a:xfrm>
            <a:off x="2040313" y="1641575"/>
            <a:ext cx="1221300" cy="2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Phase 1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683" name="Google Shape;683;p80"/>
          <p:cNvSpPr/>
          <p:nvPr/>
        </p:nvSpPr>
        <p:spPr>
          <a:xfrm>
            <a:off x="2305898" y="3387246"/>
            <a:ext cx="10047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Task 1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4" name="Google Shape;684;p80"/>
          <p:cNvSpPr/>
          <p:nvPr/>
        </p:nvSpPr>
        <p:spPr>
          <a:xfrm>
            <a:off x="2305898" y="3855537"/>
            <a:ext cx="10047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Task 2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5" name="Google Shape;685;p80"/>
          <p:cNvSpPr txBox="1"/>
          <p:nvPr/>
        </p:nvSpPr>
        <p:spPr>
          <a:xfrm>
            <a:off x="2040313" y="2991651"/>
            <a:ext cx="1221300" cy="2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Phase 2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686" name="Google Shape;686;p80"/>
          <p:cNvSpPr txBox="1"/>
          <p:nvPr/>
        </p:nvSpPr>
        <p:spPr>
          <a:xfrm>
            <a:off x="3427260" y="1647586"/>
            <a:ext cx="906900" cy="2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2"/>
                </a:solidFill>
                <a:latin typeface="Vidaloka"/>
                <a:ea typeface="Vidaloka"/>
                <a:cs typeface="Vidaloka"/>
                <a:sym typeface="Vidaloka"/>
              </a:rPr>
              <a:t>9:00</a:t>
            </a:r>
            <a:endParaRPr sz="2000">
              <a:solidFill>
                <a:schemeClr val="accent2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687" name="Google Shape;687;p80"/>
          <p:cNvSpPr txBox="1"/>
          <p:nvPr/>
        </p:nvSpPr>
        <p:spPr>
          <a:xfrm>
            <a:off x="4334123" y="1647586"/>
            <a:ext cx="906900" cy="2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2"/>
                </a:solidFill>
                <a:latin typeface="Vidaloka"/>
                <a:ea typeface="Vidaloka"/>
                <a:cs typeface="Vidaloka"/>
                <a:sym typeface="Vidaloka"/>
              </a:rPr>
              <a:t>10:00</a:t>
            </a:r>
            <a:endParaRPr sz="2000">
              <a:solidFill>
                <a:schemeClr val="accent2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688" name="Google Shape;688;p80"/>
          <p:cNvSpPr txBox="1"/>
          <p:nvPr/>
        </p:nvSpPr>
        <p:spPr>
          <a:xfrm>
            <a:off x="5240986" y="1647586"/>
            <a:ext cx="906900" cy="2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2"/>
                </a:solidFill>
                <a:latin typeface="Vidaloka"/>
                <a:ea typeface="Vidaloka"/>
                <a:cs typeface="Vidaloka"/>
                <a:sym typeface="Vidaloka"/>
              </a:rPr>
              <a:t>11:00</a:t>
            </a:r>
            <a:endParaRPr sz="2000">
              <a:solidFill>
                <a:schemeClr val="accent2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689" name="Google Shape;689;p80"/>
          <p:cNvSpPr txBox="1"/>
          <p:nvPr/>
        </p:nvSpPr>
        <p:spPr>
          <a:xfrm>
            <a:off x="6147849" y="1647586"/>
            <a:ext cx="906900" cy="2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2"/>
                </a:solidFill>
                <a:latin typeface="Vidaloka"/>
                <a:ea typeface="Vidaloka"/>
                <a:cs typeface="Vidaloka"/>
                <a:sym typeface="Vidaloka"/>
              </a:rPr>
              <a:t>12:00</a:t>
            </a:r>
            <a:endParaRPr sz="2000">
              <a:solidFill>
                <a:schemeClr val="accent2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cxnSp>
        <p:nvCxnSpPr>
          <p:cNvPr id="690" name="Google Shape;690;p80"/>
          <p:cNvCxnSpPr/>
          <p:nvPr/>
        </p:nvCxnSpPr>
        <p:spPr>
          <a:xfrm>
            <a:off x="3476038" y="2222725"/>
            <a:ext cx="3515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1" name="Google Shape;691;p80"/>
          <p:cNvCxnSpPr/>
          <p:nvPr/>
        </p:nvCxnSpPr>
        <p:spPr>
          <a:xfrm>
            <a:off x="3476038" y="2691025"/>
            <a:ext cx="3515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2" name="Google Shape;692;p80"/>
          <p:cNvCxnSpPr/>
          <p:nvPr/>
        </p:nvCxnSpPr>
        <p:spPr>
          <a:xfrm>
            <a:off x="3476038" y="3572800"/>
            <a:ext cx="3515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3" name="Google Shape;693;p80"/>
          <p:cNvCxnSpPr/>
          <p:nvPr/>
        </p:nvCxnSpPr>
        <p:spPr>
          <a:xfrm>
            <a:off x="3476038" y="4041100"/>
            <a:ext cx="3515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4" name="Google Shape;694;p80"/>
          <p:cNvSpPr/>
          <p:nvPr/>
        </p:nvSpPr>
        <p:spPr>
          <a:xfrm>
            <a:off x="3402038" y="2140675"/>
            <a:ext cx="1004700" cy="15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5" name="Google Shape;695;p80"/>
          <p:cNvSpPr/>
          <p:nvPr/>
        </p:nvSpPr>
        <p:spPr>
          <a:xfrm>
            <a:off x="5192088" y="2608950"/>
            <a:ext cx="1004700" cy="15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6" name="Google Shape;696;p80"/>
          <p:cNvSpPr/>
          <p:nvPr/>
        </p:nvSpPr>
        <p:spPr>
          <a:xfrm>
            <a:off x="6098938" y="3964900"/>
            <a:ext cx="1004700" cy="15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7" name="Google Shape;697;p80"/>
          <p:cNvSpPr/>
          <p:nvPr/>
        </p:nvSpPr>
        <p:spPr>
          <a:xfrm>
            <a:off x="4285213" y="3496600"/>
            <a:ext cx="1004700" cy="15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Schedule</a:t>
            </a:r>
            <a:endParaRPr lang="en-GB"/>
          </a:p>
        </p:txBody>
      </p:sp>
      <p:graphicFrame>
        <p:nvGraphicFramePr>
          <p:cNvPr id="703" name="Google Shape;703;p81"/>
          <p:cNvGraphicFramePr/>
          <p:nvPr/>
        </p:nvGraphicFramePr>
        <p:xfrm>
          <a:off x="720000" y="1619250"/>
          <a:ext cx="7704000" cy="3000000"/>
        </p:xfrm>
        <a:graphic>
          <a:graphicData uri="http://schemas.openxmlformats.org/drawingml/2006/table">
            <a:tbl>
              <a:tblPr>
                <a:noFill/>
                <a:tableStyleId>{6DB2CEF2-5C51-459F-9956-8D74FEA107DB}</a:tableStyleId>
              </a:tblPr>
              <a:tblGrid>
                <a:gridCol w="917050"/>
                <a:gridCol w="1434025"/>
                <a:gridCol w="1330150"/>
                <a:gridCol w="1454775"/>
                <a:gridCol w="1284000"/>
                <a:gridCol w="1284000"/>
              </a:tblGrid>
              <a:tr h="579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Monday</a:t>
                      </a:r>
                      <a:endParaRPr sz="20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Tuesday</a:t>
                      </a:r>
                      <a:endParaRPr sz="20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Wednesday</a:t>
                      </a:r>
                      <a:endParaRPr sz="20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Thursday</a:t>
                      </a:r>
                      <a:endParaRPr sz="20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Friday</a:t>
                      </a:r>
                      <a:endParaRPr sz="20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08:15</a:t>
                      </a:r>
                      <a:endParaRPr sz="2000">
                        <a:solidFill>
                          <a:schemeClr val="lt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Task 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Meeting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Idea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Project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57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10:20</a:t>
                      </a:r>
                      <a:endParaRPr sz="2000">
                        <a:solidFill>
                          <a:schemeClr val="lt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Meeting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Idea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Task 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Task 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57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12:15</a:t>
                      </a:r>
                      <a:endParaRPr sz="2000">
                        <a:solidFill>
                          <a:schemeClr val="lt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Proposal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Meeting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Meeting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Idea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Idea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579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14:30</a:t>
                      </a:r>
                      <a:endParaRPr sz="2000">
                        <a:solidFill>
                          <a:schemeClr val="lt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Task 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Project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Meeting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82"/>
          <p:cNvSpPr txBox="1"/>
          <p:nvPr>
            <p:ph type="title"/>
          </p:nvPr>
        </p:nvSpPr>
        <p:spPr>
          <a:xfrm>
            <a:off x="4346500" y="2467375"/>
            <a:ext cx="4083600" cy="12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Company</a:t>
            </a:r>
            <a:endParaRPr lang="en-GB"/>
          </a:p>
        </p:txBody>
      </p:sp>
      <p:sp>
        <p:nvSpPr>
          <p:cNvPr id="709" name="Google Shape;709;p82"/>
          <p:cNvSpPr txBox="1"/>
          <p:nvPr>
            <p:ph type="title" idx="2"/>
          </p:nvPr>
        </p:nvSpPr>
        <p:spPr>
          <a:xfrm>
            <a:off x="4346500" y="1021325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 lang="en-GB"/>
          </a:p>
        </p:txBody>
      </p:sp>
      <p:sp>
        <p:nvSpPr>
          <p:cNvPr id="710" name="Google Shape;710;p82"/>
          <p:cNvSpPr txBox="1"/>
          <p:nvPr>
            <p:ph type="subTitle" idx="1"/>
          </p:nvPr>
        </p:nvSpPr>
        <p:spPr>
          <a:xfrm>
            <a:off x="4346500" y="3649675"/>
            <a:ext cx="40836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Insert a subtitle here if you need it</a:t>
            </a:r>
            <a:endParaRPr lang="en-GB"/>
          </a:p>
        </p:txBody>
      </p:sp>
      <p:pic>
        <p:nvPicPr>
          <p:cNvPr id="711" name="Google Shape;711;p82"/>
          <p:cNvPicPr preferRelativeResize="0"/>
          <p:nvPr/>
        </p:nvPicPr>
        <p:blipFill rotWithShape="1">
          <a:blip r:embed="rId1"/>
          <a:srcRect l="33897"/>
          <a:stretch>
            <a:fillRect/>
          </a:stretch>
        </p:blipFill>
        <p:spPr>
          <a:xfrm>
            <a:off x="1094250" y="1113625"/>
            <a:ext cx="2896500" cy="29163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83"/>
          <p:cNvSpPr txBox="1"/>
          <p:nvPr>
            <p:ph type="title"/>
          </p:nvPr>
        </p:nvSpPr>
        <p:spPr>
          <a:xfrm>
            <a:off x="4373850" y="944250"/>
            <a:ext cx="4009500" cy="64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Company</a:t>
            </a:r>
            <a:endParaRPr lang="en-GB"/>
          </a:p>
        </p:txBody>
      </p:sp>
      <p:sp>
        <p:nvSpPr>
          <p:cNvPr id="717" name="Google Shape;717;p83"/>
          <p:cNvSpPr txBox="1"/>
          <p:nvPr>
            <p:ph type="title" idx="2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 lang="en-GB"/>
          </a:p>
        </p:txBody>
      </p:sp>
      <p:sp>
        <p:nvSpPr>
          <p:cNvPr id="718" name="Google Shape;718;p83"/>
          <p:cNvSpPr txBox="1"/>
          <p:nvPr>
            <p:ph type="subTitle" idx="1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Insert a subtitle here if you need it</a:t>
            </a:r>
            <a:endParaRPr lang="en-GB"/>
          </a:p>
        </p:txBody>
      </p:sp>
      <p:pic>
        <p:nvPicPr>
          <p:cNvPr id="719" name="Google Shape;719;p83"/>
          <p:cNvPicPr preferRelativeResize="0"/>
          <p:nvPr/>
        </p:nvPicPr>
        <p:blipFill rotWithShape="1">
          <a:blip r:embed="rId1"/>
          <a:srcRect t="12446" b="12446"/>
          <a:stretch>
            <a:fillRect/>
          </a:stretch>
        </p:blipFill>
        <p:spPr>
          <a:xfrm>
            <a:off x="2395575" y="2423975"/>
            <a:ext cx="4352850" cy="2179076"/>
          </a:xfrm>
          <a:prstGeom prst="rect">
            <a:avLst/>
          </a:prstGeom>
          <a:noFill/>
          <a:ln w="28575" cap="flat" cmpd="sng">
            <a:solidFill>
              <a:srgbClr val="3F3533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8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a graph</a:t>
            </a:r>
            <a:endParaRPr lang="en-GB"/>
          </a:p>
        </p:txBody>
      </p:sp>
      <p:sp>
        <p:nvSpPr>
          <p:cNvPr id="725" name="Google Shape;725;p84"/>
          <p:cNvSpPr txBox="1"/>
          <p:nvPr/>
        </p:nvSpPr>
        <p:spPr>
          <a:xfrm>
            <a:off x="1547738" y="1618220"/>
            <a:ext cx="19554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It’s a gas giant and the biggest planet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6" name="Google Shape;726;p84"/>
          <p:cNvSpPr txBox="1"/>
          <p:nvPr/>
        </p:nvSpPr>
        <p:spPr>
          <a:xfrm>
            <a:off x="1547800" y="1223402"/>
            <a:ext cx="1858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Jupiter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727" name="Google Shape;727;p84"/>
          <p:cNvSpPr txBox="1"/>
          <p:nvPr/>
        </p:nvSpPr>
        <p:spPr>
          <a:xfrm flipH="1">
            <a:off x="1547900" y="3594227"/>
            <a:ext cx="1858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Mars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728" name="Google Shape;728;p84"/>
          <p:cNvSpPr txBox="1"/>
          <p:nvPr/>
        </p:nvSpPr>
        <p:spPr>
          <a:xfrm flipH="1">
            <a:off x="1547713" y="3989975"/>
            <a:ext cx="19557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Mars is a cold place, not hot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9" name="Google Shape;729;p84"/>
          <p:cNvSpPr txBox="1"/>
          <p:nvPr>
            <p:ph type="title" idx="4294967295"/>
          </p:nvPr>
        </p:nvSpPr>
        <p:spPr>
          <a:xfrm>
            <a:off x="479425" y="1430200"/>
            <a:ext cx="10683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</a:rPr>
              <a:t>1,254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730" name="Google Shape;730;p84"/>
          <p:cNvSpPr txBox="1"/>
          <p:nvPr>
            <p:ph type="title" idx="4294967295"/>
          </p:nvPr>
        </p:nvSpPr>
        <p:spPr>
          <a:xfrm>
            <a:off x="479425" y="3769075"/>
            <a:ext cx="10683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</a:rPr>
              <a:t>8,554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731" name="Google Shape;731;p84"/>
          <p:cNvSpPr txBox="1"/>
          <p:nvPr/>
        </p:nvSpPr>
        <p:spPr>
          <a:xfrm>
            <a:off x="1547738" y="2797122"/>
            <a:ext cx="19554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Venus has a beautiful name</a:t>
            </a:r>
            <a:endParaRPr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732" name="Google Shape;732;p84"/>
          <p:cNvSpPr txBox="1"/>
          <p:nvPr/>
        </p:nvSpPr>
        <p:spPr>
          <a:xfrm>
            <a:off x="1547800" y="2401378"/>
            <a:ext cx="1858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Venus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733" name="Google Shape;733;p84"/>
          <p:cNvSpPr txBox="1"/>
          <p:nvPr>
            <p:ph type="title" idx="4294967295"/>
          </p:nvPr>
        </p:nvSpPr>
        <p:spPr>
          <a:xfrm>
            <a:off x="479425" y="2595163"/>
            <a:ext cx="10683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</a:rPr>
              <a:t>4,215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734" name="Google Shape;734;p84"/>
          <p:cNvSpPr txBox="1"/>
          <p:nvPr/>
        </p:nvSpPr>
        <p:spPr>
          <a:xfrm>
            <a:off x="4385275" y="4226975"/>
            <a:ext cx="4045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Follow the link in the graph to modify its data and then paste the new one here. For more info, click </a:t>
            </a:r>
            <a:r>
              <a:rPr lang="en-GB" sz="10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"/>
              </a:rPr>
              <a:t>here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35" name="Google Shape;735;p84">
            <a:hlinkClick r:id="rId2"/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517600" y="1320050"/>
            <a:ext cx="3780849" cy="2337825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84"/>
          <p:cNvSpPr txBox="1"/>
          <p:nvPr/>
        </p:nvSpPr>
        <p:spPr>
          <a:xfrm>
            <a:off x="3660100" y="1635875"/>
            <a:ext cx="955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Jupiter</a:t>
            </a:r>
            <a:endParaRPr sz="12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737" name="Google Shape;737;p84"/>
          <p:cNvSpPr txBox="1"/>
          <p:nvPr/>
        </p:nvSpPr>
        <p:spPr>
          <a:xfrm>
            <a:off x="3660100" y="2238175"/>
            <a:ext cx="955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Venus</a:t>
            </a:r>
            <a:endParaRPr sz="12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738" name="Google Shape;738;p84"/>
          <p:cNvSpPr txBox="1"/>
          <p:nvPr/>
        </p:nvSpPr>
        <p:spPr>
          <a:xfrm>
            <a:off x="3660100" y="2786375"/>
            <a:ext cx="955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Mars</a:t>
            </a:r>
            <a:endParaRPr sz="12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8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More graphs</a:t>
            </a:r>
            <a:endParaRPr lang="en-GB"/>
          </a:p>
        </p:txBody>
      </p:sp>
      <p:sp>
        <p:nvSpPr>
          <p:cNvPr id="744" name="Google Shape;744;p85"/>
          <p:cNvSpPr txBox="1"/>
          <p:nvPr/>
        </p:nvSpPr>
        <p:spPr>
          <a:xfrm>
            <a:off x="1989142" y="1702996"/>
            <a:ext cx="1947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Jupiter is the biggest planet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5" name="Google Shape;745;p85"/>
          <p:cNvSpPr txBox="1"/>
          <p:nvPr/>
        </p:nvSpPr>
        <p:spPr>
          <a:xfrm>
            <a:off x="1989194" y="1304225"/>
            <a:ext cx="1947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35% Jupiter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746" name="Google Shape;746;p85"/>
          <p:cNvSpPr txBox="1"/>
          <p:nvPr/>
        </p:nvSpPr>
        <p:spPr>
          <a:xfrm>
            <a:off x="1989141" y="3641380"/>
            <a:ext cx="1947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Venus has a beautiful name</a:t>
            </a:r>
            <a:endParaRPr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747" name="Google Shape;747;p85"/>
          <p:cNvSpPr txBox="1"/>
          <p:nvPr/>
        </p:nvSpPr>
        <p:spPr>
          <a:xfrm>
            <a:off x="1989194" y="3213193"/>
            <a:ext cx="1947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10% Venus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748" name="Google Shape;748;p85"/>
          <p:cNvSpPr txBox="1"/>
          <p:nvPr/>
        </p:nvSpPr>
        <p:spPr>
          <a:xfrm>
            <a:off x="5258887" y="1712608"/>
            <a:ext cx="1947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Mars is a cold place, not hot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9" name="Google Shape;749;p85"/>
          <p:cNvSpPr txBox="1"/>
          <p:nvPr/>
        </p:nvSpPr>
        <p:spPr>
          <a:xfrm>
            <a:off x="5258887" y="1313845"/>
            <a:ext cx="1947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20% Mars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750" name="Google Shape;750;p85"/>
          <p:cNvSpPr txBox="1"/>
          <p:nvPr/>
        </p:nvSpPr>
        <p:spPr>
          <a:xfrm>
            <a:off x="5258887" y="3650998"/>
            <a:ext cx="1947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Mercury is the smallest planet</a:t>
            </a:r>
            <a:endParaRPr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751" name="Google Shape;751;p85"/>
          <p:cNvSpPr txBox="1"/>
          <p:nvPr/>
        </p:nvSpPr>
        <p:spPr>
          <a:xfrm>
            <a:off x="5258940" y="3222798"/>
            <a:ext cx="1947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35% Mercury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grpSp>
        <p:nvGrpSpPr>
          <p:cNvPr id="752" name="Google Shape;752;p85"/>
          <p:cNvGrpSpPr/>
          <p:nvPr/>
        </p:nvGrpSpPr>
        <p:grpSpPr>
          <a:xfrm>
            <a:off x="714657" y="1304218"/>
            <a:ext cx="942045" cy="942045"/>
            <a:chOff x="1376500" y="2383625"/>
            <a:chExt cx="1155600" cy="1155600"/>
          </a:xfrm>
        </p:grpSpPr>
        <p:sp>
          <p:nvSpPr>
            <p:cNvPr id="753" name="Google Shape;753;p85"/>
            <p:cNvSpPr/>
            <p:nvPr/>
          </p:nvSpPr>
          <p:spPr>
            <a:xfrm>
              <a:off x="1376500" y="2383625"/>
              <a:ext cx="1155600" cy="1155600"/>
            </a:xfrm>
            <a:prstGeom prst="ellipse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4" name="Google Shape;754;p85"/>
            <p:cNvSpPr/>
            <p:nvPr/>
          </p:nvSpPr>
          <p:spPr>
            <a:xfrm rot="-5400000">
              <a:off x="1483300" y="2490425"/>
              <a:ext cx="942000" cy="942000"/>
            </a:xfrm>
            <a:prstGeom prst="pie">
              <a:avLst>
                <a:gd name="adj1" fmla="val 0"/>
                <a:gd name="adj2" fmla="val 75462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55" name="Google Shape;755;p85"/>
          <p:cNvGrpSpPr/>
          <p:nvPr/>
        </p:nvGrpSpPr>
        <p:grpSpPr>
          <a:xfrm>
            <a:off x="714657" y="3317918"/>
            <a:ext cx="942045" cy="942045"/>
            <a:chOff x="1376500" y="2383625"/>
            <a:chExt cx="1155600" cy="1155600"/>
          </a:xfrm>
        </p:grpSpPr>
        <p:sp>
          <p:nvSpPr>
            <p:cNvPr id="756" name="Google Shape;756;p85"/>
            <p:cNvSpPr/>
            <p:nvPr/>
          </p:nvSpPr>
          <p:spPr>
            <a:xfrm>
              <a:off x="1376500" y="2383625"/>
              <a:ext cx="1155600" cy="1155600"/>
            </a:xfrm>
            <a:prstGeom prst="ellipse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7" name="Google Shape;757;p85"/>
            <p:cNvSpPr/>
            <p:nvPr/>
          </p:nvSpPr>
          <p:spPr>
            <a:xfrm rot="-5400000">
              <a:off x="1483300" y="2490425"/>
              <a:ext cx="942000" cy="942000"/>
            </a:xfrm>
            <a:prstGeom prst="pie">
              <a:avLst>
                <a:gd name="adj1" fmla="val 0"/>
                <a:gd name="adj2" fmla="val 3184098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58" name="Google Shape;758;p85"/>
          <p:cNvGrpSpPr/>
          <p:nvPr/>
        </p:nvGrpSpPr>
        <p:grpSpPr>
          <a:xfrm>
            <a:off x="7525807" y="1313843"/>
            <a:ext cx="942045" cy="942045"/>
            <a:chOff x="1376500" y="2383625"/>
            <a:chExt cx="1155600" cy="1155600"/>
          </a:xfrm>
        </p:grpSpPr>
        <p:sp>
          <p:nvSpPr>
            <p:cNvPr id="759" name="Google Shape;759;p85"/>
            <p:cNvSpPr/>
            <p:nvPr/>
          </p:nvSpPr>
          <p:spPr>
            <a:xfrm>
              <a:off x="1376500" y="2383625"/>
              <a:ext cx="1155600" cy="1155600"/>
            </a:xfrm>
            <a:prstGeom prst="ellipse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0" name="Google Shape;760;p85"/>
            <p:cNvSpPr/>
            <p:nvPr/>
          </p:nvSpPr>
          <p:spPr>
            <a:xfrm rot="-5400000">
              <a:off x="1483300" y="2490425"/>
              <a:ext cx="942000" cy="942000"/>
            </a:xfrm>
            <a:prstGeom prst="pie">
              <a:avLst>
                <a:gd name="adj1" fmla="val 0"/>
                <a:gd name="adj2" fmla="val 4246206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61" name="Google Shape;761;p85"/>
          <p:cNvGrpSpPr/>
          <p:nvPr/>
        </p:nvGrpSpPr>
        <p:grpSpPr>
          <a:xfrm>
            <a:off x="7525807" y="3327543"/>
            <a:ext cx="942045" cy="942045"/>
            <a:chOff x="1376500" y="2383625"/>
            <a:chExt cx="1155600" cy="1155600"/>
          </a:xfrm>
        </p:grpSpPr>
        <p:sp>
          <p:nvSpPr>
            <p:cNvPr id="762" name="Google Shape;762;p85"/>
            <p:cNvSpPr/>
            <p:nvPr/>
          </p:nvSpPr>
          <p:spPr>
            <a:xfrm>
              <a:off x="1376500" y="2383625"/>
              <a:ext cx="1155600" cy="1155600"/>
            </a:xfrm>
            <a:prstGeom prst="ellipse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3" name="Google Shape;763;p85"/>
            <p:cNvSpPr/>
            <p:nvPr/>
          </p:nvSpPr>
          <p:spPr>
            <a:xfrm rot="-5400000">
              <a:off x="1483300" y="2490425"/>
              <a:ext cx="942000" cy="942000"/>
            </a:xfrm>
            <a:prstGeom prst="pie">
              <a:avLst>
                <a:gd name="adj1" fmla="val 0"/>
                <a:gd name="adj2" fmla="val 7159728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/>
                                        <p:tgtEl>
                                          <p:spTgt spid="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/>
                                        <p:tgtEl>
                                          <p:spTgt spid="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/>
                                        <p:tgtEl>
                                          <p:spTgt spid="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/>
                                        <p:tgtEl>
                                          <p:spTgt spid="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8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Target</a:t>
            </a:r>
            <a:endParaRPr lang="en-GB"/>
          </a:p>
        </p:txBody>
      </p:sp>
      <p:sp>
        <p:nvSpPr>
          <p:cNvPr id="769" name="Google Shape;769;p86"/>
          <p:cNvSpPr/>
          <p:nvPr/>
        </p:nvSpPr>
        <p:spPr>
          <a:xfrm rot="-5400000" flipH="1">
            <a:off x="5441726" y="2978450"/>
            <a:ext cx="1939800" cy="30240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0" name="Google Shape;770;p86"/>
          <p:cNvSpPr/>
          <p:nvPr/>
        </p:nvSpPr>
        <p:spPr>
          <a:xfrm rot="-5400000" flipH="1">
            <a:off x="5883388" y="3420000"/>
            <a:ext cx="1054800" cy="3039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1" name="Google Shape;771;p86"/>
          <p:cNvSpPr/>
          <p:nvPr/>
        </p:nvSpPr>
        <p:spPr>
          <a:xfrm rot="-5400000" flipH="1">
            <a:off x="6675862" y="2909875"/>
            <a:ext cx="1858800" cy="30240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2" name="Google Shape;772;p86"/>
          <p:cNvSpPr/>
          <p:nvPr/>
        </p:nvSpPr>
        <p:spPr>
          <a:xfrm rot="-5400000" flipH="1">
            <a:off x="7334200" y="3677444"/>
            <a:ext cx="542100" cy="3024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3" name="Google Shape;773;p86"/>
          <p:cNvSpPr/>
          <p:nvPr/>
        </p:nvSpPr>
        <p:spPr>
          <a:xfrm rot="-5400000" flipH="1">
            <a:off x="4246738" y="2978300"/>
            <a:ext cx="1939500" cy="30240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4" name="Google Shape;774;p86"/>
          <p:cNvSpPr/>
          <p:nvPr/>
        </p:nvSpPr>
        <p:spPr>
          <a:xfrm rot="-5400000" flipH="1">
            <a:off x="4886863" y="3618689"/>
            <a:ext cx="657600" cy="3039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5" name="Google Shape;775;p86"/>
          <p:cNvSpPr txBox="1"/>
          <p:nvPr/>
        </p:nvSpPr>
        <p:spPr>
          <a:xfrm>
            <a:off x="5992726" y="1707850"/>
            <a:ext cx="8361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5</a:t>
            </a: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0%</a:t>
            </a:r>
            <a:endParaRPr sz="24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776" name="Google Shape;776;p86"/>
          <p:cNvSpPr txBox="1"/>
          <p:nvPr/>
        </p:nvSpPr>
        <p:spPr>
          <a:xfrm>
            <a:off x="4797589" y="1707850"/>
            <a:ext cx="8361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30</a:t>
            </a: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%</a:t>
            </a:r>
            <a:endParaRPr sz="24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777" name="Google Shape;777;p86"/>
          <p:cNvSpPr txBox="1"/>
          <p:nvPr/>
        </p:nvSpPr>
        <p:spPr>
          <a:xfrm>
            <a:off x="7187876" y="1707850"/>
            <a:ext cx="8361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2</a:t>
            </a: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0%</a:t>
            </a:r>
            <a:endParaRPr sz="24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778" name="Google Shape;778;p86"/>
          <p:cNvSpPr txBox="1"/>
          <p:nvPr/>
        </p:nvSpPr>
        <p:spPr>
          <a:xfrm>
            <a:off x="4605163" y="4250700"/>
            <a:ext cx="12210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18 - 25</a:t>
            </a:r>
            <a:endParaRPr sz="24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779" name="Google Shape;779;p86"/>
          <p:cNvSpPr txBox="1"/>
          <p:nvPr/>
        </p:nvSpPr>
        <p:spPr>
          <a:xfrm>
            <a:off x="5800288" y="4250700"/>
            <a:ext cx="12210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26</a:t>
            </a: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 - 35</a:t>
            </a:r>
            <a:endParaRPr sz="24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780" name="Google Shape;780;p86"/>
          <p:cNvSpPr txBox="1"/>
          <p:nvPr/>
        </p:nvSpPr>
        <p:spPr>
          <a:xfrm>
            <a:off x="6995438" y="4250700"/>
            <a:ext cx="12210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+36</a:t>
            </a:r>
            <a:endParaRPr sz="24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781" name="Google Shape;781;p86"/>
          <p:cNvSpPr txBox="1"/>
          <p:nvPr/>
        </p:nvSpPr>
        <p:spPr>
          <a:xfrm>
            <a:off x="2854550" y="4248925"/>
            <a:ext cx="12210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3</a:t>
            </a: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0%</a:t>
            </a:r>
            <a:endParaRPr sz="24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grpSp>
        <p:nvGrpSpPr>
          <p:cNvPr id="782" name="Google Shape;782;p86"/>
          <p:cNvGrpSpPr/>
          <p:nvPr/>
        </p:nvGrpSpPr>
        <p:grpSpPr>
          <a:xfrm>
            <a:off x="3308612" y="1725094"/>
            <a:ext cx="312900" cy="356993"/>
            <a:chOff x="-57940525" y="3590375"/>
            <a:chExt cx="279625" cy="319000"/>
          </a:xfrm>
        </p:grpSpPr>
        <p:sp>
          <p:nvSpPr>
            <p:cNvPr id="783" name="Google Shape;783;p86"/>
            <p:cNvSpPr/>
            <p:nvPr/>
          </p:nvSpPr>
          <p:spPr>
            <a:xfrm>
              <a:off x="-57940525" y="3727425"/>
              <a:ext cx="18150" cy="63800"/>
            </a:xfrm>
            <a:custGeom>
              <a:avLst/>
              <a:gdLst/>
              <a:ahLst/>
              <a:cxnLst/>
              <a:rect l="l" t="t" r="r" b="b"/>
              <a:pathLst>
                <a:path w="726" h="2552" extrusionOk="0">
                  <a:moveTo>
                    <a:pt x="725" y="0"/>
                  </a:moveTo>
                  <a:cubicBezTo>
                    <a:pt x="253" y="252"/>
                    <a:pt x="1" y="725"/>
                    <a:pt x="1" y="1260"/>
                  </a:cubicBezTo>
                  <a:cubicBezTo>
                    <a:pt x="1" y="1827"/>
                    <a:pt x="316" y="2300"/>
                    <a:pt x="725" y="2552"/>
                  </a:cubicBezTo>
                  <a:lnTo>
                    <a:pt x="7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4" name="Google Shape;784;p86"/>
            <p:cNvSpPr/>
            <p:nvPr/>
          </p:nvSpPr>
          <p:spPr>
            <a:xfrm>
              <a:off x="-57904300" y="3686450"/>
              <a:ext cx="205600" cy="111075"/>
            </a:xfrm>
            <a:custGeom>
              <a:avLst/>
              <a:gdLst/>
              <a:ahLst/>
              <a:cxnLst/>
              <a:rect l="l" t="t" r="r" b="b"/>
              <a:pathLst>
                <a:path w="8224" h="4443" extrusionOk="0">
                  <a:moveTo>
                    <a:pt x="2647" y="2143"/>
                  </a:moveTo>
                  <a:cubicBezTo>
                    <a:pt x="2836" y="2143"/>
                    <a:pt x="2994" y="2301"/>
                    <a:pt x="2994" y="2521"/>
                  </a:cubicBezTo>
                  <a:cubicBezTo>
                    <a:pt x="2994" y="2710"/>
                    <a:pt x="2836" y="2868"/>
                    <a:pt x="2647" y="2868"/>
                  </a:cubicBezTo>
                  <a:cubicBezTo>
                    <a:pt x="2427" y="2868"/>
                    <a:pt x="2301" y="2710"/>
                    <a:pt x="2301" y="2521"/>
                  </a:cubicBezTo>
                  <a:cubicBezTo>
                    <a:pt x="2301" y="2301"/>
                    <a:pt x="2427" y="2143"/>
                    <a:pt x="2647" y="2143"/>
                  </a:cubicBezTo>
                  <a:close/>
                  <a:moveTo>
                    <a:pt x="5640" y="2143"/>
                  </a:moveTo>
                  <a:cubicBezTo>
                    <a:pt x="5829" y="2143"/>
                    <a:pt x="5987" y="2301"/>
                    <a:pt x="5987" y="2521"/>
                  </a:cubicBezTo>
                  <a:cubicBezTo>
                    <a:pt x="5987" y="2710"/>
                    <a:pt x="5829" y="2868"/>
                    <a:pt x="5640" y="2868"/>
                  </a:cubicBezTo>
                  <a:cubicBezTo>
                    <a:pt x="5420" y="2868"/>
                    <a:pt x="5262" y="2710"/>
                    <a:pt x="5262" y="2521"/>
                  </a:cubicBezTo>
                  <a:cubicBezTo>
                    <a:pt x="5262" y="2301"/>
                    <a:pt x="5420" y="2143"/>
                    <a:pt x="5640" y="2143"/>
                  </a:cubicBezTo>
                  <a:close/>
                  <a:moveTo>
                    <a:pt x="1923" y="1"/>
                  </a:moveTo>
                  <a:lnTo>
                    <a:pt x="1" y="1923"/>
                  </a:lnTo>
                  <a:lnTo>
                    <a:pt x="1" y="4443"/>
                  </a:lnTo>
                  <a:lnTo>
                    <a:pt x="1765" y="4443"/>
                  </a:lnTo>
                  <a:cubicBezTo>
                    <a:pt x="2490" y="3986"/>
                    <a:pt x="3309" y="3758"/>
                    <a:pt x="4124" y="3758"/>
                  </a:cubicBezTo>
                  <a:cubicBezTo>
                    <a:pt x="4939" y="3758"/>
                    <a:pt x="5751" y="3986"/>
                    <a:pt x="6459" y="4443"/>
                  </a:cubicBezTo>
                  <a:lnTo>
                    <a:pt x="8224" y="4443"/>
                  </a:lnTo>
                  <a:lnTo>
                    <a:pt x="8224" y="1923"/>
                  </a:lnTo>
                  <a:lnTo>
                    <a:pt x="6302" y="1"/>
                  </a:lnTo>
                  <a:cubicBezTo>
                    <a:pt x="5625" y="395"/>
                    <a:pt x="4876" y="592"/>
                    <a:pt x="4124" y="592"/>
                  </a:cubicBezTo>
                  <a:cubicBezTo>
                    <a:pt x="3372" y="592"/>
                    <a:pt x="2616" y="395"/>
                    <a:pt x="19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5" name="Google Shape;785;p86"/>
            <p:cNvSpPr/>
            <p:nvPr/>
          </p:nvSpPr>
          <p:spPr>
            <a:xfrm>
              <a:off x="-57903500" y="3590375"/>
              <a:ext cx="205575" cy="117375"/>
            </a:xfrm>
            <a:custGeom>
              <a:avLst/>
              <a:gdLst/>
              <a:ahLst/>
              <a:cxnLst/>
              <a:rect l="l" t="t" r="r" b="b"/>
              <a:pathLst>
                <a:path w="8223" h="4695" extrusionOk="0">
                  <a:moveTo>
                    <a:pt x="4096" y="0"/>
                  </a:moveTo>
                  <a:cubicBezTo>
                    <a:pt x="3560" y="0"/>
                    <a:pt x="3088" y="315"/>
                    <a:pt x="2804" y="756"/>
                  </a:cubicBezTo>
                  <a:cubicBezTo>
                    <a:pt x="2753" y="751"/>
                    <a:pt x="2702" y="748"/>
                    <a:pt x="2651" y="748"/>
                  </a:cubicBezTo>
                  <a:cubicBezTo>
                    <a:pt x="2101" y="748"/>
                    <a:pt x="1551" y="1051"/>
                    <a:pt x="1292" y="1512"/>
                  </a:cubicBezTo>
                  <a:cubicBezTo>
                    <a:pt x="567" y="1638"/>
                    <a:pt x="0" y="2269"/>
                    <a:pt x="0" y="3056"/>
                  </a:cubicBezTo>
                  <a:lnTo>
                    <a:pt x="0" y="4694"/>
                  </a:lnTo>
                  <a:lnTo>
                    <a:pt x="1607" y="3088"/>
                  </a:lnTo>
                  <a:cubicBezTo>
                    <a:pt x="1683" y="3011"/>
                    <a:pt x="1783" y="2970"/>
                    <a:pt x="1884" y="2970"/>
                  </a:cubicBezTo>
                  <a:cubicBezTo>
                    <a:pt x="1951" y="2970"/>
                    <a:pt x="2018" y="2987"/>
                    <a:pt x="2080" y="3025"/>
                  </a:cubicBezTo>
                  <a:cubicBezTo>
                    <a:pt x="2694" y="3450"/>
                    <a:pt x="3403" y="3663"/>
                    <a:pt x="4112" y="3663"/>
                  </a:cubicBezTo>
                  <a:cubicBezTo>
                    <a:pt x="4821" y="3663"/>
                    <a:pt x="5529" y="3450"/>
                    <a:pt x="6144" y="3025"/>
                  </a:cubicBezTo>
                  <a:cubicBezTo>
                    <a:pt x="6206" y="2987"/>
                    <a:pt x="6273" y="2970"/>
                    <a:pt x="6339" y="2970"/>
                  </a:cubicBezTo>
                  <a:cubicBezTo>
                    <a:pt x="6441" y="2970"/>
                    <a:pt x="6540" y="3011"/>
                    <a:pt x="6616" y="3088"/>
                  </a:cubicBezTo>
                  <a:lnTo>
                    <a:pt x="8223" y="4694"/>
                  </a:lnTo>
                  <a:lnTo>
                    <a:pt x="8223" y="3056"/>
                  </a:lnTo>
                  <a:cubicBezTo>
                    <a:pt x="8192" y="2300"/>
                    <a:pt x="7656" y="1638"/>
                    <a:pt x="6900" y="1512"/>
                  </a:cubicBezTo>
                  <a:cubicBezTo>
                    <a:pt x="6641" y="1051"/>
                    <a:pt x="6091" y="748"/>
                    <a:pt x="5541" y="748"/>
                  </a:cubicBezTo>
                  <a:cubicBezTo>
                    <a:pt x="5490" y="748"/>
                    <a:pt x="5439" y="751"/>
                    <a:pt x="5388" y="756"/>
                  </a:cubicBezTo>
                  <a:cubicBezTo>
                    <a:pt x="5136" y="284"/>
                    <a:pt x="4663" y="0"/>
                    <a:pt x="40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6" name="Google Shape;786;p86"/>
            <p:cNvSpPr/>
            <p:nvPr/>
          </p:nvSpPr>
          <p:spPr>
            <a:xfrm>
              <a:off x="-57903500" y="3798700"/>
              <a:ext cx="204800" cy="110675"/>
            </a:xfrm>
            <a:custGeom>
              <a:avLst/>
              <a:gdLst/>
              <a:ahLst/>
              <a:cxnLst/>
              <a:rect l="l" t="t" r="r" b="b"/>
              <a:pathLst>
                <a:path w="8192" h="4427" extrusionOk="0">
                  <a:moveTo>
                    <a:pt x="5159" y="1001"/>
                  </a:moveTo>
                  <a:cubicBezTo>
                    <a:pt x="5254" y="1001"/>
                    <a:pt x="5340" y="1040"/>
                    <a:pt x="5388" y="1119"/>
                  </a:cubicBezTo>
                  <a:cubicBezTo>
                    <a:pt x="5545" y="1245"/>
                    <a:pt x="5545" y="1465"/>
                    <a:pt x="5388" y="1654"/>
                  </a:cubicBezTo>
                  <a:cubicBezTo>
                    <a:pt x="5041" y="2001"/>
                    <a:pt x="4569" y="2190"/>
                    <a:pt x="4096" y="2190"/>
                  </a:cubicBezTo>
                  <a:cubicBezTo>
                    <a:pt x="3623" y="2190"/>
                    <a:pt x="3119" y="2001"/>
                    <a:pt x="2804" y="1654"/>
                  </a:cubicBezTo>
                  <a:cubicBezTo>
                    <a:pt x="2647" y="1497"/>
                    <a:pt x="2647" y="1245"/>
                    <a:pt x="2804" y="1119"/>
                  </a:cubicBezTo>
                  <a:cubicBezTo>
                    <a:pt x="2883" y="1040"/>
                    <a:pt x="2978" y="1001"/>
                    <a:pt x="3068" y="1001"/>
                  </a:cubicBezTo>
                  <a:cubicBezTo>
                    <a:pt x="3159" y="1001"/>
                    <a:pt x="3245" y="1040"/>
                    <a:pt x="3308" y="1119"/>
                  </a:cubicBezTo>
                  <a:cubicBezTo>
                    <a:pt x="3529" y="1339"/>
                    <a:pt x="3812" y="1449"/>
                    <a:pt x="4096" y="1449"/>
                  </a:cubicBezTo>
                  <a:cubicBezTo>
                    <a:pt x="4380" y="1449"/>
                    <a:pt x="4663" y="1339"/>
                    <a:pt x="4884" y="1119"/>
                  </a:cubicBezTo>
                  <a:cubicBezTo>
                    <a:pt x="4962" y="1040"/>
                    <a:pt x="5065" y="1001"/>
                    <a:pt x="5159" y="1001"/>
                  </a:cubicBezTo>
                  <a:close/>
                  <a:moveTo>
                    <a:pt x="4080" y="0"/>
                  </a:moveTo>
                  <a:cubicBezTo>
                    <a:pt x="3371" y="0"/>
                    <a:pt x="2663" y="205"/>
                    <a:pt x="2048" y="615"/>
                  </a:cubicBezTo>
                  <a:cubicBezTo>
                    <a:pt x="1985" y="646"/>
                    <a:pt x="1922" y="678"/>
                    <a:pt x="1859" y="678"/>
                  </a:cubicBezTo>
                  <a:lnTo>
                    <a:pt x="0" y="678"/>
                  </a:lnTo>
                  <a:cubicBezTo>
                    <a:pt x="189" y="2788"/>
                    <a:pt x="1922" y="4427"/>
                    <a:pt x="4096" y="4427"/>
                  </a:cubicBezTo>
                  <a:cubicBezTo>
                    <a:pt x="6270" y="4427"/>
                    <a:pt x="8003" y="2788"/>
                    <a:pt x="8192" y="678"/>
                  </a:cubicBezTo>
                  <a:lnTo>
                    <a:pt x="6333" y="678"/>
                  </a:lnTo>
                  <a:cubicBezTo>
                    <a:pt x="6270" y="678"/>
                    <a:pt x="6175" y="646"/>
                    <a:pt x="6112" y="615"/>
                  </a:cubicBezTo>
                  <a:cubicBezTo>
                    <a:pt x="5498" y="205"/>
                    <a:pt x="4789" y="0"/>
                    <a:pt x="40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7" name="Google Shape;787;p86"/>
            <p:cNvSpPr/>
            <p:nvPr/>
          </p:nvSpPr>
          <p:spPr>
            <a:xfrm>
              <a:off x="-57679825" y="372662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1"/>
                  </a:moveTo>
                  <a:lnTo>
                    <a:pt x="1" y="2552"/>
                  </a:lnTo>
                  <a:cubicBezTo>
                    <a:pt x="442" y="2269"/>
                    <a:pt x="757" y="1796"/>
                    <a:pt x="757" y="1261"/>
                  </a:cubicBezTo>
                  <a:cubicBezTo>
                    <a:pt x="757" y="757"/>
                    <a:pt x="442" y="284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88" name="Google Shape;788;p86"/>
          <p:cNvGrpSpPr/>
          <p:nvPr/>
        </p:nvGrpSpPr>
        <p:grpSpPr>
          <a:xfrm>
            <a:off x="1476328" y="1732033"/>
            <a:ext cx="343239" cy="343481"/>
            <a:chOff x="-55595775" y="3982375"/>
            <a:chExt cx="319025" cy="319250"/>
          </a:xfrm>
        </p:grpSpPr>
        <p:sp>
          <p:nvSpPr>
            <p:cNvPr id="789" name="Google Shape;789;p86"/>
            <p:cNvSpPr/>
            <p:nvPr/>
          </p:nvSpPr>
          <p:spPr>
            <a:xfrm>
              <a:off x="-55441400" y="3982375"/>
              <a:ext cx="125250" cy="145175"/>
            </a:xfrm>
            <a:custGeom>
              <a:avLst/>
              <a:gdLst/>
              <a:ahLst/>
              <a:cxnLst/>
              <a:rect l="l" t="t" r="r" b="b"/>
              <a:pathLst>
                <a:path w="5010" h="5807" extrusionOk="0">
                  <a:moveTo>
                    <a:pt x="2038" y="1"/>
                  </a:moveTo>
                  <a:cubicBezTo>
                    <a:pt x="1277" y="1"/>
                    <a:pt x="574" y="302"/>
                    <a:pt x="1" y="797"/>
                  </a:cubicBezTo>
                  <a:cubicBezTo>
                    <a:pt x="2332" y="1081"/>
                    <a:pt x="4160" y="3003"/>
                    <a:pt x="4254" y="5365"/>
                  </a:cubicBezTo>
                  <a:cubicBezTo>
                    <a:pt x="4538" y="5491"/>
                    <a:pt x="4821" y="5586"/>
                    <a:pt x="5010" y="5807"/>
                  </a:cubicBezTo>
                  <a:lnTo>
                    <a:pt x="5010" y="3066"/>
                  </a:lnTo>
                  <a:cubicBezTo>
                    <a:pt x="5010" y="1585"/>
                    <a:pt x="3939" y="293"/>
                    <a:pt x="2521" y="41"/>
                  </a:cubicBezTo>
                  <a:cubicBezTo>
                    <a:pt x="2358" y="14"/>
                    <a:pt x="2197" y="1"/>
                    <a:pt x="20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0" name="Google Shape;790;p86"/>
            <p:cNvSpPr/>
            <p:nvPr/>
          </p:nvSpPr>
          <p:spPr>
            <a:xfrm>
              <a:off x="-55343725" y="4203125"/>
              <a:ext cx="66975" cy="41000"/>
            </a:xfrm>
            <a:custGeom>
              <a:avLst/>
              <a:gdLst/>
              <a:ahLst/>
              <a:cxnLst/>
              <a:rect l="l" t="t" r="r" b="b"/>
              <a:pathLst>
                <a:path w="2679" h="1640" extrusionOk="0">
                  <a:moveTo>
                    <a:pt x="1418" y="1"/>
                  </a:moveTo>
                  <a:cubicBezTo>
                    <a:pt x="1135" y="379"/>
                    <a:pt x="757" y="663"/>
                    <a:pt x="284" y="789"/>
                  </a:cubicBezTo>
                  <a:cubicBezTo>
                    <a:pt x="190" y="1072"/>
                    <a:pt x="127" y="1387"/>
                    <a:pt x="1" y="1639"/>
                  </a:cubicBezTo>
                  <a:lnTo>
                    <a:pt x="2300" y="1639"/>
                  </a:lnTo>
                  <a:cubicBezTo>
                    <a:pt x="2458" y="1639"/>
                    <a:pt x="2615" y="1545"/>
                    <a:pt x="2647" y="1387"/>
                  </a:cubicBezTo>
                  <a:cubicBezTo>
                    <a:pt x="2678" y="1167"/>
                    <a:pt x="2615" y="1009"/>
                    <a:pt x="2458" y="946"/>
                  </a:cubicBezTo>
                  <a:cubicBezTo>
                    <a:pt x="2017" y="757"/>
                    <a:pt x="1670" y="379"/>
                    <a:pt x="14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1" name="Google Shape;791;p86"/>
            <p:cNvSpPr/>
            <p:nvPr/>
          </p:nvSpPr>
          <p:spPr>
            <a:xfrm>
              <a:off x="-55557950" y="4019625"/>
              <a:ext cx="147300" cy="94525"/>
            </a:xfrm>
            <a:custGeom>
              <a:avLst/>
              <a:gdLst/>
              <a:ahLst/>
              <a:cxnLst/>
              <a:rect l="l" t="t" r="r" b="b"/>
              <a:pathLst>
                <a:path w="5892" h="3781" extrusionOk="0">
                  <a:moveTo>
                    <a:pt x="4064" y="0"/>
                  </a:moveTo>
                  <a:cubicBezTo>
                    <a:pt x="1922" y="63"/>
                    <a:pt x="189" y="1702"/>
                    <a:pt x="0" y="3781"/>
                  </a:cubicBezTo>
                  <a:lnTo>
                    <a:pt x="2584" y="3749"/>
                  </a:lnTo>
                  <a:cubicBezTo>
                    <a:pt x="3938" y="3749"/>
                    <a:pt x="5135" y="2930"/>
                    <a:pt x="5671" y="1670"/>
                  </a:cubicBezTo>
                  <a:cubicBezTo>
                    <a:pt x="5829" y="1261"/>
                    <a:pt x="5892" y="882"/>
                    <a:pt x="5892" y="441"/>
                  </a:cubicBezTo>
                  <a:cubicBezTo>
                    <a:pt x="5356" y="158"/>
                    <a:pt x="4726" y="0"/>
                    <a:pt x="40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2" name="Google Shape;792;p86"/>
            <p:cNvSpPr/>
            <p:nvPr/>
          </p:nvSpPr>
          <p:spPr>
            <a:xfrm>
              <a:off x="-55557950" y="4042450"/>
              <a:ext cx="206375" cy="259175"/>
            </a:xfrm>
            <a:custGeom>
              <a:avLst/>
              <a:gdLst/>
              <a:ahLst/>
              <a:cxnLst/>
              <a:rect l="l" t="t" r="r" b="b"/>
              <a:pathLst>
                <a:path w="8255" h="10367" extrusionOk="0">
                  <a:moveTo>
                    <a:pt x="2584" y="4349"/>
                  </a:moveTo>
                  <a:cubicBezTo>
                    <a:pt x="2773" y="4349"/>
                    <a:pt x="2993" y="4475"/>
                    <a:pt x="2993" y="4695"/>
                  </a:cubicBezTo>
                  <a:cubicBezTo>
                    <a:pt x="2993" y="4884"/>
                    <a:pt x="2836" y="5073"/>
                    <a:pt x="2615" y="5073"/>
                  </a:cubicBezTo>
                  <a:cubicBezTo>
                    <a:pt x="2395" y="5073"/>
                    <a:pt x="2237" y="4916"/>
                    <a:pt x="2237" y="4727"/>
                  </a:cubicBezTo>
                  <a:cubicBezTo>
                    <a:pt x="2237" y="4538"/>
                    <a:pt x="2395" y="4349"/>
                    <a:pt x="2584" y="4349"/>
                  </a:cubicBezTo>
                  <a:close/>
                  <a:moveTo>
                    <a:pt x="5545" y="4349"/>
                  </a:moveTo>
                  <a:cubicBezTo>
                    <a:pt x="5734" y="4349"/>
                    <a:pt x="5923" y="4506"/>
                    <a:pt x="5923" y="4695"/>
                  </a:cubicBezTo>
                  <a:cubicBezTo>
                    <a:pt x="5986" y="4884"/>
                    <a:pt x="5829" y="5042"/>
                    <a:pt x="5577" y="5073"/>
                  </a:cubicBezTo>
                  <a:cubicBezTo>
                    <a:pt x="5388" y="5073"/>
                    <a:pt x="5198" y="4916"/>
                    <a:pt x="5198" y="4727"/>
                  </a:cubicBezTo>
                  <a:cubicBezTo>
                    <a:pt x="5198" y="4538"/>
                    <a:pt x="5356" y="4349"/>
                    <a:pt x="5545" y="4349"/>
                  </a:cubicBezTo>
                  <a:close/>
                  <a:moveTo>
                    <a:pt x="5191" y="6908"/>
                  </a:moveTo>
                  <a:cubicBezTo>
                    <a:pt x="5285" y="6908"/>
                    <a:pt x="5372" y="6948"/>
                    <a:pt x="5419" y="7027"/>
                  </a:cubicBezTo>
                  <a:cubicBezTo>
                    <a:pt x="5577" y="7121"/>
                    <a:pt x="5577" y="7373"/>
                    <a:pt x="5451" y="7531"/>
                  </a:cubicBezTo>
                  <a:cubicBezTo>
                    <a:pt x="5104" y="7877"/>
                    <a:pt x="4631" y="8066"/>
                    <a:pt x="4159" y="8066"/>
                  </a:cubicBezTo>
                  <a:cubicBezTo>
                    <a:pt x="3655" y="8066"/>
                    <a:pt x="3182" y="7877"/>
                    <a:pt x="2836" y="7531"/>
                  </a:cubicBezTo>
                  <a:cubicBezTo>
                    <a:pt x="2678" y="7373"/>
                    <a:pt x="2678" y="7121"/>
                    <a:pt x="2836" y="7027"/>
                  </a:cubicBezTo>
                  <a:cubicBezTo>
                    <a:pt x="2914" y="6948"/>
                    <a:pt x="3009" y="6908"/>
                    <a:pt x="3099" y="6908"/>
                  </a:cubicBezTo>
                  <a:cubicBezTo>
                    <a:pt x="3190" y="6908"/>
                    <a:pt x="3277" y="6948"/>
                    <a:pt x="3340" y="7027"/>
                  </a:cubicBezTo>
                  <a:cubicBezTo>
                    <a:pt x="3556" y="7227"/>
                    <a:pt x="3848" y="7322"/>
                    <a:pt x="4133" y="7322"/>
                  </a:cubicBezTo>
                  <a:cubicBezTo>
                    <a:pt x="4431" y="7322"/>
                    <a:pt x="4722" y="7219"/>
                    <a:pt x="4915" y="7027"/>
                  </a:cubicBezTo>
                  <a:cubicBezTo>
                    <a:pt x="4994" y="6948"/>
                    <a:pt x="5096" y="6908"/>
                    <a:pt x="5191" y="6908"/>
                  </a:cubicBezTo>
                  <a:close/>
                  <a:moveTo>
                    <a:pt x="6616" y="1"/>
                  </a:moveTo>
                  <a:cubicBezTo>
                    <a:pt x="6553" y="348"/>
                    <a:pt x="6490" y="726"/>
                    <a:pt x="6333" y="1072"/>
                  </a:cubicBezTo>
                  <a:cubicBezTo>
                    <a:pt x="5703" y="2584"/>
                    <a:pt x="4253" y="3624"/>
                    <a:pt x="2584" y="3624"/>
                  </a:cubicBezTo>
                  <a:lnTo>
                    <a:pt x="0" y="3656"/>
                  </a:lnTo>
                  <a:lnTo>
                    <a:pt x="32" y="6302"/>
                  </a:lnTo>
                  <a:cubicBezTo>
                    <a:pt x="63" y="8520"/>
                    <a:pt x="1891" y="10366"/>
                    <a:pt x="4103" y="10366"/>
                  </a:cubicBezTo>
                  <a:cubicBezTo>
                    <a:pt x="4121" y="10366"/>
                    <a:pt x="4140" y="10366"/>
                    <a:pt x="4159" y="10366"/>
                  </a:cubicBezTo>
                  <a:cubicBezTo>
                    <a:pt x="6396" y="10335"/>
                    <a:pt x="8254" y="8476"/>
                    <a:pt x="8223" y="6239"/>
                  </a:cubicBezTo>
                  <a:lnTo>
                    <a:pt x="8191" y="3246"/>
                  </a:lnTo>
                  <a:cubicBezTo>
                    <a:pt x="8191" y="1891"/>
                    <a:pt x="7561" y="757"/>
                    <a:pt x="66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3" name="Google Shape;793;p86"/>
            <p:cNvSpPr/>
            <p:nvPr/>
          </p:nvSpPr>
          <p:spPr>
            <a:xfrm>
              <a:off x="-55335050" y="4136200"/>
              <a:ext cx="18900" cy="64600"/>
            </a:xfrm>
            <a:custGeom>
              <a:avLst/>
              <a:gdLst/>
              <a:ahLst/>
              <a:cxnLst/>
              <a:rect l="l" t="t" r="r" b="b"/>
              <a:pathLst>
                <a:path w="756" h="2584" extrusionOk="0">
                  <a:moveTo>
                    <a:pt x="0" y="0"/>
                  </a:moveTo>
                  <a:lnTo>
                    <a:pt x="0" y="2426"/>
                  </a:lnTo>
                  <a:lnTo>
                    <a:pt x="0" y="2583"/>
                  </a:lnTo>
                  <a:cubicBezTo>
                    <a:pt x="441" y="2331"/>
                    <a:pt x="756" y="1859"/>
                    <a:pt x="756" y="1292"/>
                  </a:cubicBezTo>
                  <a:cubicBezTo>
                    <a:pt x="756" y="756"/>
                    <a:pt x="441" y="28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4" name="Google Shape;794;p86"/>
            <p:cNvSpPr/>
            <p:nvPr/>
          </p:nvSpPr>
          <p:spPr>
            <a:xfrm>
              <a:off x="-55595775" y="4136975"/>
              <a:ext cx="18925" cy="65400"/>
            </a:xfrm>
            <a:custGeom>
              <a:avLst/>
              <a:gdLst/>
              <a:ahLst/>
              <a:cxnLst/>
              <a:rect l="l" t="t" r="r" b="b"/>
              <a:pathLst>
                <a:path w="757" h="2616" extrusionOk="0">
                  <a:moveTo>
                    <a:pt x="757" y="1"/>
                  </a:moveTo>
                  <a:cubicBezTo>
                    <a:pt x="284" y="284"/>
                    <a:pt x="1" y="757"/>
                    <a:pt x="1" y="1292"/>
                  </a:cubicBezTo>
                  <a:cubicBezTo>
                    <a:pt x="1" y="1859"/>
                    <a:pt x="316" y="2332"/>
                    <a:pt x="757" y="2615"/>
                  </a:cubicBezTo>
                  <a:lnTo>
                    <a:pt x="7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95" name="Google Shape;795;p86"/>
          <p:cNvSpPr txBox="1"/>
          <p:nvPr/>
        </p:nvSpPr>
        <p:spPr>
          <a:xfrm>
            <a:off x="1053513" y="4248925"/>
            <a:ext cx="12210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70%</a:t>
            </a:r>
            <a:endParaRPr sz="24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796" name="Google Shape;796;p86"/>
          <p:cNvSpPr txBox="1"/>
          <p:nvPr/>
        </p:nvSpPr>
        <p:spPr>
          <a:xfrm flipH="1">
            <a:off x="5025850" y="1132350"/>
            <a:ext cx="2769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310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A</a:t>
            </a: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ge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797" name="Google Shape;797;p86"/>
          <p:cNvSpPr txBox="1"/>
          <p:nvPr/>
        </p:nvSpPr>
        <p:spPr>
          <a:xfrm flipH="1">
            <a:off x="1179550" y="1132350"/>
            <a:ext cx="2769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310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G</a:t>
            </a: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ender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798" name="Google Shape;798;p86"/>
          <p:cNvSpPr/>
          <p:nvPr/>
        </p:nvSpPr>
        <p:spPr>
          <a:xfrm>
            <a:off x="1559138" y="2600663"/>
            <a:ext cx="177600" cy="177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9" name="Google Shape;799;p86"/>
          <p:cNvSpPr/>
          <p:nvPr/>
        </p:nvSpPr>
        <p:spPr>
          <a:xfrm>
            <a:off x="1559138" y="2940688"/>
            <a:ext cx="177600" cy="177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0" name="Google Shape;800;p86"/>
          <p:cNvSpPr/>
          <p:nvPr/>
        </p:nvSpPr>
        <p:spPr>
          <a:xfrm>
            <a:off x="1559138" y="3280713"/>
            <a:ext cx="177600" cy="177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1" name="Google Shape;801;p86"/>
          <p:cNvSpPr/>
          <p:nvPr/>
        </p:nvSpPr>
        <p:spPr>
          <a:xfrm>
            <a:off x="1559138" y="3620725"/>
            <a:ext cx="177600" cy="177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2" name="Google Shape;802;p86"/>
          <p:cNvSpPr/>
          <p:nvPr/>
        </p:nvSpPr>
        <p:spPr>
          <a:xfrm>
            <a:off x="1559138" y="2281088"/>
            <a:ext cx="177600" cy="17760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3" name="Google Shape;803;p86"/>
          <p:cNvSpPr/>
          <p:nvPr/>
        </p:nvSpPr>
        <p:spPr>
          <a:xfrm>
            <a:off x="3373363" y="2600663"/>
            <a:ext cx="177600" cy="17760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4" name="Google Shape;804;p86"/>
          <p:cNvSpPr/>
          <p:nvPr/>
        </p:nvSpPr>
        <p:spPr>
          <a:xfrm>
            <a:off x="3373363" y="2940688"/>
            <a:ext cx="177600" cy="17760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5" name="Google Shape;805;p86"/>
          <p:cNvSpPr/>
          <p:nvPr/>
        </p:nvSpPr>
        <p:spPr>
          <a:xfrm>
            <a:off x="3373363" y="3280713"/>
            <a:ext cx="177600" cy="177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6" name="Google Shape;806;p86"/>
          <p:cNvSpPr/>
          <p:nvPr/>
        </p:nvSpPr>
        <p:spPr>
          <a:xfrm>
            <a:off x="3373363" y="3620725"/>
            <a:ext cx="177600" cy="177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7" name="Google Shape;807;p86"/>
          <p:cNvSpPr/>
          <p:nvPr/>
        </p:nvSpPr>
        <p:spPr>
          <a:xfrm>
            <a:off x="3373363" y="2281088"/>
            <a:ext cx="177600" cy="17760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8" name="Google Shape;808;p86"/>
          <p:cNvSpPr/>
          <p:nvPr/>
        </p:nvSpPr>
        <p:spPr>
          <a:xfrm>
            <a:off x="1559138" y="3960725"/>
            <a:ext cx="177600" cy="177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9" name="Google Shape;809;p86"/>
          <p:cNvSpPr/>
          <p:nvPr/>
        </p:nvSpPr>
        <p:spPr>
          <a:xfrm>
            <a:off x="3373363" y="3960725"/>
            <a:ext cx="177600" cy="177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8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Target</a:t>
            </a:r>
            <a:endParaRPr lang="en-GB"/>
          </a:p>
        </p:txBody>
      </p:sp>
      <p:sp>
        <p:nvSpPr>
          <p:cNvPr id="815" name="Google Shape;815;p87"/>
          <p:cNvSpPr txBox="1"/>
          <p:nvPr/>
        </p:nvSpPr>
        <p:spPr>
          <a:xfrm>
            <a:off x="1435748" y="1715235"/>
            <a:ext cx="6801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rPr>
              <a:t>60%</a:t>
            </a:r>
            <a:endParaRPr sz="2400">
              <a:solidFill>
                <a:schemeClr val="dk2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grpSp>
        <p:nvGrpSpPr>
          <p:cNvPr id="816" name="Google Shape;816;p87"/>
          <p:cNvGrpSpPr/>
          <p:nvPr/>
        </p:nvGrpSpPr>
        <p:grpSpPr>
          <a:xfrm>
            <a:off x="813834" y="1790408"/>
            <a:ext cx="315011" cy="315011"/>
            <a:chOff x="-57568775" y="3198925"/>
            <a:chExt cx="318225" cy="318225"/>
          </a:xfrm>
        </p:grpSpPr>
        <p:sp>
          <p:nvSpPr>
            <p:cNvPr id="817" name="Google Shape;817;p87"/>
            <p:cNvSpPr/>
            <p:nvPr/>
          </p:nvSpPr>
          <p:spPr>
            <a:xfrm>
              <a:off x="-57530950" y="3373775"/>
              <a:ext cx="18125" cy="64600"/>
            </a:xfrm>
            <a:custGeom>
              <a:avLst/>
              <a:gdLst/>
              <a:ahLst/>
              <a:cxnLst/>
              <a:rect l="l" t="t" r="r" b="b"/>
              <a:pathLst>
                <a:path w="725" h="2584" extrusionOk="0">
                  <a:moveTo>
                    <a:pt x="725" y="0"/>
                  </a:moveTo>
                  <a:cubicBezTo>
                    <a:pt x="315" y="284"/>
                    <a:pt x="0" y="725"/>
                    <a:pt x="0" y="1261"/>
                  </a:cubicBezTo>
                  <a:lnTo>
                    <a:pt x="0" y="1324"/>
                  </a:lnTo>
                  <a:cubicBezTo>
                    <a:pt x="0" y="1859"/>
                    <a:pt x="315" y="2332"/>
                    <a:pt x="725" y="2584"/>
                  </a:cubicBezTo>
                  <a:lnTo>
                    <a:pt x="725" y="1576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8" name="Google Shape;818;p87"/>
            <p:cNvSpPr/>
            <p:nvPr/>
          </p:nvSpPr>
          <p:spPr>
            <a:xfrm>
              <a:off x="-57568775" y="3406850"/>
              <a:ext cx="99275" cy="110300"/>
            </a:xfrm>
            <a:custGeom>
              <a:avLst/>
              <a:gdLst/>
              <a:ahLst/>
              <a:cxnLst/>
              <a:rect l="l" t="t" r="r" b="b"/>
              <a:pathLst>
                <a:path w="3971" h="4412" extrusionOk="0">
                  <a:moveTo>
                    <a:pt x="757" y="1"/>
                  </a:moveTo>
                  <a:cubicBezTo>
                    <a:pt x="285" y="473"/>
                    <a:pt x="1" y="1103"/>
                    <a:pt x="1" y="1796"/>
                  </a:cubicBezTo>
                  <a:cubicBezTo>
                    <a:pt x="1" y="3246"/>
                    <a:pt x="1198" y="4411"/>
                    <a:pt x="2616" y="4411"/>
                  </a:cubicBezTo>
                  <a:cubicBezTo>
                    <a:pt x="3120" y="4411"/>
                    <a:pt x="3561" y="4254"/>
                    <a:pt x="3971" y="4002"/>
                  </a:cubicBezTo>
                  <a:cubicBezTo>
                    <a:pt x="3435" y="3561"/>
                    <a:pt x="2994" y="2962"/>
                    <a:pt x="2710" y="2363"/>
                  </a:cubicBezTo>
                  <a:lnTo>
                    <a:pt x="1891" y="1891"/>
                  </a:lnTo>
                  <a:cubicBezTo>
                    <a:pt x="1230" y="1481"/>
                    <a:pt x="789" y="788"/>
                    <a:pt x="7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9" name="Google Shape;819;p87"/>
            <p:cNvSpPr/>
            <p:nvPr/>
          </p:nvSpPr>
          <p:spPr>
            <a:xfrm>
              <a:off x="-57494725" y="3254850"/>
              <a:ext cx="207175" cy="262300"/>
            </a:xfrm>
            <a:custGeom>
              <a:avLst/>
              <a:gdLst/>
              <a:ahLst/>
              <a:cxnLst/>
              <a:rect l="l" t="t" r="r" b="b"/>
              <a:pathLst>
                <a:path w="8287" h="10492" extrusionOk="0">
                  <a:moveTo>
                    <a:pt x="2647" y="5293"/>
                  </a:moveTo>
                  <a:cubicBezTo>
                    <a:pt x="2836" y="5293"/>
                    <a:pt x="2993" y="5451"/>
                    <a:pt x="2993" y="5640"/>
                  </a:cubicBezTo>
                  <a:cubicBezTo>
                    <a:pt x="2993" y="5829"/>
                    <a:pt x="2836" y="5986"/>
                    <a:pt x="2647" y="5986"/>
                  </a:cubicBezTo>
                  <a:cubicBezTo>
                    <a:pt x="2628" y="5989"/>
                    <a:pt x="2609" y="5990"/>
                    <a:pt x="2592" y="5990"/>
                  </a:cubicBezTo>
                  <a:cubicBezTo>
                    <a:pt x="2400" y="5990"/>
                    <a:pt x="2269" y="5841"/>
                    <a:pt x="2269" y="5640"/>
                  </a:cubicBezTo>
                  <a:cubicBezTo>
                    <a:pt x="2269" y="5451"/>
                    <a:pt x="2426" y="5293"/>
                    <a:pt x="2647" y="5293"/>
                  </a:cubicBezTo>
                  <a:close/>
                  <a:moveTo>
                    <a:pt x="5640" y="5324"/>
                  </a:moveTo>
                  <a:cubicBezTo>
                    <a:pt x="5829" y="5324"/>
                    <a:pt x="5986" y="5482"/>
                    <a:pt x="5986" y="5671"/>
                  </a:cubicBezTo>
                  <a:cubicBezTo>
                    <a:pt x="6018" y="5860"/>
                    <a:pt x="5860" y="6018"/>
                    <a:pt x="5640" y="6018"/>
                  </a:cubicBezTo>
                  <a:cubicBezTo>
                    <a:pt x="5419" y="6018"/>
                    <a:pt x="5262" y="5860"/>
                    <a:pt x="5262" y="5671"/>
                  </a:cubicBezTo>
                  <a:cubicBezTo>
                    <a:pt x="5262" y="5482"/>
                    <a:pt x="5419" y="5324"/>
                    <a:pt x="5640" y="5324"/>
                  </a:cubicBezTo>
                  <a:close/>
                  <a:moveTo>
                    <a:pt x="5191" y="7845"/>
                  </a:moveTo>
                  <a:cubicBezTo>
                    <a:pt x="5285" y="7845"/>
                    <a:pt x="5372" y="7876"/>
                    <a:pt x="5419" y="7939"/>
                  </a:cubicBezTo>
                  <a:cubicBezTo>
                    <a:pt x="5640" y="8065"/>
                    <a:pt x="5640" y="8317"/>
                    <a:pt x="5482" y="8475"/>
                  </a:cubicBezTo>
                  <a:cubicBezTo>
                    <a:pt x="5104" y="8822"/>
                    <a:pt x="4632" y="9011"/>
                    <a:pt x="4128" y="9011"/>
                  </a:cubicBezTo>
                  <a:cubicBezTo>
                    <a:pt x="3624" y="9011"/>
                    <a:pt x="3151" y="8822"/>
                    <a:pt x="2836" y="8475"/>
                  </a:cubicBezTo>
                  <a:cubicBezTo>
                    <a:pt x="2678" y="8317"/>
                    <a:pt x="2678" y="8065"/>
                    <a:pt x="2836" y="7939"/>
                  </a:cubicBezTo>
                  <a:cubicBezTo>
                    <a:pt x="2915" y="7876"/>
                    <a:pt x="3009" y="7845"/>
                    <a:pt x="3100" y="7845"/>
                  </a:cubicBezTo>
                  <a:cubicBezTo>
                    <a:pt x="3190" y="7845"/>
                    <a:pt x="3277" y="7876"/>
                    <a:pt x="3340" y="7939"/>
                  </a:cubicBezTo>
                  <a:cubicBezTo>
                    <a:pt x="3561" y="8160"/>
                    <a:pt x="3844" y="8270"/>
                    <a:pt x="4128" y="8270"/>
                  </a:cubicBezTo>
                  <a:cubicBezTo>
                    <a:pt x="4411" y="8270"/>
                    <a:pt x="4695" y="8160"/>
                    <a:pt x="4915" y="7939"/>
                  </a:cubicBezTo>
                  <a:cubicBezTo>
                    <a:pt x="4994" y="7876"/>
                    <a:pt x="5096" y="7845"/>
                    <a:pt x="5191" y="7845"/>
                  </a:cubicBezTo>
                  <a:close/>
                  <a:moveTo>
                    <a:pt x="1796" y="0"/>
                  </a:moveTo>
                  <a:cubicBezTo>
                    <a:pt x="1670" y="126"/>
                    <a:pt x="1135" y="504"/>
                    <a:pt x="1072" y="630"/>
                  </a:cubicBezTo>
                  <a:cubicBezTo>
                    <a:pt x="442" y="1260"/>
                    <a:pt x="0" y="2363"/>
                    <a:pt x="0" y="3403"/>
                  </a:cubicBezTo>
                  <a:lnTo>
                    <a:pt x="0" y="6396"/>
                  </a:lnTo>
                  <a:cubicBezTo>
                    <a:pt x="0" y="8632"/>
                    <a:pt x="1859" y="10491"/>
                    <a:pt x="4128" y="10491"/>
                  </a:cubicBezTo>
                  <a:cubicBezTo>
                    <a:pt x="6427" y="10491"/>
                    <a:pt x="8286" y="8632"/>
                    <a:pt x="8286" y="6396"/>
                  </a:cubicBezTo>
                  <a:lnTo>
                    <a:pt x="8286" y="4505"/>
                  </a:lnTo>
                  <a:cubicBezTo>
                    <a:pt x="8157" y="4513"/>
                    <a:pt x="8028" y="4517"/>
                    <a:pt x="7899" y="4517"/>
                  </a:cubicBezTo>
                  <a:cubicBezTo>
                    <a:pt x="6396" y="4517"/>
                    <a:pt x="4939" y="4009"/>
                    <a:pt x="3750" y="2993"/>
                  </a:cubicBezTo>
                  <a:cubicBezTo>
                    <a:pt x="2804" y="2206"/>
                    <a:pt x="2174" y="1103"/>
                    <a:pt x="1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0" name="Google Shape;820;p87"/>
            <p:cNvSpPr/>
            <p:nvPr/>
          </p:nvSpPr>
          <p:spPr>
            <a:xfrm>
              <a:off x="-57269475" y="3372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1"/>
                  </a:moveTo>
                  <a:lnTo>
                    <a:pt x="1" y="2553"/>
                  </a:lnTo>
                  <a:cubicBezTo>
                    <a:pt x="442" y="2301"/>
                    <a:pt x="757" y="1828"/>
                    <a:pt x="757" y="1261"/>
                  </a:cubicBezTo>
                  <a:cubicBezTo>
                    <a:pt x="757" y="757"/>
                    <a:pt x="473" y="284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1" name="Google Shape;821;p87"/>
            <p:cNvSpPr/>
            <p:nvPr/>
          </p:nvSpPr>
          <p:spPr>
            <a:xfrm>
              <a:off x="-57436450" y="3198925"/>
              <a:ext cx="185900" cy="154400"/>
            </a:xfrm>
            <a:custGeom>
              <a:avLst/>
              <a:gdLst/>
              <a:ahLst/>
              <a:cxnLst/>
              <a:rect l="l" t="t" r="r" b="b"/>
              <a:pathLst>
                <a:path w="7436" h="6176" extrusionOk="0">
                  <a:moveTo>
                    <a:pt x="1828" y="0"/>
                  </a:moveTo>
                  <a:cubicBezTo>
                    <a:pt x="1198" y="0"/>
                    <a:pt x="568" y="126"/>
                    <a:pt x="1" y="315"/>
                  </a:cubicBezTo>
                  <a:cubicBezTo>
                    <a:pt x="1" y="977"/>
                    <a:pt x="127" y="1639"/>
                    <a:pt x="316" y="2237"/>
                  </a:cubicBezTo>
                  <a:cubicBezTo>
                    <a:pt x="631" y="3151"/>
                    <a:pt x="1167" y="3970"/>
                    <a:pt x="1923" y="4600"/>
                  </a:cubicBezTo>
                  <a:cubicBezTo>
                    <a:pt x="2710" y="5262"/>
                    <a:pt x="3655" y="5734"/>
                    <a:pt x="4632" y="5892"/>
                  </a:cubicBezTo>
                  <a:cubicBezTo>
                    <a:pt x="5073" y="5976"/>
                    <a:pt x="5262" y="5976"/>
                    <a:pt x="5507" y="5976"/>
                  </a:cubicBezTo>
                  <a:lnTo>
                    <a:pt x="5507" y="5976"/>
                  </a:lnTo>
                  <a:cubicBezTo>
                    <a:pt x="5630" y="5976"/>
                    <a:pt x="5766" y="5976"/>
                    <a:pt x="5955" y="5986"/>
                  </a:cubicBezTo>
                  <a:lnTo>
                    <a:pt x="6680" y="5986"/>
                  </a:lnTo>
                  <a:cubicBezTo>
                    <a:pt x="6963" y="5986"/>
                    <a:pt x="7215" y="6049"/>
                    <a:pt x="7436" y="6175"/>
                  </a:cubicBezTo>
                  <a:lnTo>
                    <a:pt x="7436" y="5671"/>
                  </a:lnTo>
                  <a:lnTo>
                    <a:pt x="7436" y="5640"/>
                  </a:lnTo>
                  <a:cubicBezTo>
                    <a:pt x="7436" y="2552"/>
                    <a:pt x="4916" y="0"/>
                    <a:pt x="18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2" name="Google Shape;822;p87"/>
            <p:cNvSpPr/>
            <p:nvPr/>
          </p:nvSpPr>
          <p:spPr>
            <a:xfrm>
              <a:off x="-57532525" y="3215450"/>
              <a:ext cx="77975" cy="148900"/>
            </a:xfrm>
            <a:custGeom>
              <a:avLst/>
              <a:gdLst/>
              <a:ahLst/>
              <a:cxnLst/>
              <a:rect l="l" t="t" r="r" b="b"/>
              <a:pathLst>
                <a:path w="3119" h="5956" extrusionOk="0">
                  <a:moveTo>
                    <a:pt x="3056" y="1"/>
                  </a:moveTo>
                  <a:cubicBezTo>
                    <a:pt x="1260" y="946"/>
                    <a:pt x="0" y="2836"/>
                    <a:pt x="0" y="5010"/>
                  </a:cubicBezTo>
                  <a:lnTo>
                    <a:pt x="0" y="5199"/>
                  </a:lnTo>
                  <a:lnTo>
                    <a:pt x="0" y="5955"/>
                  </a:lnTo>
                  <a:lnTo>
                    <a:pt x="63" y="5955"/>
                  </a:lnTo>
                  <a:cubicBezTo>
                    <a:pt x="158" y="5829"/>
                    <a:pt x="284" y="5766"/>
                    <a:pt x="410" y="5672"/>
                  </a:cubicBezTo>
                  <a:lnTo>
                    <a:pt x="788" y="5451"/>
                  </a:lnTo>
                  <a:lnTo>
                    <a:pt x="788" y="4601"/>
                  </a:lnTo>
                  <a:cubicBezTo>
                    <a:pt x="914" y="3088"/>
                    <a:pt x="1828" y="1576"/>
                    <a:pt x="3119" y="789"/>
                  </a:cubicBezTo>
                  <a:cubicBezTo>
                    <a:pt x="3088" y="505"/>
                    <a:pt x="3056" y="253"/>
                    <a:pt x="3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23" name="Google Shape;823;p87"/>
          <p:cNvGrpSpPr/>
          <p:nvPr/>
        </p:nvGrpSpPr>
        <p:grpSpPr>
          <a:xfrm>
            <a:off x="813840" y="2991344"/>
            <a:ext cx="304512" cy="347391"/>
            <a:chOff x="-56766175" y="3198925"/>
            <a:chExt cx="279625" cy="319000"/>
          </a:xfrm>
        </p:grpSpPr>
        <p:sp>
          <p:nvSpPr>
            <p:cNvPr id="824" name="Google Shape;824;p87"/>
            <p:cNvSpPr/>
            <p:nvPr/>
          </p:nvSpPr>
          <p:spPr>
            <a:xfrm>
              <a:off x="-56766175" y="3335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0"/>
                  </a:moveTo>
                  <a:cubicBezTo>
                    <a:pt x="316" y="221"/>
                    <a:pt x="1" y="693"/>
                    <a:pt x="1" y="1260"/>
                  </a:cubicBezTo>
                  <a:cubicBezTo>
                    <a:pt x="1" y="1796"/>
                    <a:pt x="316" y="2269"/>
                    <a:pt x="757" y="2552"/>
                  </a:cubicBezTo>
                  <a:lnTo>
                    <a:pt x="757" y="158"/>
                  </a:lnTo>
                  <a:lnTo>
                    <a:pt x="7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5" name="Google Shape;825;p87"/>
            <p:cNvSpPr/>
            <p:nvPr/>
          </p:nvSpPr>
          <p:spPr>
            <a:xfrm>
              <a:off x="-56747275" y="3198925"/>
              <a:ext cx="222925" cy="93750"/>
            </a:xfrm>
            <a:custGeom>
              <a:avLst/>
              <a:gdLst/>
              <a:ahLst/>
              <a:cxnLst/>
              <a:rect l="l" t="t" r="r" b="b"/>
              <a:pathLst>
                <a:path w="8917" h="3750" extrusionOk="0">
                  <a:moveTo>
                    <a:pt x="347" y="0"/>
                  </a:moveTo>
                  <a:cubicBezTo>
                    <a:pt x="158" y="0"/>
                    <a:pt x="1" y="158"/>
                    <a:pt x="32" y="347"/>
                  </a:cubicBezTo>
                  <a:cubicBezTo>
                    <a:pt x="410" y="2269"/>
                    <a:pt x="2080" y="3749"/>
                    <a:pt x="4096" y="3749"/>
                  </a:cubicBezTo>
                  <a:lnTo>
                    <a:pt x="8917" y="3749"/>
                  </a:lnTo>
                  <a:cubicBezTo>
                    <a:pt x="8728" y="1639"/>
                    <a:pt x="6995" y="0"/>
                    <a:pt x="4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6" name="Google Shape;826;p87"/>
            <p:cNvSpPr/>
            <p:nvPr/>
          </p:nvSpPr>
          <p:spPr>
            <a:xfrm>
              <a:off x="-56710250" y="3348575"/>
              <a:ext cx="55150" cy="55150"/>
            </a:xfrm>
            <a:custGeom>
              <a:avLst/>
              <a:gdLst/>
              <a:ahLst/>
              <a:cxnLst/>
              <a:rect l="l" t="t" r="r" b="b"/>
              <a:pathLst>
                <a:path w="2206" h="2206" extrusionOk="0">
                  <a:moveTo>
                    <a:pt x="1103" y="0"/>
                  </a:moveTo>
                  <a:cubicBezTo>
                    <a:pt x="473" y="0"/>
                    <a:pt x="0" y="504"/>
                    <a:pt x="0" y="1103"/>
                  </a:cubicBezTo>
                  <a:cubicBezTo>
                    <a:pt x="0" y="1670"/>
                    <a:pt x="504" y="2206"/>
                    <a:pt x="1103" y="2206"/>
                  </a:cubicBezTo>
                  <a:cubicBezTo>
                    <a:pt x="1733" y="2206"/>
                    <a:pt x="2206" y="1702"/>
                    <a:pt x="2206" y="1103"/>
                  </a:cubicBezTo>
                  <a:cubicBezTo>
                    <a:pt x="2206" y="504"/>
                    <a:pt x="1733" y="0"/>
                    <a:pt x="11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7" name="Google Shape;827;p87"/>
            <p:cNvSpPr/>
            <p:nvPr/>
          </p:nvSpPr>
          <p:spPr>
            <a:xfrm>
              <a:off x="-56597625" y="3349350"/>
              <a:ext cx="55150" cy="55175"/>
            </a:xfrm>
            <a:custGeom>
              <a:avLst/>
              <a:gdLst/>
              <a:ahLst/>
              <a:cxnLst/>
              <a:rect l="l" t="t" r="r" b="b"/>
              <a:pathLst>
                <a:path w="2206" h="2207" extrusionOk="0">
                  <a:moveTo>
                    <a:pt x="1103" y="1"/>
                  </a:moveTo>
                  <a:cubicBezTo>
                    <a:pt x="473" y="1"/>
                    <a:pt x="1" y="505"/>
                    <a:pt x="1" y="1103"/>
                  </a:cubicBezTo>
                  <a:cubicBezTo>
                    <a:pt x="1" y="1702"/>
                    <a:pt x="473" y="2206"/>
                    <a:pt x="1103" y="2206"/>
                  </a:cubicBezTo>
                  <a:cubicBezTo>
                    <a:pt x="1702" y="2206"/>
                    <a:pt x="2206" y="1702"/>
                    <a:pt x="2206" y="1103"/>
                  </a:cubicBezTo>
                  <a:cubicBezTo>
                    <a:pt x="2206" y="505"/>
                    <a:pt x="1702" y="1"/>
                    <a:pt x="11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8" name="Google Shape;828;p87"/>
            <p:cNvSpPr/>
            <p:nvPr/>
          </p:nvSpPr>
          <p:spPr>
            <a:xfrm>
              <a:off x="-56727575" y="3376925"/>
              <a:ext cx="204800" cy="141000"/>
            </a:xfrm>
            <a:custGeom>
              <a:avLst/>
              <a:gdLst/>
              <a:ahLst/>
              <a:cxnLst/>
              <a:rect l="l" t="t" r="r" b="b"/>
              <a:pathLst>
                <a:path w="8192" h="5640" extrusionOk="0">
                  <a:moveTo>
                    <a:pt x="5104" y="2174"/>
                  </a:moveTo>
                  <a:cubicBezTo>
                    <a:pt x="5199" y="2174"/>
                    <a:pt x="5293" y="2206"/>
                    <a:pt x="5356" y="2269"/>
                  </a:cubicBezTo>
                  <a:cubicBezTo>
                    <a:pt x="5545" y="2395"/>
                    <a:pt x="5545" y="2647"/>
                    <a:pt x="5388" y="2804"/>
                  </a:cubicBezTo>
                  <a:cubicBezTo>
                    <a:pt x="5041" y="3151"/>
                    <a:pt x="4569" y="3340"/>
                    <a:pt x="4096" y="3340"/>
                  </a:cubicBezTo>
                  <a:cubicBezTo>
                    <a:pt x="3560" y="3340"/>
                    <a:pt x="3088" y="3151"/>
                    <a:pt x="2741" y="2804"/>
                  </a:cubicBezTo>
                  <a:cubicBezTo>
                    <a:pt x="2584" y="2647"/>
                    <a:pt x="2584" y="2395"/>
                    <a:pt x="2741" y="2269"/>
                  </a:cubicBezTo>
                  <a:cubicBezTo>
                    <a:pt x="2820" y="2206"/>
                    <a:pt x="2922" y="2174"/>
                    <a:pt x="3021" y="2174"/>
                  </a:cubicBezTo>
                  <a:cubicBezTo>
                    <a:pt x="3119" y="2174"/>
                    <a:pt x="3214" y="2206"/>
                    <a:pt x="3277" y="2269"/>
                  </a:cubicBezTo>
                  <a:cubicBezTo>
                    <a:pt x="3482" y="2489"/>
                    <a:pt x="3765" y="2600"/>
                    <a:pt x="4053" y="2600"/>
                  </a:cubicBezTo>
                  <a:cubicBezTo>
                    <a:pt x="4340" y="2600"/>
                    <a:pt x="4632" y="2489"/>
                    <a:pt x="4852" y="2269"/>
                  </a:cubicBezTo>
                  <a:cubicBezTo>
                    <a:pt x="4915" y="2206"/>
                    <a:pt x="5010" y="2174"/>
                    <a:pt x="5104" y="2174"/>
                  </a:cubicBezTo>
                  <a:close/>
                  <a:moveTo>
                    <a:pt x="0" y="0"/>
                  </a:moveTo>
                  <a:lnTo>
                    <a:pt x="0" y="1513"/>
                  </a:lnTo>
                  <a:cubicBezTo>
                    <a:pt x="0" y="3623"/>
                    <a:pt x="1639" y="5451"/>
                    <a:pt x="3718" y="5640"/>
                  </a:cubicBezTo>
                  <a:lnTo>
                    <a:pt x="3718" y="4537"/>
                  </a:lnTo>
                  <a:cubicBezTo>
                    <a:pt x="3718" y="4348"/>
                    <a:pt x="3875" y="4191"/>
                    <a:pt x="4096" y="4191"/>
                  </a:cubicBezTo>
                  <a:cubicBezTo>
                    <a:pt x="4285" y="4191"/>
                    <a:pt x="4442" y="4348"/>
                    <a:pt x="4442" y="4537"/>
                  </a:cubicBezTo>
                  <a:lnTo>
                    <a:pt x="4442" y="5640"/>
                  </a:lnTo>
                  <a:cubicBezTo>
                    <a:pt x="6522" y="5451"/>
                    <a:pt x="8192" y="3623"/>
                    <a:pt x="8192" y="1513"/>
                  </a:cubicBezTo>
                  <a:lnTo>
                    <a:pt x="8192" y="0"/>
                  </a:lnTo>
                  <a:cubicBezTo>
                    <a:pt x="8192" y="1009"/>
                    <a:pt x="7309" y="1859"/>
                    <a:pt x="6301" y="1859"/>
                  </a:cubicBezTo>
                  <a:cubicBezTo>
                    <a:pt x="5388" y="1859"/>
                    <a:pt x="4632" y="1229"/>
                    <a:pt x="4474" y="347"/>
                  </a:cubicBezTo>
                  <a:lnTo>
                    <a:pt x="3655" y="347"/>
                  </a:lnTo>
                  <a:cubicBezTo>
                    <a:pt x="3497" y="1229"/>
                    <a:pt x="2710" y="1859"/>
                    <a:pt x="1828" y="1859"/>
                  </a:cubicBezTo>
                  <a:cubicBezTo>
                    <a:pt x="819" y="1859"/>
                    <a:pt x="0" y="1009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9" name="Google Shape;829;p87"/>
            <p:cNvSpPr/>
            <p:nvPr/>
          </p:nvSpPr>
          <p:spPr>
            <a:xfrm>
              <a:off x="-56729150" y="3289500"/>
              <a:ext cx="204000" cy="87450"/>
            </a:xfrm>
            <a:custGeom>
              <a:avLst/>
              <a:gdLst/>
              <a:ahLst/>
              <a:cxnLst/>
              <a:rect l="l" t="t" r="r" b="b"/>
              <a:pathLst>
                <a:path w="8160" h="3498" extrusionOk="0">
                  <a:moveTo>
                    <a:pt x="567" y="0"/>
                  </a:moveTo>
                  <a:cubicBezTo>
                    <a:pt x="221" y="630"/>
                    <a:pt x="0" y="1292"/>
                    <a:pt x="0" y="2017"/>
                  </a:cubicBezTo>
                  <a:lnTo>
                    <a:pt x="0" y="3497"/>
                  </a:lnTo>
                  <a:cubicBezTo>
                    <a:pt x="0" y="2489"/>
                    <a:pt x="851" y="1639"/>
                    <a:pt x="1859" y="1639"/>
                  </a:cubicBezTo>
                  <a:cubicBezTo>
                    <a:pt x="2773" y="1639"/>
                    <a:pt x="3529" y="2269"/>
                    <a:pt x="3686" y="3151"/>
                  </a:cubicBezTo>
                  <a:lnTo>
                    <a:pt x="4505" y="3151"/>
                  </a:lnTo>
                  <a:cubicBezTo>
                    <a:pt x="4663" y="2269"/>
                    <a:pt x="5451" y="1639"/>
                    <a:pt x="6333" y="1639"/>
                  </a:cubicBezTo>
                  <a:cubicBezTo>
                    <a:pt x="7341" y="1639"/>
                    <a:pt x="8160" y="2489"/>
                    <a:pt x="8160" y="3497"/>
                  </a:cubicBezTo>
                  <a:lnTo>
                    <a:pt x="8160" y="914"/>
                  </a:lnTo>
                  <a:lnTo>
                    <a:pt x="3340" y="914"/>
                  </a:lnTo>
                  <a:cubicBezTo>
                    <a:pt x="2332" y="851"/>
                    <a:pt x="1355" y="536"/>
                    <a:pt x="5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0" name="Google Shape;830;p87"/>
            <p:cNvSpPr/>
            <p:nvPr/>
          </p:nvSpPr>
          <p:spPr>
            <a:xfrm>
              <a:off x="-56505475" y="3335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0"/>
                  </a:moveTo>
                  <a:lnTo>
                    <a:pt x="1" y="2552"/>
                  </a:lnTo>
                  <a:cubicBezTo>
                    <a:pt x="442" y="2269"/>
                    <a:pt x="757" y="1796"/>
                    <a:pt x="757" y="1260"/>
                  </a:cubicBezTo>
                  <a:cubicBezTo>
                    <a:pt x="757" y="693"/>
                    <a:pt x="473" y="22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31" name="Google Shape;831;p87"/>
          <p:cNvSpPr txBox="1"/>
          <p:nvPr/>
        </p:nvSpPr>
        <p:spPr>
          <a:xfrm>
            <a:off x="1425556" y="2932563"/>
            <a:ext cx="6801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rPr>
              <a:t>40</a:t>
            </a:r>
            <a:r>
              <a:rPr lang="en-GB" sz="24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rPr>
              <a:t>%</a:t>
            </a:r>
            <a:endParaRPr sz="2400">
              <a:solidFill>
                <a:schemeClr val="dk2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832" name="Google Shape;832;p87"/>
          <p:cNvSpPr/>
          <p:nvPr/>
        </p:nvSpPr>
        <p:spPr>
          <a:xfrm flipH="1">
            <a:off x="2510747" y="3014634"/>
            <a:ext cx="1939800" cy="30240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3" name="Google Shape;833;p87"/>
          <p:cNvSpPr/>
          <p:nvPr/>
        </p:nvSpPr>
        <p:spPr>
          <a:xfrm flipH="1">
            <a:off x="2510946" y="3013050"/>
            <a:ext cx="680100" cy="3039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4" name="Google Shape;834;p87"/>
          <p:cNvSpPr/>
          <p:nvPr/>
        </p:nvSpPr>
        <p:spPr>
          <a:xfrm flipH="1">
            <a:off x="2510897" y="1797493"/>
            <a:ext cx="1939500" cy="30240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5" name="Google Shape;835;p87"/>
          <p:cNvSpPr/>
          <p:nvPr/>
        </p:nvSpPr>
        <p:spPr>
          <a:xfrm flipH="1">
            <a:off x="2510824" y="1795925"/>
            <a:ext cx="1122300" cy="3039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6" name="Google Shape;836;p87"/>
          <p:cNvSpPr txBox="1"/>
          <p:nvPr/>
        </p:nvSpPr>
        <p:spPr>
          <a:xfrm>
            <a:off x="721900" y="2181425"/>
            <a:ext cx="37284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Saturn is a gas giant and has rings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7" name="Google Shape;837;p87"/>
          <p:cNvSpPr txBox="1"/>
          <p:nvPr/>
        </p:nvSpPr>
        <p:spPr>
          <a:xfrm>
            <a:off x="721900" y="3338725"/>
            <a:ext cx="37284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Mercury is the closest planet to the Sun</a:t>
            </a:r>
            <a:endParaRPr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838" name="Google Shape;838;p87"/>
          <p:cNvSpPr txBox="1"/>
          <p:nvPr/>
        </p:nvSpPr>
        <p:spPr>
          <a:xfrm>
            <a:off x="3878441" y="3739575"/>
            <a:ext cx="13242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Age</a:t>
            </a:r>
            <a:endParaRPr sz="24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839" name="Google Shape;839;p87"/>
          <p:cNvSpPr txBox="1"/>
          <p:nvPr/>
        </p:nvSpPr>
        <p:spPr>
          <a:xfrm flipH="1">
            <a:off x="802475" y="4185350"/>
            <a:ext cx="591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-3</a:t>
            </a: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0" name="Google Shape;840;p87"/>
          <p:cNvSpPr txBox="1"/>
          <p:nvPr/>
        </p:nvSpPr>
        <p:spPr>
          <a:xfrm flipH="1">
            <a:off x="4823846" y="4185345"/>
            <a:ext cx="591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39</a:t>
            </a: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50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41" name="Google Shape;841;p87"/>
          <p:cNvGrpSpPr/>
          <p:nvPr/>
        </p:nvGrpSpPr>
        <p:grpSpPr>
          <a:xfrm>
            <a:off x="1586241" y="4244345"/>
            <a:ext cx="2702456" cy="160244"/>
            <a:chOff x="1476617" y="3475420"/>
            <a:chExt cx="2702456" cy="160244"/>
          </a:xfrm>
        </p:grpSpPr>
        <p:sp>
          <p:nvSpPr>
            <p:cNvPr id="842" name="Google Shape;842;p87"/>
            <p:cNvSpPr/>
            <p:nvPr/>
          </p:nvSpPr>
          <p:spPr>
            <a:xfrm rot="-5400000">
              <a:off x="2112175" y="3475464"/>
              <a:ext cx="160200" cy="1602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3" name="Google Shape;843;p87"/>
            <p:cNvSpPr/>
            <p:nvPr/>
          </p:nvSpPr>
          <p:spPr>
            <a:xfrm rot="-5400000">
              <a:off x="2429958" y="3475464"/>
              <a:ext cx="160200" cy="1602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4" name="Google Shape;844;p87"/>
            <p:cNvSpPr/>
            <p:nvPr/>
          </p:nvSpPr>
          <p:spPr>
            <a:xfrm rot="-5400000">
              <a:off x="2747741" y="3475464"/>
              <a:ext cx="160200" cy="1602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5" name="Google Shape;845;p87"/>
            <p:cNvSpPr/>
            <p:nvPr/>
          </p:nvSpPr>
          <p:spPr>
            <a:xfrm rot="-5400000">
              <a:off x="3065524" y="3475464"/>
              <a:ext cx="160200" cy="1602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6" name="Google Shape;846;p87"/>
            <p:cNvSpPr/>
            <p:nvPr/>
          </p:nvSpPr>
          <p:spPr>
            <a:xfrm rot="-5400000">
              <a:off x="3383307" y="3475464"/>
              <a:ext cx="160200" cy="1602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7" name="Google Shape;847;p87"/>
            <p:cNvSpPr/>
            <p:nvPr/>
          </p:nvSpPr>
          <p:spPr>
            <a:xfrm rot="-5400000">
              <a:off x="1794392" y="3475464"/>
              <a:ext cx="160200" cy="1602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8" name="Google Shape;848;p87"/>
            <p:cNvSpPr/>
            <p:nvPr/>
          </p:nvSpPr>
          <p:spPr>
            <a:xfrm rot="-5400000">
              <a:off x="3701090" y="3475420"/>
              <a:ext cx="160200" cy="1602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9" name="Google Shape;849;p87"/>
            <p:cNvSpPr/>
            <p:nvPr/>
          </p:nvSpPr>
          <p:spPr>
            <a:xfrm rot="-5400000">
              <a:off x="4018873" y="3475420"/>
              <a:ext cx="160200" cy="1602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0" name="Google Shape;850;p87"/>
            <p:cNvSpPr/>
            <p:nvPr/>
          </p:nvSpPr>
          <p:spPr>
            <a:xfrm rot="-5400000">
              <a:off x="1476617" y="3475464"/>
              <a:ext cx="160200" cy="1602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51" name="Google Shape;851;p87"/>
          <p:cNvGrpSpPr/>
          <p:nvPr/>
        </p:nvGrpSpPr>
        <p:grpSpPr>
          <a:xfrm>
            <a:off x="5607612" y="4240670"/>
            <a:ext cx="2702456" cy="160244"/>
            <a:chOff x="1476617" y="3929845"/>
            <a:chExt cx="2702456" cy="160244"/>
          </a:xfrm>
        </p:grpSpPr>
        <p:sp>
          <p:nvSpPr>
            <p:cNvPr id="852" name="Google Shape;852;p87"/>
            <p:cNvSpPr/>
            <p:nvPr/>
          </p:nvSpPr>
          <p:spPr>
            <a:xfrm rot="-5400000">
              <a:off x="2112175" y="3929889"/>
              <a:ext cx="160200" cy="1602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3" name="Google Shape;853;p87"/>
            <p:cNvSpPr/>
            <p:nvPr/>
          </p:nvSpPr>
          <p:spPr>
            <a:xfrm rot="-5400000">
              <a:off x="2429958" y="3929889"/>
              <a:ext cx="160200" cy="1602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4" name="Google Shape;854;p87"/>
            <p:cNvSpPr/>
            <p:nvPr/>
          </p:nvSpPr>
          <p:spPr>
            <a:xfrm rot="-5400000">
              <a:off x="2747741" y="3929889"/>
              <a:ext cx="160200" cy="1602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5" name="Google Shape;855;p87"/>
            <p:cNvSpPr/>
            <p:nvPr/>
          </p:nvSpPr>
          <p:spPr>
            <a:xfrm rot="-5400000">
              <a:off x="3065524" y="3929889"/>
              <a:ext cx="160200" cy="1602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6" name="Google Shape;856;p87"/>
            <p:cNvSpPr/>
            <p:nvPr/>
          </p:nvSpPr>
          <p:spPr>
            <a:xfrm rot="-5400000">
              <a:off x="3383307" y="3929889"/>
              <a:ext cx="160200" cy="1602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7" name="Google Shape;857;p87"/>
            <p:cNvSpPr/>
            <p:nvPr/>
          </p:nvSpPr>
          <p:spPr>
            <a:xfrm rot="-5400000">
              <a:off x="1794392" y="3929889"/>
              <a:ext cx="160200" cy="1602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8" name="Google Shape;858;p87"/>
            <p:cNvSpPr/>
            <p:nvPr/>
          </p:nvSpPr>
          <p:spPr>
            <a:xfrm rot="-5400000">
              <a:off x="3701090" y="3929845"/>
              <a:ext cx="160200" cy="1602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9" name="Google Shape;859;p87"/>
            <p:cNvSpPr/>
            <p:nvPr/>
          </p:nvSpPr>
          <p:spPr>
            <a:xfrm rot="-5400000">
              <a:off x="4018873" y="3929845"/>
              <a:ext cx="160200" cy="1602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0" name="Google Shape;860;p87"/>
            <p:cNvSpPr/>
            <p:nvPr/>
          </p:nvSpPr>
          <p:spPr>
            <a:xfrm rot="-5400000">
              <a:off x="1476617" y="3929889"/>
              <a:ext cx="160200" cy="1602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61" name="Google Shape;861;p87"/>
          <p:cNvSpPr txBox="1"/>
          <p:nvPr/>
        </p:nvSpPr>
        <p:spPr>
          <a:xfrm>
            <a:off x="802474" y="1248725"/>
            <a:ext cx="13242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Gender</a:t>
            </a:r>
            <a:endParaRPr sz="24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862" name="Google Shape;862;p87"/>
          <p:cNvSpPr txBox="1"/>
          <p:nvPr/>
        </p:nvSpPr>
        <p:spPr>
          <a:xfrm flipH="1">
            <a:off x="5089950" y="1142167"/>
            <a:ext cx="3375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Most selled products</a:t>
            </a:r>
            <a:endParaRPr sz="24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863" name="Google Shape;863;p87"/>
          <p:cNvSpPr txBox="1"/>
          <p:nvPr/>
        </p:nvSpPr>
        <p:spPr>
          <a:xfrm flipH="1">
            <a:off x="4952725" y="1537903"/>
            <a:ext cx="35124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Write the best-selling products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Write the best-selling products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Write the best-selling products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Write the best-selling products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Write the best-selling products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4" name="Google Shape;864;p87"/>
          <p:cNvSpPr txBox="1"/>
          <p:nvPr/>
        </p:nvSpPr>
        <p:spPr>
          <a:xfrm flipH="1">
            <a:off x="5021250" y="2865525"/>
            <a:ext cx="34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Annual expenses</a:t>
            </a:r>
            <a:endParaRPr sz="24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865" name="Google Shape;865;p87"/>
          <p:cNvSpPr txBox="1"/>
          <p:nvPr/>
        </p:nvSpPr>
        <p:spPr>
          <a:xfrm flipH="1">
            <a:off x="5021250" y="3337450"/>
            <a:ext cx="34440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Avg. expense: $5000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/>
                                        <p:tgtEl>
                                          <p:spTgt spid="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/>
                                        <p:tgtEl>
                                          <p:spTgt spid="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/>
                                        <p:tgtEl>
                                          <p:spTgt spid="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/>
                                        <p:tgtEl>
                                          <p:spTgt spid="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/>
                                        <p:tgtEl>
                                          <p:spTgt spid="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88"/>
          <p:cNvSpPr txBox="1"/>
          <p:nvPr>
            <p:ph type="title"/>
          </p:nvPr>
        </p:nvSpPr>
        <p:spPr>
          <a:xfrm>
            <a:off x="1043725" y="922567"/>
            <a:ext cx="3123000" cy="22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picture always reinforces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concept</a:t>
            </a:r>
            <a:endParaRPr lang="en-GB"/>
          </a:p>
        </p:txBody>
      </p:sp>
      <p:sp>
        <p:nvSpPr>
          <p:cNvPr id="871" name="Google Shape;871;p88"/>
          <p:cNvSpPr txBox="1"/>
          <p:nvPr>
            <p:ph type="subTitle" idx="1"/>
          </p:nvPr>
        </p:nvSpPr>
        <p:spPr>
          <a:xfrm>
            <a:off x="1043725" y="3360938"/>
            <a:ext cx="3013500" cy="7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Images reveal large amounts of data, so remember: use and image instead of long texts</a:t>
            </a:r>
            <a:endParaRPr lang="en-GB"/>
          </a:p>
        </p:txBody>
      </p:sp>
      <p:pic>
        <p:nvPicPr>
          <p:cNvPr id="872" name="Google Shape;872;p88"/>
          <p:cNvPicPr preferRelativeResize="0"/>
          <p:nvPr/>
        </p:nvPicPr>
        <p:blipFill rotWithShape="1">
          <a:blip r:embed="rId1"/>
          <a:srcRect l="16899" r="16906"/>
          <a:stretch>
            <a:fillRect/>
          </a:stretch>
        </p:blipFill>
        <p:spPr>
          <a:xfrm>
            <a:off x="4931700" y="1054650"/>
            <a:ext cx="3013500" cy="30342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89"/>
          <p:cNvSpPr txBox="1"/>
          <p:nvPr>
            <p:ph type="title"/>
          </p:nvPr>
        </p:nvSpPr>
        <p:spPr>
          <a:xfrm>
            <a:off x="5310925" y="962565"/>
            <a:ext cx="3123000" cy="22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A picture always reinforces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the concept</a:t>
            </a:r>
            <a:endParaRPr lang="en-GB"/>
          </a:p>
        </p:txBody>
      </p:sp>
      <p:sp>
        <p:nvSpPr>
          <p:cNvPr id="878" name="Google Shape;878;p89"/>
          <p:cNvSpPr txBox="1"/>
          <p:nvPr>
            <p:ph type="subTitle" idx="1"/>
          </p:nvPr>
        </p:nvSpPr>
        <p:spPr>
          <a:xfrm>
            <a:off x="5310925" y="3400935"/>
            <a:ext cx="3013500" cy="7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Images reveal large amounts of data, so remember: use and image instead of long texts</a:t>
            </a:r>
            <a:endParaRPr lang="en-GB"/>
          </a:p>
        </p:txBody>
      </p:sp>
      <p:pic>
        <p:nvPicPr>
          <p:cNvPr id="879" name="Google Shape;879;p8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13225" y="1082488"/>
            <a:ext cx="4467824" cy="2978524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90"/>
          <p:cNvSpPr txBox="1"/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Your can use three columns</a:t>
            </a:r>
            <a:endParaRPr lang="en-GB"/>
          </a:p>
        </p:txBody>
      </p:sp>
      <p:sp>
        <p:nvSpPr>
          <p:cNvPr id="885" name="Google Shape;885;p90"/>
          <p:cNvSpPr txBox="1"/>
          <p:nvPr>
            <p:ph type="subTitle" idx="1"/>
          </p:nvPr>
        </p:nvSpPr>
        <p:spPr>
          <a:xfrm>
            <a:off x="3509000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</a:t>
            </a:r>
            <a:endParaRPr lang="en-GB"/>
          </a:p>
        </p:txBody>
      </p:sp>
      <p:sp>
        <p:nvSpPr>
          <p:cNvPr id="886" name="Google Shape;886;p90"/>
          <p:cNvSpPr txBox="1"/>
          <p:nvPr>
            <p:ph type="subTitle" idx="2"/>
          </p:nvPr>
        </p:nvSpPr>
        <p:spPr>
          <a:xfrm>
            <a:off x="3509025" y="2948247"/>
            <a:ext cx="212610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 is the second planet from the Sun. It’s really hot</a:t>
            </a:r>
            <a:endParaRPr lang="en-GB"/>
          </a:p>
        </p:txBody>
      </p:sp>
      <p:sp>
        <p:nvSpPr>
          <p:cNvPr id="887" name="Google Shape;887;p90"/>
          <p:cNvSpPr txBox="1"/>
          <p:nvPr>
            <p:ph type="subTitle" idx="3"/>
          </p:nvPr>
        </p:nvSpPr>
        <p:spPr>
          <a:xfrm>
            <a:off x="953025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</a:t>
            </a:r>
            <a:endParaRPr lang="en-GB"/>
          </a:p>
        </p:txBody>
      </p:sp>
      <p:sp>
        <p:nvSpPr>
          <p:cNvPr id="888" name="Google Shape;888;p90"/>
          <p:cNvSpPr txBox="1"/>
          <p:nvPr>
            <p:ph type="subTitle" idx="4"/>
          </p:nvPr>
        </p:nvSpPr>
        <p:spPr>
          <a:xfrm>
            <a:off x="953125" y="2948247"/>
            <a:ext cx="212610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 is actually a cold place. It’s full of iron oxide dust</a:t>
            </a:r>
            <a:endParaRPr lang="en-GB"/>
          </a:p>
        </p:txBody>
      </p:sp>
      <p:sp>
        <p:nvSpPr>
          <p:cNvPr id="889" name="Google Shape;889;p90"/>
          <p:cNvSpPr txBox="1"/>
          <p:nvPr>
            <p:ph type="subTitle" idx="5"/>
          </p:nvPr>
        </p:nvSpPr>
        <p:spPr>
          <a:xfrm>
            <a:off x="6064875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Mercury</a:t>
            </a:r>
            <a:endParaRPr lang="en-GB"/>
          </a:p>
        </p:txBody>
      </p:sp>
      <p:sp>
        <p:nvSpPr>
          <p:cNvPr id="890" name="Google Shape;890;p90"/>
          <p:cNvSpPr txBox="1"/>
          <p:nvPr>
            <p:ph type="subTitle" idx="6"/>
          </p:nvPr>
        </p:nvSpPr>
        <p:spPr>
          <a:xfrm>
            <a:off x="6064875" y="2948247"/>
            <a:ext cx="212610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Mercury i</a:t>
            </a:r>
            <a:r>
              <a:rPr lang="en-GB"/>
              <a:t>s the closest planet to the Sun and the smallest one</a:t>
            </a:r>
            <a:endParaRPr lang="en-GB"/>
          </a:p>
        </p:txBody>
      </p:sp>
      <p:grpSp>
        <p:nvGrpSpPr>
          <p:cNvPr id="891" name="Google Shape;891;p90"/>
          <p:cNvGrpSpPr/>
          <p:nvPr/>
        </p:nvGrpSpPr>
        <p:grpSpPr>
          <a:xfrm>
            <a:off x="4380042" y="2088175"/>
            <a:ext cx="384058" cy="383811"/>
            <a:chOff x="-61351725" y="3372400"/>
            <a:chExt cx="310350" cy="310150"/>
          </a:xfrm>
        </p:grpSpPr>
        <p:sp>
          <p:nvSpPr>
            <p:cNvPr id="892" name="Google Shape;892;p90"/>
            <p:cNvSpPr/>
            <p:nvPr/>
          </p:nvSpPr>
          <p:spPr>
            <a:xfrm>
              <a:off x="-61165050" y="355887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410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3" name="Google Shape;893;p90"/>
            <p:cNvSpPr/>
            <p:nvPr/>
          </p:nvSpPr>
          <p:spPr>
            <a:xfrm>
              <a:off x="-61247750" y="347617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378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378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3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4" name="Google Shape;894;p90"/>
            <p:cNvSpPr/>
            <p:nvPr/>
          </p:nvSpPr>
          <p:spPr>
            <a:xfrm>
              <a:off x="-61351725" y="3372400"/>
              <a:ext cx="310350" cy="310150"/>
            </a:xfrm>
            <a:custGeom>
              <a:avLst/>
              <a:gdLst/>
              <a:ahLst/>
              <a:cxnLst/>
              <a:rect l="l" t="t" r="r" b="b"/>
              <a:pathLst>
                <a:path w="12414" h="12406" extrusionOk="0">
                  <a:moveTo>
                    <a:pt x="4506" y="3332"/>
                  </a:moveTo>
                  <a:cubicBezTo>
                    <a:pt x="5167" y="3332"/>
                    <a:pt x="5735" y="3867"/>
                    <a:pt x="5735" y="4561"/>
                  </a:cubicBezTo>
                  <a:cubicBezTo>
                    <a:pt x="5735" y="5222"/>
                    <a:pt x="5199" y="5821"/>
                    <a:pt x="4506" y="5821"/>
                  </a:cubicBezTo>
                  <a:cubicBezTo>
                    <a:pt x="3844" y="5821"/>
                    <a:pt x="3277" y="5254"/>
                    <a:pt x="3277" y="4561"/>
                  </a:cubicBezTo>
                  <a:cubicBezTo>
                    <a:pt x="3277" y="3899"/>
                    <a:pt x="3844" y="3332"/>
                    <a:pt x="4506" y="3332"/>
                  </a:cubicBezTo>
                  <a:close/>
                  <a:moveTo>
                    <a:pt x="7830" y="4159"/>
                  </a:moveTo>
                  <a:cubicBezTo>
                    <a:pt x="7940" y="4159"/>
                    <a:pt x="8050" y="4198"/>
                    <a:pt x="8129" y="4277"/>
                  </a:cubicBezTo>
                  <a:cubicBezTo>
                    <a:pt x="8286" y="4435"/>
                    <a:pt x="8286" y="4718"/>
                    <a:pt x="8129" y="4876"/>
                  </a:cubicBezTo>
                  <a:lnTo>
                    <a:pt x="4821" y="8184"/>
                  </a:lnTo>
                  <a:cubicBezTo>
                    <a:pt x="4742" y="8262"/>
                    <a:pt x="4632" y="8302"/>
                    <a:pt x="4522" y="8302"/>
                  </a:cubicBezTo>
                  <a:cubicBezTo>
                    <a:pt x="4411" y="8302"/>
                    <a:pt x="4301" y="8262"/>
                    <a:pt x="4222" y="8184"/>
                  </a:cubicBezTo>
                  <a:cubicBezTo>
                    <a:pt x="4065" y="8026"/>
                    <a:pt x="4065" y="7743"/>
                    <a:pt x="4222" y="7585"/>
                  </a:cubicBezTo>
                  <a:lnTo>
                    <a:pt x="7530" y="4277"/>
                  </a:lnTo>
                  <a:cubicBezTo>
                    <a:pt x="7609" y="4198"/>
                    <a:pt x="7719" y="4159"/>
                    <a:pt x="7830" y="4159"/>
                  </a:cubicBezTo>
                  <a:close/>
                  <a:moveTo>
                    <a:pt x="7845" y="6640"/>
                  </a:moveTo>
                  <a:cubicBezTo>
                    <a:pt x="8539" y="6640"/>
                    <a:pt x="9074" y="7175"/>
                    <a:pt x="9074" y="7900"/>
                  </a:cubicBezTo>
                  <a:cubicBezTo>
                    <a:pt x="9074" y="8562"/>
                    <a:pt x="8539" y="9129"/>
                    <a:pt x="7845" y="9129"/>
                  </a:cubicBezTo>
                  <a:cubicBezTo>
                    <a:pt x="7184" y="9129"/>
                    <a:pt x="6648" y="8562"/>
                    <a:pt x="6648" y="7900"/>
                  </a:cubicBezTo>
                  <a:cubicBezTo>
                    <a:pt x="6648" y="7239"/>
                    <a:pt x="7184" y="6640"/>
                    <a:pt x="7845" y="6640"/>
                  </a:cubicBezTo>
                  <a:close/>
                  <a:moveTo>
                    <a:pt x="6223" y="0"/>
                  </a:moveTo>
                  <a:cubicBezTo>
                    <a:pt x="6113" y="0"/>
                    <a:pt x="6002" y="40"/>
                    <a:pt x="5924" y="118"/>
                  </a:cubicBezTo>
                  <a:lnTo>
                    <a:pt x="4348" y="1694"/>
                  </a:lnTo>
                  <a:lnTo>
                    <a:pt x="2111" y="1694"/>
                  </a:lnTo>
                  <a:cubicBezTo>
                    <a:pt x="1859" y="1694"/>
                    <a:pt x="1702" y="1883"/>
                    <a:pt x="1702" y="2072"/>
                  </a:cubicBezTo>
                  <a:lnTo>
                    <a:pt x="1702" y="4309"/>
                  </a:lnTo>
                  <a:lnTo>
                    <a:pt x="127" y="5884"/>
                  </a:lnTo>
                  <a:cubicBezTo>
                    <a:pt x="1" y="6041"/>
                    <a:pt x="1" y="6325"/>
                    <a:pt x="127" y="6482"/>
                  </a:cubicBezTo>
                  <a:lnTo>
                    <a:pt x="1702" y="8058"/>
                  </a:lnTo>
                  <a:lnTo>
                    <a:pt x="1702" y="10294"/>
                  </a:lnTo>
                  <a:cubicBezTo>
                    <a:pt x="1702" y="10547"/>
                    <a:pt x="1922" y="10704"/>
                    <a:pt x="2111" y="10704"/>
                  </a:cubicBezTo>
                  <a:lnTo>
                    <a:pt x="4348" y="10704"/>
                  </a:lnTo>
                  <a:lnTo>
                    <a:pt x="5924" y="12279"/>
                  </a:lnTo>
                  <a:cubicBezTo>
                    <a:pt x="6018" y="12342"/>
                    <a:pt x="6113" y="12405"/>
                    <a:pt x="6207" y="12405"/>
                  </a:cubicBezTo>
                  <a:cubicBezTo>
                    <a:pt x="6333" y="12405"/>
                    <a:pt x="6396" y="12342"/>
                    <a:pt x="6491" y="12279"/>
                  </a:cubicBezTo>
                  <a:lnTo>
                    <a:pt x="8066" y="10704"/>
                  </a:lnTo>
                  <a:lnTo>
                    <a:pt x="10303" y="10704"/>
                  </a:lnTo>
                  <a:cubicBezTo>
                    <a:pt x="10523" y="10704"/>
                    <a:pt x="10744" y="10515"/>
                    <a:pt x="10744" y="10294"/>
                  </a:cubicBezTo>
                  <a:lnTo>
                    <a:pt x="10744" y="8058"/>
                  </a:lnTo>
                  <a:lnTo>
                    <a:pt x="12319" y="6482"/>
                  </a:lnTo>
                  <a:cubicBezTo>
                    <a:pt x="12382" y="6419"/>
                    <a:pt x="12414" y="6293"/>
                    <a:pt x="12414" y="6199"/>
                  </a:cubicBezTo>
                  <a:cubicBezTo>
                    <a:pt x="12414" y="6104"/>
                    <a:pt x="12382" y="6010"/>
                    <a:pt x="12319" y="5947"/>
                  </a:cubicBezTo>
                  <a:lnTo>
                    <a:pt x="10744" y="4372"/>
                  </a:lnTo>
                  <a:lnTo>
                    <a:pt x="10744" y="2103"/>
                  </a:lnTo>
                  <a:cubicBezTo>
                    <a:pt x="10744" y="1851"/>
                    <a:pt x="10523" y="1694"/>
                    <a:pt x="10334" y="1694"/>
                  </a:cubicBezTo>
                  <a:lnTo>
                    <a:pt x="8097" y="1694"/>
                  </a:lnTo>
                  <a:lnTo>
                    <a:pt x="6522" y="118"/>
                  </a:lnTo>
                  <a:cubicBezTo>
                    <a:pt x="6443" y="40"/>
                    <a:pt x="6333" y="0"/>
                    <a:pt x="62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95" name="Google Shape;895;p90"/>
          <p:cNvGrpSpPr/>
          <p:nvPr/>
        </p:nvGrpSpPr>
        <p:grpSpPr>
          <a:xfrm>
            <a:off x="1820645" y="2087544"/>
            <a:ext cx="390864" cy="385048"/>
            <a:chOff x="-60991775" y="3376900"/>
            <a:chExt cx="315850" cy="311150"/>
          </a:xfrm>
        </p:grpSpPr>
        <p:sp>
          <p:nvSpPr>
            <p:cNvPr id="896" name="Google Shape;896;p90"/>
            <p:cNvSpPr/>
            <p:nvPr/>
          </p:nvSpPr>
          <p:spPr>
            <a:xfrm>
              <a:off x="-60991000" y="3376900"/>
              <a:ext cx="315075" cy="311150"/>
            </a:xfrm>
            <a:custGeom>
              <a:avLst/>
              <a:gdLst/>
              <a:ahLst/>
              <a:cxnLst/>
              <a:rect l="l" t="t" r="r" b="b"/>
              <a:pathLst>
                <a:path w="12603" h="12446" extrusionOk="0">
                  <a:moveTo>
                    <a:pt x="11136" y="1"/>
                  </a:moveTo>
                  <a:cubicBezTo>
                    <a:pt x="11054" y="1"/>
                    <a:pt x="10975" y="1"/>
                    <a:pt x="10902" y="1"/>
                  </a:cubicBezTo>
                  <a:cubicBezTo>
                    <a:pt x="10429" y="1"/>
                    <a:pt x="10051" y="159"/>
                    <a:pt x="9736" y="474"/>
                  </a:cubicBezTo>
                  <a:lnTo>
                    <a:pt x="3561" y="6649"/>
                  </a:lnTo>
                  <a:lnTo>
                    <a:pt x="2301" y="6428"/>
                  </a:lnTo>
                  <a:cubicBezTo>
                    <a:pt x="2278" y="6423"/>
                    <a:pt x="2253" y="6420"/>
                    <a:pt x="2229" y="6420"/>
                  </a:cubicBezTo>
                  <a:cubicBezTo>
                    <a:pt x="2119" y="6420"/>
                    <a:pt x="2000" y="6471"/>
                    <a:pt x="1923" y="6523"/>
                  </a:cubicBezTo>
                  <a:lnTo>
                    <a:pt x="158" y="8319"/>
                  </a:lnTo>
                  <a:cubicBezTo>
                    <a:pt x="32" y="8382"/>
                    <a:pt x="1" y="8539"/>
                    <a:pt x="32" y="8697"/>
                  </a:cubicBezTo>
                  <a:cubicBezTo>
                    <a:pt x="95" y="8823"/>
                    <a:pt x="190" y="8949"/>
                    <a:pt x="347" y="8980"/>
                  </a:cubicBezTo>
                  <a:lnTo>
                    <a:pt x="2994" y="9484"/>
                  </a:lnTo>
                  <a:lnTo>
                    <a:pt x="3498" y="12131"/>
                  </a:lnTo>
                  <a:cubicBezTo>
                    <a:pt x="3561" y="12288"/>
                    <a:pt x="3624" y="12414"/>
                    <a:pt x="3782" y="12446"/>
                  </a:cubicBezTo>
                  <a:lnTo>
                    <a:pt x="3908" y="12446"/>
                  </a:lnTo>
                  <a:cubicBezTo>
                    <a:pt x="4034" y="12446"/>
                    <a:pt x="4128" y="12414"/>
                    <a:pt x="4254" y="12414"/>
                  </a:cubicBezTo>
                  <a:lnTo>
                    <a:pt x="6018" y="10619"/>
                  </a:lnTo>
                  <a:cubicBezTo>
                    <a:pt x="6144" y="10556"/>
                    <a:pt x="6176" y="10398"/>
                    <a:pt x="6144" y="10272"/>
                  </a:cubicBezTo>
                  <a:lnTo>
                    <a:pt x="5924" y="9012"/>
                  </a:lnTo>
                  <a:lnTo>
                    <a:pt x="12099" y="2837"/>
                  </a:lnTo>
                  <a:cubicBezTo>
                    <a:pt x="12414" y="2522"/>
                    <a:pt x="12571" y="2081"/>
                    <a:pt x="12571" y="1671"/>
                  </a:cubicBezTo>
                  <a:cubicBezTo>
                    <a:pt x="12571" y="1199"/>
                    <a:pt x="12603" y="600"/>
                    <a:pt x="12288" y="285"/>
                  </a:cubicBezTo>
                  <a:cubicBezTo>
                    <a:pt x="12025" y="22"/>
                    <a:pt x="11544" y="1"/>
                    <a:pt x="111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7" name="Google Shape;897;p90"/>
            <p:cNvSpPr/>
            <p:nvPr/>
          </p:nvSpPr>
          <p:spPr>
            <a:xfrm>
              <a:off x="-60991775" y="3404275"/>
              <a:ext cx="174875" cy="89250"/>
            </a:xfrm>
            <a:custGeom>
              <a:avLst/>
              <a:gdLst/>
              <a:ahLst/>
              <a:cxnLst/>
              <a:rect l="l" t="t" r="r" b="b"/>
              <a:pathLst>
                <a:path w="6995" h="3570" extrusionOk="0">
                  <a:moveTo>
                    <a:pt x="1632" y="1"/>
                  </a:moveTo>
                  <a:cubicBezTo>
                    <a:pt x="1523" y="1"/>
                    <a:pt x="1407" y="57"/>
                    <a:pt x="1355" y="135"/>
                  </a:cubicBezTo>
                  <a:lnTo>
                    <a:pt x="158" y="1301"/>
                  </a:lnTo>
                  <a:cubicBezTo>
                    <a:pt x="95" y="1395"/>
                    <a:pt x="0" y="1553"/>
                    <a:pt x="32" y="1710"/>
                  </a:cubicBezTo>
                  <a:cubicBezTo>
                    <a:pt x="126" y="1773"/>
                    <a:pt x="189" y="1899"/>
                    <a:pt x="315" y="1931"/>
                  </a:cubicBezTo>
                  <a:lnTo>
                    <a:pt x="4317" y="3569"/>
                  </a:lnTo>
                  <a:lnTo>
                    <a:pt x="6995" y="891"/>
                  </a:lnTo>
                  <a:lnTo>
                    <a:pt x="1702" y="9"/>
                  </a:lnTo>
                  <a:cubicBezTo>
                    <a:pt x="1679" y="4"/>
                    <a:pt x="1656" y="1"/>
                    <a:pt x="16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8" name="Google Shape;898;p90"/>
            <p:cNvSpPr/>
            <p:nvPr/>
          </p:nvSpPr>
          <p:spPr>
            <a:xfrm>
              <a:off x="-60795650" y="3513975"/>
              <a:ext cx="89000" cy="173300"/>
            </a:xfrm>
            <a:custGeom>
              <a:avLst/>
              <a:gdLst/>
              <a:ahLst/>
              <a:cxnLst/>
              <a:rect l="l" t="t" r="r" b="b"/>
              <a:pathLst>
                <a:path w="3560" h="6932" extrusionOk="0">
                  <a:moveTo>
                    <a:pt x="2678" y="0"/>
                  </a:moveTo>
                  <a:lnTo>
                    <a:pt x="0" y="2678"/>
                  </a:lnTo>
                  <a:lnTo>
                    <a:pt x="1607" y="6679"/>
                  </a:lnTo>
                  <a:cubicBezTo>
                    <a:pt x="1638" y="6805"/>
                    <a:pt x="1764" y="6931"/>
                    <a:pt x="1922" y="6931"/>
                  </a:cubicBezTo>
                  <a:lnTo>
                    <a:pt x="1985" y="6931"/>
                  </a:lnTo>
                  <a:cubicBezTo>
                    <a:pt x="2111" y="6931"/>
                    <a:pt x="2206" y="6900"/>
                    <a:pt x="2269" y="6805"/>
                  </a:cubicBezTo>
                  <a:lnTo>
                    <a:pt x="3466" y="5640"/>
                  </a:lnTo>
                  <a:cubicBezTo>
                    <a:pt x="3529" y="5545"/>
                    <a:pt x="3560" y="5388"/>
                    <a:pt x="3560" y="5262"/>
                  </a:cubicBezTo>
                  <a:lnTo>
                    <a:pt x="26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99" name="Google Shape;899;p90"/>
          <p:cNvGrpSpPr/>
          <p:nvPr/>
        </p:nvGrpSpPr>
        <p:grpSpPr>
          <a:xfrm>
            <a:off x="6909320" y="2115586"/>
            <a:ext cx="437214" cy="357006"/>
            <a:chOff x="3860400" y="3254050"/>
            <a:chExt cx="296175" cy="241825"/>
          </a:xfrm>
        </p:grpSpPr>
        <p:sp>
          <p:nvSpPr>
            <p:cNvPr id="900" name="Google Shape;900;p90"/>
            <p:cNvSpPr/>
            <p:nvPr/>
          </p:nvSpPr>
          <p:spPr>
            <a:xfrm>
              <a:off x="4112425" y="3358025"/>
              <a:ext cx="44150" cy="18125"/>
            </a:xfrm>
            <a:custGeom>
              <a:avLst/>
              <a:gdLst/>
              <a:ahLst/>
              <a:cxnLst/>
              <a:rect l="l" t="t" r="r" b="b"/>
              <a:pathLst>
                <a:path w="1766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419" y="725"/>
                  </a:lnTo>
                  <a:cubicBezTo>
                    <a:pt x="1608" y="725"/>
                    <a:pt x="1765" y="567"/>
                    <a:pt x="1765" y="378"/>
                  </a:cubicBezTo>
                  <a:cubicBezTo>
                    <a:pt x="1734" y="158"/>
                    <a:pt x="1608" y="0"/>
                    <a:pt x="1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1" name="Google Shape;901;p90"/>
            <p:cNvSpPr/>
            <p:nvPr/>
          </p:nvSpPr>
          <p:spPr>
            <a:xfrm>
              <a:off x="4102200" y="3393475"/>
              <a:ext cx="37050" cy="33875"/>
            </a:xfrm>
            <a:custGeom>
              <a:avLst/>
              <a:gdLst/>
              <a:ahLst/>
              <a:cxnLst/>
              <a:rect l="l" t="t" r="r" b="b"/>
              <a:pathLst>
                <a:path w="1482" h="1355" extrusionOk="0">
                  <a:moveTo>
                    <a:pt x="394" y="0"/>
                  </a:moveTo>
                  <a:cubicBezTo>
                    <a:pt x="308" y="0"/>
                    <a:pt x="221" y="32"/>
                    <a:pt x="158" y="95"/>
                  </a:cubicBezTo>
                  <a:cubicBezTo>
                    <a:pt x="0" y="221"/>
                    <a:pt x="0" y="410"/>
                    <a:pt x="158" y="567"/>
                  </a:cubicBezTo>
                  <a:lnTo>
                    <a:pt x="882" y="1260"/>
                  </a:lnTo>
                  <a:cubicBezTo>
                    <a:pt x="945" y="1323"/>
                    <a:pt x="1032" y="1355"/>
                    <a:pt x="1119" y="1355"/>
                  </a:cubicBezTo>
                  <a:cubicBezTo>
                    <a:pt x="1205" y="1355"/>
                    <a:pt x="1292" y="1323"/>
                    <a:pt x="1355" y="1260"/>
                  </a:cubicBezTo>
                  <a:cubicBezTo>
                    <a:pt x="1481" y="1134"/>
                    <a:pt x="1481" y="914"/>
                    <a:pt x="1355" y="788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2" name="Google Shape;902;p90"/>
            <p:cNvSpPr/>
            <p:nvPr/>
          </p:nvSpPr>
          <p:spPr>
            <a:xfrm>
              <a:off x="4103775" y="3306025"/>
              <a:ext cx="35475" cy="34500"/>
            </a:xfrm>
            <a:custGeom>
              <a:avLst/>
              <a:gdLst/>
              <a:ahLst/>
              <a:cxnLst/>
              <a:rect l="l" t="t" r="r" b="b"/>
              <a:pathLst>
                <a:path w="1419" h="1380" extrusionOk="0">
                  <a:moveTo>
                    <a:pt x="1056" y="1"/>
                  </a:moveTo>
                  <a:cubicBezTo>
                    <a:pt x="969" y="1"/>
                    <a:pt x="882" y="32"/>
                    <a:pt x="819" y="96"/>
                  </a:cubicBezTo>
                  <a:lnTo>
                    <a:pt x="95" y="789"/>
                  </a:lnTo>
                  <a:cubicBezTo>
                    <a:pt x="0" y="915"/>
                    <a:pt x="0" y="1135"/>
                    <a:pt x="95" y="1261"/>
                  </a:cubicBezTo>
                  <a:cubicBezTo>
                    <a:pt x="158" y="1340"/>
                    <a:pt x="252" y="1379"/>
                    <a:pt x="343" y="1379"/>
                  </a:cubicBezTo>
                  <a:cubicBezTo>
                    <a:pt x="434" y="1379"/>
                    <a:pt x="520" y="1340"/>
                    <a:pt x="567" y="1261"/>
                  </a:cubicBezTo>
                  <a:lnTo>
                    <a:pt x="1292" y="568"/>
                  </a:lnTo>
                  <a:cubicBezTo>
                    <a:pt x="1418" y="442"/>
                    <a:pt x="1418" y="190"/>
                    <a:pt x="1292" y="96"/>
                  </a:cubicBezTo>
                  <a:cubicBezTo>
                    <a:pt x="1229" y="32"/>
                    <a:pt x="1142" y="1"/>
                    <a:pt x="10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3" name="Google Shape;903;p90"/>
            <p:cNvSpPr/>
            <p:nvPr/>
          </p:nvSpPr>
          <p:spPr>
            <a:xfrm>
              <a:off x="3860400" y="3306025"/>
              <a:ext cx="105550" cy="104800"/>
            </a:xfrm>
            <a:custGeom>
              <a:avLst/>
              <a:gdLst/>
              <a:ahLst/>
              <a:cxnLst/>
              <a:rect l="l" t="t" r="r" b="b"/>
              <a:pathLst>
                <a:path w="4222" h="4192" extrusionOk="0">
                  <a:moveTo>
                    <a:pt x="2489" y="1"/>
                  </a:moveTo>
                  <a:cubicBezTo>
                    <a:pt x="2048" y="1"/>
                    <a:pt x="1639" y="285"/>
                    <a:pt x="1481" y="726"/>
                  </a:cubicBezTo>
                  <a:lnTo>
                    <a:pt x="1418" y="726"/>
                  </a:lnTo>
                  <a:cubicBezTo>
                    <a:pt x="662" y="726"/>
                    <a:pt x="0" y="1356"/>
                    <a:pt x="0" y="2080"/>
                  </a:cubicBezTo>
                  <a:cubicBezTo>
                    <a:pt x="0" y="2836"/>
                    <a:pt x="630" y="3467"/>
                    <a:pt x="1418" y="3467"/>
                  </a:cubicBezTo>
                  <a:lnTo>
                    <a:pt x="1481" y="3467"/>
                  </a:lnTo>
                  <a:cubicBezTo>
                    <a:pt x="1639" y="3845"/>
                    <a:pt x="2017" y="4191"/>
                    <a:pt x="2489" y="4191"/>
                  </a:cubicBezTo>
                  <a:lnTo>
                    <a:pt x="4222" y="4191"/>
                  </a:lnTo>
                  <a:lnTo>
                    <a:pt x="42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4" name="Google Shape;904;p90"/>
            <p:cNvSpPr/>
            <p:nvPr/>
          </p:nvSpPr>
          <p:spPr>
            <a:xfrm>
              <a:off x="4050225" y="3254050"/>
              <a:ext cx="35450" cy="208750"/>
            </a:xfrm>
            <a:custGeom>
              <a:avLst/>
              <a:gdLst/>
              <a:ahLst/>
              <a:cxnLst/>
              <a:rect l="l" t="t" r="r" b="b"/>
              <a:pathLst>
                <a:path w="1418" h="8350" extrusionOk="0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lnTo>
                    <a:pt x="0" y="7625"/>
                  </a:lnTo>
                  <a:cubicBezTo>
                    <a:pt x="0" y="8034"/>
                    <a:pt x="315" y="8349"/>
                    <a:pt x="725" y="8349"/>
                  </a:cubicBezTo>
                  <a:cubicBezTo>
                    <a:pt x="1134" y="8286"/>
                    <a:pt x="1418" y="8003"/>
                    <a:pt x="1418" y="7625"/>
                  </a:cubicBezTo>
                  <a:lnTo>
                    <a:pt x="1418" y="694"/>
                  </a:ln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5" name="Google Shape;905;p90"/>
            <p:cNvSpPr/>
            <p:nvPr/>
          </p:nvSpPr>
          <p:spPr>
            <a:xfrm>
              <a:off x="3912375" y="3426550"/>
              <a:ext cx="51225" cy="69325"/>
            </a:xfrm>
            <a:custGeom>
              <a:avLst/>
              <a:gdLst/>
              <a:ahLst/>
              <a:cxnLst/>
              <a:rect l="l" t="t" r="r" b="b"/>
              <a:pathLst>
                <a:path w="2049" h="2773" extrusionOk="0">
                  <a:moveTo>
                    <a:pt x="1" y="0"/>
                  </a:moveTo>
                  <a:lnTo>
                    <a:pt x="1" y="1764"/>
                  </a:lnTo>
                  <a:cubicBezTo>
                    <a:pt x="1" y="2363"/>
                    <a:pt x="473" y="2773"/>
                    <a:pt x="1040" y="2773"/>
                  </a:cubicBezTo>
                  <a:cubicBezTo>
                    <a:pt x="1607" y="2773"/>
                    <a:pt x="2048" y="2300"/>
                    <a:pt x="2048" y="1764"/>
                  </a:cubicBezTo>
                  <a:lnTo>
                    <a:pt x="2048" y="32"/>
                  </a:lnTo>
                  <a:lnTo>
                    <a:pt x="316" y="32"/>
                  </a:lnTo>
                  <a:cubicBezTo>
                    <a:pt x="253" y="32"/>
                    <a:pt x="127" y="32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6" name="Google Shape;906;p90"/>
            <p:cNvSpPr/>
            <p:nvPr/>
          </p:nvSpPr>
          <p:spPr>
            <a:xfrm>
              <a:off x="3982475" y="3275325"/>
              <a:ext cx="52000" cy="163850"/>
            </a:xfrm>
            <a:custGeom>
              <a:avLst/>
              <a:gdLst/>
              <a:ahLst/>
              <a:cxnLst/>
              <a:rect l="l" t="t" r="r" b="b"/>
              <a:pathLst>
                <a:path w="2080" h="6554" extrusionOk="0">
                  <a:moveTo>
                    <a:pt x="2080" y="0"/>
                  </a:moveTo>
                  <a:lnTo>
                    <a:pt x="1765" y="315"/>
                  </a:lnTo>
                  <a:cubicBezTo>
                    <a:pt x="1292" y="788"/>
                    <a:pt x="662" y="1071"/>
                    <a:pt x="1" y="1166"/>
                  </a:cubicBezTo>
                  <a:lnTo>
                    <a:pt x="1" y="5419"/>
                  </a:lnTo>
                  <a:cubicBezTo>
                    <a:pt x="662" y="5482"/>
                    <a:pt x="1292" y="5766"/>
                    <a:pt x="1765" y="6238"/>
                  </a:cubicBezTo>
                  <a:lnTo>
                    <a:pt x="2080" y="6553"/>
                  </a:lnTo>
                  <a:lnTo>
                    <a:pt x="20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91"/>
          <p:cNvSpPr txBox="1"/>
          <p:nvPr>
            <p:ph type="subTitle" idx="1"/>
          </p:nvPr>
        </p:nvSpPr>
        <p:spPr>
          <a:xfrm>
            <a:off x="3509000" y="16938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</a:t>
            </a:r>
            <a:endParaRPr lang="en-GB"/>
          </a:p>
        </p:txBody>
      </p:sp>
      <p:sp>
        <p:nvSpPr>
          <p:cNvPr id="912" name="Google Shape;912;p91"/>
          <p:cNvSpPr txBox="1"/>
          <p:nvPr>
            <p:ph type="subTitle" idx="2"/>
          </p:nvPr>
        </p:nvSpPr>
        <p:spPr>
          <a:xfrm>
            <a:off x="3509000" y="21100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It’s a planet with very high temperatures</a:t>
            </a:r>
            <a:endParaRPr lang="en-GB"/>
          </a:p>
        </p:txBody>
      </p:sp>
      <p:sp>
        <p:nvSpPr>
          <p:cNvPr id="913" name="Google Shape;913;p91"/>
          <p:cNvSpPr txBox="1"/>
          <p:nvPr>
            <p:ph type="subTitle" idx="3"/>
          </p:nvPr>
        </p:nvSpPr>
        <p:spPr>
          <a:xfrm>
            <a:off x="953025" y="16938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Mercury</a:t>
            </a:r>
            <a:endParaRPr lang="en-GB"/>
          </a:p>
        </p:txBody>
      </p:sp>
      <p:sp>
        <p:nvSpPr>
          <p:cNvPr id="914" name="Google Shape;914;p91"/>
          <p:cNvSpPr txBox="1"/>
          <p:nvPr>
            <p:ph type="subTitle" idx="4"/>
          </p:nvPr>
        </p:nvSpPr>
        <p:spPr>
          <a:xfrm>
            <a:off x="953125" y="21100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It’s the closest planet to the Sun</a:t>
            </a:r>
            <a:endParaRPr lang="en-GB"/>
          </a:p>
        </p:txBody>
      </p:sp>
      <p:sp>
        <p:nvSpPr>
          <p:cNvPr id="915" name="Google Shape;915;p91"/>
          <p:cNvSpPr txBox="1"/>
          <p:nvPr>
            <p:ph type="subTitle" idx="5"/>
          </p:nvPr>
        </p:nvSpPr>
        <p:spPr>
          <a:xfrm>
            <a:off x="6064875" y="16938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</a:t>
            </a:r>
            <a:endParaRPr lang="en-GB"/>
          </a:p>
        </p:txBody>
      </p:sp>
      <p:sp>
        <p:nvSpPr>
          <p:cNvPr id="916" name="Google Shape;916;p91"/>
          <p:cNvSpPr txBox="1"/>
          <p:nvPr>
            <p:ph type="subTitle" idx="6"/>
          </p:nvPr>
        </p:nvSpPr>
        <p:spPr>
          <a:xfrm>
            <a:off x="6064875" y="21100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 is actually a very cold place</a:t>
            </a:r>
            <a:endParaRPr lang="en-GB"/>
          </a:p>
        </p:txBody>
      </p:sp>
      <p:sp>
        <p:nvSpPr>
          <p:cNvPr id="917" name="Google Shape;917;p91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use six columns</a:t>
            </a:r>
            <a:endParaRPr lang="en-GB"/>
          </a:p>
        </p:txBody>
      </p:sp>
      <p:sp>
        <p:nvSpPr>
          <p:cNvPr id="918" name="Google Shape;918;p91"/>
          <p:cNvSpPr txBox="1"/>
          <p:nvPr>
            <p:ph type="subTitle" idx="7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Saturn</a:t>
            </a:r>
            <a:endParaRPr lang="en-GB"/>
          </a:p>
        </p:txBody>
      </p:sp>
      <p:sp>
        <p:nvSpPr>
          <p:cNvPr id="919" name="Google Shape;919;p91"/>
          <p:cNvSpPr txBox="1"/>
          <p:nvPr>
            <p:ph type="subTitle" idx="8"/>
          </p:nvPr>
        </p:nvSpPr>
        <p:spPr>
          <a:xfrm>
            <a:off x="3509025" y="38149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It’s composed of hydrogen and helium</a:t>
            </a:r>
            <a:endParaRPr lang="en-GB"/>
          </a:p>
        </p:txBody>
      </p:sp>
      <p:sp>
        <p:nvSpPr>
          <p:cNvPr id="920" name="Google Shape;920;p91"/>
          <p:cNvSpPr txBox="1"/>
          <p:nvPr>
            <p:ph type="subTitle" idx="9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Jupiter</a:t>
            </a:r>
            <a:endParaRPr lang="en-GB"/>
          </a:p>
        </p:txBody>
      </p:sp>
      <p:sp>
        <p:nvSpPr>
          <p:cNvPr id="921" name="Google Shape;921;p91"/>
          <p:cNvSpPr txBox="1"/>
          <p:nvPr>
            <p:ph type="subTitle" idx="13"/>
          </p:nvPr>
        </p:nvSpPr>
        <p:spPr>
          <a:xfrm>
            <a:off x="953125" y="38149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Jupiter is the biggest planet of them all</a:t>
            </a:r>
            <a:endParaRPr lang="en-GB"/>
          </a:p>
        </p:txBody>
      </p:sp>
      <p:sp>
        <p:nvSpPr>
          <p:cNvPr id="922" name="Google Shape;922;p91"/>
          <p:cNvSpPr txBox="1"/>
          <p:nvPr>
            <p:ph type="subTitle" idx="14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Neptune</a:t>
            </a:r>
            <a:endParaRPr lang="en-GB"/>
          </a:p>
        </p:txBody>
      </p:sp>
      <p:sp>
        <p:nvSpPr>
          <p:cNvPr id="923" name="Google Shape;923;p91"/>
          <p:cNvSpPr txBox="1"/>
          <p:nvPr>
            <p:ph type="subTitle" idx="15"/>
          </p:nvPr>
        </p:nvSpPr>
        <p:spPr>
          <a:xfrm>
            <a:off x="6064875" y="38149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It’s the farthest planet from the Sun</a:t>
            </a:r>
            <a:endParaRPr lang="en-GB"/>
          </a:p>
        </p:txBody>
      </p:sp>
      <p:grpSp>
        <p:nvGrpSpPr>
          <p:cNvPr id="924" name="Google Shape;924;p91"/>
          <p:cNvGrpSpPr/>
          <p:nvPr/>
        </p:nvGrpSpPr>
        <p:grpSpPr>
          <a:xfrm>
            <a:off x="1832439" y="1299969"/>
            <a:ext cx="367261" cy="366364"/>
            <a:chOff x="-64410850" y="4094450"/>
            <a:chExt cx="317425" cy="316650"/>
          </a:xfrm>
        </p:grpSpPr>
        <p:sp>
          <p:nvSpPr>
            <p:cNvPr id="925" name="Google Shape;925;p91"/>
            <p:cNvSpPr/>
            <p:nvPr/>
          </p:nvSpPr>
          <p:spPr>
            <a:xfrm>
              <a:off x="-64410850" y="4348850"/>
              <a:ext cx="317425" cy="62250"/>
            </a:xfrm>
            <a:custGeom>
              <a:avLst/>
              <a:gdLst/>
              <a:ahLst/>
              <a:cxnLst/>
              <a:rect l="l" t="t" r="r" b="b"/>
              <a:pathLst>
                <a:path w="12697" h="2490" extrusionOk="0">
                  <a:moveTo>
                    <a:pt x="3403" y="0"/>
                  </a:moveTo>
                  <a:cubicBezTo>
                    <a:pt x="2741" y="0"/>
                    <a:pt x="2206" y="536"/>
                    <a:pt x="2206" y="1229"/>
                  </a:cubicBezTo>
                  <a:lnTo>
                    <a:pt x="2206" y="1639"/>
                  </a:lnTo>
                  <a:lnTo>
                    <a:pt x="410" y="1639"/>
                  </a:lnTo>
                  <a:cubicBezTo>
                    <a:pt x="189" y="1639"/>
                    <a:pt x="0" y="1859"/>
                    <a:pt x="0" y="2048"/>
                  </a:cubicBezTo>
                  <a:cubicBezTo>
                    <a:pt x="0" y="2269"/>
                    <a:pt x="189" y="2489"/>
                    <a:pt x="410" y="2489"/>
                  </a:cubicBezTo>
                  <a:lnTo>
                    <a:pt x="12287" y="2489"/>
                  </a:lnTo>
                  <a:cubicBezTo>
                    <a:pt x="12508" y="2489"/>
                    <a:pt x="12697" y="2269"/>
                    <a:pt x="12697" y="2048"/>
                  </a:cubicBezTo>
                  <a:cubicBezTo>
                    <a:pt x="12634" y="1859"/>
                    <a:pt x="12445" y="1639"/>
                    <a:pt x="12193" y="1639"/>
                  </a:cubicBezTo>
                  <a:lnTo>
                    <a:pt x="10429" y="1639"/>
                  </a:lnTo>
                  <a:lnTo>
                    <a:pt x="10429" y="1229"/>
                  </a:lnTo>
                  <a:cubicBezTo>
                    <a:pt x="10429" y="536"/>
                    <a:pt x="9861" y="0"/>
                    <a:pt x="9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6" name="Google Shape;926;p91"/>
            <p:cNvSpPr/>
            <p:nvPr/>
          </p:nvSpPr>
          <p:spPr>
            <a:xfrm>
              <a:off x="-64315550" y="4094450"/>
              <a:ext cx="122100" cy="192200"/>
            </a:xfrm>
            <a:custGeom>
              <a:avLst/>
              <a:gdLst/>
              <a:ahLst/>
              <a:cxnLst/>
              <a:rect l="l" t="t" r="r" b="b"/>
              <a:pathLst>
                <a:path w="4884" h="7688" extrusionOk="0">
                  <a:moveTo>
                    <a:pt x="2489" y="0"/>
                  </a:moveTo>
                  <a:cubicBezTo>
                    <a:pt x="2269" y="0"/>
                    <a:pt x="2080" y="189"/>
                    <a:pt x="2080" y="410"/>
                  </a:cubicBezTo>
                  <a:lnTo>
                    <a:pt x="2080" y="819"/>
                  </a:lnTo>
                  <a:lnTo>
                    <a:pt x="1639" y="819"/>
                  </a:lnTo>
                  <a:cubicBezTo>
                    <a:pt x="1418" y="819"/>
                    <a:pt x="1261" y="1040"/>
                    <a:pt x="1261" y="1229"/>
                  </a:cubicBezTo>
                  <a:cubicBezTo>
                    <a:pt x="1261" y="1450"/>
                    <a:pt x="1450" y="1670"/>
                    <a:pt x="1639" y="1670"/>
                  </a:cubicBezTo>
                  <a:lnTo>
                    <a:pt x="2080" y="1670"/>
                  </a:lnTo>
                  <a:lnTo>
                    <a:pt x="2080" y="2489"/>
                  </a:lnTo>
                  <a:lnTo>
                    <a:pt x="1481" y="2489"/>
                  </a:lnTo>
                  <a:cubicBezTo>
                    <a:pt x="820" y="2489"/>
                    <a:pt x="347" y="3151"/>
                    <a:pt x="599" y="3781"/>
                  </a:cubicBezTo>
                  <a:cubicBezTo>
                    <a:pt x="662" y="3970"/>
                    <a:pt x="694" y="4222"/>
                    <a:pt x="788" y="4411"/>
                  </a:cubicBezTo>
                  <a:lnTo>
                    <a:pt x="473" y="4411"/>
                  </a:lnTo>
                  <a:cubicBezTo>
                    <a:pt x="221" y="4411"/>
                    <a:pt x="63" y="4632"/>
                    <a:pt x="63" y="4821"/>
                  </a:cubicBezTo>
                  <a:cubicBezTo>
                    <a:pt x="0" y="5010"/>
                    <a:pt x="158" y="5199"/>
                    <a:pt x="379" y="5199"/>
                  </a:cubicBezTo>
                  <a:lnTo>
                    <a:pt x="820" y="5199"/>
                  </a:lnTo>
                  <a:cubicBezTo>
                    <a:pt x="851" y="6081"/>
                    <a:pt x="694" y="6900"/>
                    <a:pt x="316" y="7687"/>
                  </a:cubicBezTo>
                  <a:lnTo>
                    <a:pt x="4569" y="7687"/>
                  </a:lnTo>
                  <a:cubicBezTo>
                    <a:pt x="4159" y="6900"/>
                    <a:pt x="4002" y="6081"/>
                    <a:pt x="4065" y="5199"/>
                  </a:cubicBezTo>
                  <a:lnTo>
                    <a:pt x="4474" y="5199"/>
                  </a:lnTo>
                  <a:cubicBezTo>
                    <a:pt x="4726" y="5199"/>
                    <a:pt x="4884" y="5010"/>
                    <a:pt x="4884" y="4821"/>
                  </a:cubicBezTo>
                  <a:cubicBezTo>
                    <a:pt x="4884" y="4568"/>
                    <a:pt x="4695" y="4411"/>
                    <a:pt x="4474" y="4411"/>
                  </a:cubicBezTo>
                  <a:lnTo>
                    <a:pt x="4159" y="4411"/>
                  </a:lnTo>
                  <a:cubicBezTo>
                    <a:pt x="4222" y="4222"/>
                    <a:pt x="4285" y="3970"/>
                    <a:pt x="4380" y="3781"/>
                  </a:cubicBezTo>
                  <a:cubicBezTo>
                    <a:pt x="4600" y="3151"/>
                    <a:pt x="4128" y="2489"/>
                    <a:pt x="3466" y="2489"/>
                  </a:cubicBezTo>
                  <a:lnTo>
                    <a:pt x="2867" y="2489"/>
                  </a:lnTo>
                  <a:lnTo>
                    <a:pt x="2867" y="1670"/>
                  </a:lnTo>
                  <a:lnTo>
                    <a:pt x="3309" y="1670"/>
                  </a:lnTo>
                  <a:cubicBezTo>
                    <a:pt x="3561" y="1670"/>
                    <a:pt x="3687" y="1450"/>
                    <a:pt x="3687" y="1229"/>
                  </a:cubicBezTo>
                  <a:cubicBezTo>
                    <a:pt x="3687" y="977"/>
                    <a:pt x="3498" y="819"/>
                    <a:pt x="3309" y="819"/>
                  </a:cubicBezTo>
                  <a:lnTo>
                    <a:pt x="2867" y="819"/>
                  </a:lnTo>
                  <a:lnTo>
                    <a:pt x="2867" y="410"/>
                  </a:lnTo>
                  <a:cubicBezTo>
                    <a:pt x="2867" y="158"/>
                    <a:pt x="2678" y="0"/>
                    <a:pt x="2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7" name="Google Shape;927;p91"/>
            <p:cNvSpPr/>
            <p:nvPr/>
          </p:nvSpPr>
          <p:spPr>
            <a:xfrm>
              <a:off x="-64335250" y="4307100"/>
              <a:ext cx="161500" cy="21300"/>
            </a:xfrm>
            <a:custGeom>
              <a:avLst/>
              <a:gdLst/>
              <a:ahLst/>
              <a:cxnLst/>
              <a:rect l="l" t="t" r="r" b="b"/>
              <a:pathLst>
                <a:path w="6460" h="852" extrusionOk="0">
                  <a:moveTo>
                    <a:pt x="1167" y="1"/>
                  </a:moveTo>
                  <a:cubicBezTo>
                    <a:pt x="631" y="1"/>
                    <a:pt x="190" y="379"/>
                    <a:pt x="1" y="851"/>
                  </a:cubicBezTo>
                  <a:lnTo>
                    <a:pt x="6459" y="851"/>
                  </a:lnTo>
                  <a:cubicBezTo>
                    <a:pt x="6302" y="379"/>
                    <a:pt x="5861" y="1"/>
                    <a:pt x="53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28" name="Google Shape;928;p91"/>
          <p:cNvGrpSpPr/>
          <p:nvPr/>
        </p:nvGrpSpPr>
        <p:grpSpPr>
          <a:xfrm>
            <a:off x="6952028" y="3047788"/>
            <a:ext cx="351786" cy="326274"/>
            <a:chOff x="-62511900" y="4129100"/>
            <a:chExt cx="304050" cy="282000"/>
          </a:xfrm>
        </p:grpSpPr>
        <p:sp>
          <p:nvSpPr>
            <p:cNvPr id="929" name="Google Shape;929;p91"/>
            <p:cNvSpPr/>
            <p:nvPr/>
          </p:nvSpPr>
          <p:spPr>
            <a:xfrm>
              <a:off x="-62414225" y="4203925"/>
              <a:ext cx="206375" cy="207175"/>
            </a:xfrm>
            <a:custGeom>
              <a:avLst/>
              <a:gdLst/>
              <a:ahLst/>
              <a:cxnLst/>
              <a:rect l="l" t="t" r="r" b="b"/>
              <a:pathLst>
                <a:path w="8255" h="8287" extrusionOk="0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0" name="Google Shape;930;p91"/>
            <p:cNvSpPr/>
            <p:nvPr/>
          </p:nvSpPr>
          <p:spPr>
            <a:xfrm>
              <a:off x="-62511100" y="4129100"/>
              <a:ext cx="159900" cy="74850"/>
            </a:xfrm>
            <a:custGeom>
              <a:avLst/>
              <a:gdLst/>
              <a:ahLst/>
              <a:cxnLst/>
              <a:rect l="l" t="t" r="r" b="b"/>
              <a:pathLst>
                <a:path w="6396" h="2994" extrusionOk="0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1" name="Google Shape;931;p91"/>
            <p:cNvSpPr/>
            <p:nvPr/>
          </p:nvSpPr>
          <p:spPr>
            <a:xfrm>
              <a:off x="-62511100" y="4207075"/>
              <a:ext cx="110275" cy="59875"/>
            </a:xfrm>
            <a:custGeom>
              <a:avLst/>
              <a:gdLst/>
              <a:ahLst/>
              <a:cxnLst/>
              <a:rect l="l" t="t" r="r" b="b"/>
              <a:pathLst>
                <a:path w="4411" h="2395" extrusionOk="0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2" name="Google Shape;932;p91"/>
            <p:cNvSpPr/>
            <p:nvPr/>
          </p:nvSpPr>
          <p:spPr>
            <a:xfrm>
              <a:off x="-62511100" y="4329950"/>
              <a:ext cx="106350" cy="59875"/>
            </a:xfrm>
            <a:custGeom>
              <a:avLst/>
              <a:gdLst/>
              <a:ahLst/>
              <a:cxnLst/>
              <a:rect l="l" t="t" r="r" b="b"/>
              <a:pathLst>
                <a:path w="4254" h="2395" extrusionOk="0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3" name="Google Shape;933;p91"/>
            <p:cNvSpPr/>
            <p:nvPr/>
          </p:nvSpPr>
          <p:spPr>
            <a:xfrm>
              <a:off x="-62511900" y="4268500"/>
              <a:ext cx="78000" cy="60675"/>
            </a:xfrm>
            <a:custGeom>
              <a:avLst/>
              <a:gdLst/>
              <a:ahLst/>
              <a:cxnLst/>
              <a:rect l="l" t="t" r="r" b="b"/>
              <a:pathLst>
                <a:path w="3120" h="2427" extrusionOk="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34" name="Google Shape;934;p91"/>
          <p:cNvGrpSpPr/>
          <p:nvPr/>
        </p:nvGrpSpPr>
        <p:grpSpPr>
          <a:xfrm>
            <a:off x="4400245" y="3023839"/>
            <a:ext cx="343669" cy="348916"/>
            <a:chOff x="-59400775" y="4084200"/>
            <a:chExt cx="311125" cy="315875"/>
          </a:xfrm>
        </p:grpSpPr>
        <p:sp>
          <p:nvSpPr>
            <p:cNvPr id="935" name="Google Shape;935;p91"/>
            <p:cNvSpPr/>
            <p:nvPr/>
          </p:nvSpPr>
          <p:spPr>
            <a:xfrm>
              <a:off x="-59400775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796" y="851"/>
                  </a:moveTo>
                  <a:cubicBezTo>
                    <a:pt x="2048" y="851"/>
                    <a:pt x="2237" y="1071"/>
                    <a:pt x="2237" y="1260"/>
                  </a:cubicBezTo>
                  <a:cubicBezTo>
                    <a:pt x="2237" y="1449"/>
                    <a:pt x="2048" y="1701"/>
                    <a:pt x="1796" y="1701"/>
                  </a:cubicBezTo>
                  <a:cubicBezTo>
                    <a:pt x="1576" y="1701"/>
                    <a:pt x="1418" y="1481"/>
                    <a:pt x="1418" y="1260"/>
                  </a:cubicBezTo>
                  <a:cubicBezTo>
                    <a:pt x="1418" y="1008"/>
                    <a:pt x="1576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29" y="3308"/>
                  </a:cubicBezTo>
                  <a:lnTo>
                    <a:pt x="2332" y="3308"/>
                  </a:lnTo>
                  <a:cubicBezTo>
                    <a:pt x="2993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6" name="Google Shape;936;p91"/>
            <p:cNvSpPr/>
            <p:nvPr/>
          </p:nvSpPr>
          <p:spPr>
            <a:xfrm>
              <a:off x="-59400000" y="4084200"/>
              <a:ext cx="89825" cy="212700"/>
            </a:xfrm>
            <a:custGeom>
              <a:avLst/>
              <a:gdLst/>
              <a:ahLst/>
              <a:cxnLst/>
              <a:rect l="l" t="t" r="r" b="b"/>
              <a:pathLst>
                <a:path w="3593" h="8508" extrusionOk="0">
                  <a:moveTo>
                    <a:pt x="1734" y="1607"/>
                  </a:moveTo>
                  <a:cubicBezTo>
                    <a:pt x="1923" y="1607"/>
                    <a:pt x="2175" y="1797"/>
                    <a:pt x="2175" y="2049"/>
                  </a:cubicBezTo>
                  <a:lnTo>
                    <a:pt x="2175" y="7278"/>
                  </a:lnTo>
                  <a:cubicBezTo>
                    <a:pt x="2175" y="7499"/>
                    <a:pt x="1986" y="7656"/>
                    <a:pt x="1734" y="7656"/>
                  </a:cubicBezTo>
                  <a:cubicBezTo>
                    <a:pt x="1513" y="7656"/>
                    <a:pt x="1356" y="7467"/>
                    <a:pt x="1356" y="7278"/>
                  </a:cubicBezTo>
                  <a:lnTo>
                    <a:pt x="1356" y="2049"/>
                  </a:lnTo>
                  <a:cubicBezTo>
                    <a:pt x="1356" y="1797"/>
                    <a:pt x="1545" y="1607"/>
                    <a:pt x="1734" y="1607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36"/>
                    <a:pt x="1" y="1198"/>
                  </a:cubicBezTo>
                  <a:lnTo>
                    <a:pt x="1" y="8507"/>
                  </a:lnTo>
                  <a:lnTo>
                    <a:pt x="3593" y="8507"/>
                  </a:lnTo>
                  <a:lnTo>
                    <a:pt x="3593" y="1198"/>
                  </a:lnTo>
                  <a:cubicBezTo>
                    <a:pt x="3561" y="536"/>
                    <a:pt x="2994" y="1"/>
                    <a:pt x="23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7" name="Google Shape;937;p91"/>
            <p:cNvSpPr/>
            <p:nvPr/>
          </p:nvSpPr>
          <p:spPr>
            <a:xfrm>
              <a:off x="-59290500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796" y="851"/>
                  </a:moveTo>
                  <a:cubicBezTo>
                    <a:pt x="2048" y="851"/>
                    <a:pt x="2205" y="1071"/>
                    <a:pt x="2205" y="1260"/>
                  </a:cubicBezTo>
                  <a:cubicBezTo>
                    <a:pt x="2205" y="1449"/>
                    <a:pt x="2016" y="1701"/>
                    <a:pt x="1796" y="1701"/>
                  </a:cubicBezTo>
                  <a:cubicBezTo>
                    <a:pt x="1575" y="1701"/>
                    <a:pt x="1386" y="1481"/>
                    <a:pt x="1386" y="1260"/>
                  </a:cubicBezTo>
                  <a:cubicBezTo>
                    <a:pt x="1386" y="1008"/>
                    <a:pt x="1575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60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8" name="Google Shape;938;p91"/>
            <p:cNvSpPr/>
            <p:nvPr/>
          </p:nvSpPr>
          <p:spPr>
            <a:xfrm>
              <a:off x="-59290500" y="4084200"/>
              <a:ext cx="89800" cy="212700"/>
            </a:xfrm>
            <a:custGeom>
              <a:avLst/>
              <a:gdLst/>
              <a:ahLst/>
              <a:cxnLst/>
              <a:rect l="l" t="t" r="r" b="b"/>
              <a:pathLst>
                <a:path w="3592" h="8508" extrusionOk="0">
                  <a:moveTo>
                    <a:pt x="1796" y="1607"/>
                  </a:moveTo>
                  <a:cubicBezTo>
                    <a:pt x="2048" y="1607"/>
                    <a:pt x="2205" y="1797"/>
                    <a:pt x="2205" y="2049"/>
                  </a:cubicBezTo>
                  <a:lnTo>
                    <a:pt x="2205" y="7278"/>
                  </a:lnTo>
                  <a:cubicBezTo>
                    <a:pt x="2205" y="7499"/>
                    <a:pt x="2016" y="7656"/>
                    <a:pt x="1796" y="7656"/>
                  </a:cubicBezTo>
                  <a:cubicBezTo>
                    <a:pt x="1607" y="7656"/>
                    <a:pt x="1386" y="7467"/>
                    <a:pt x="1386" y="7278"/>
                  </a:cubicBezTo>
                  <a:lnTo>
                    <a:pt x="1386" y="2049"/>
                  </a:lnTo>
                  <a:cubicBezTo>
                    <a:pt x="1386" y="1797"/>
                    <a:pt x="1575" y="1607"/>
                    <a:pt x="1796" y="1607"/>
                  </a:cubicBezTo>
                  <a:close/>
                  <a:moveTo>
                    <a:pt x="1260" y="1"/>
                  </a:moveTo>
                  <a:cubicBezTo>
                    <a:pt x="599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92" y="536"/>
                    <a:pt x="3025" y="1"/>
                    <a:pt x="23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39" name="Google Shape;939;p91"/>
            <p:cNvSpPr/>
            <p:nvPr/>
          </p:nvSpPr>
          <p:spPr>
            <a:xfrm>
              <a:off x="-59181025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828" y="851"/>
                  </a:moveTo>
                  <a:cubicBezTo>
                    <a:pt x="2080" y="851"/>
                    <a:pt x="2269" y="1071"/>
                    <a:pt x="2269" y="1260"/>
                  </a:cubicBezTo>
                  <a:cubicBezTo>
                    <a:pt x="2269" y="1449"/>
                    <a:pt x="2080" y="1701"/>
                    <a:pt x="1828" y="1701"/>
                  </a:cubicBezTo>
                  <a:cubicBezTo>
                    <a:pt x="1607" y="1701"/>
                    <a:pt x="1450" y="1481"/>
                    <a:pt x="1450" y="1260"/>
                  </a:cubicBezTo>
                  <a:cubicBezTo>
                    <a:pt x="1450" y="1008"/>
                    <a:pt x="1607" y="851"/>
                    <a:pt x="1828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lnTo>
                    <a:pt x="32" y="2079"/>
                  </a:lnTo>
                  <a:cubicBezTo>
                    <a:pt x="32" y="2741"/>
                    <a:pt x="567" y="3308"/>
                    <a:pt x="1261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0" name="Google Shape;940;p91"/>
            <p:cNvSpPr/>
            <p:nvPr/>
          </p:nvSpPr>
          <p:spPr>
            <a:xfrm>
              <a:off x="-59179450" y="4084200"/>
              <a:ext cx="89800" cy="212700"/>
            </a:xfrm>
            <a:custGeom>
              <a:avLst/>
              <a:gdLst/>
              <a:ahLst/>
              <a:cxnLst/>
              <a:rect l="l" t="t" r="r" b="b"/>
              <a:pathLst>
                <a:path w="3592" h="8508" extrusionOk="0">
                  <a:moveTo>
                    <a:pt x="1733" y="1607"/>
                  </a:moveTo>
                  <a:cubicBezTo>
                    <a:pt x="1922" y="1607"/>
                    <a:pt x="2174" y="1797"/>
                    <a:pt x="2174" y="2049"/>
                  </a:cubicBezTo>
                  <a:lnTo>
                    <a:pt x="2174" y="7278"/>
                  </a:lnTo>
                  <a:cubicBezTo>
                    <a:pt x="2174" y="7499"/>
                    <a:pt x="1985" y="7656"/>
                    <a:pt x="1733" y="7656"/>
                  </a:cubicBezTo>
                  <a:cubicBezTo>
                    <a:pt x="1513" y="7656"/>
                    <a:pt x="1355" y="7467"/>
                    <a:pt x="1355" y="7278"/>
                  </a:cubicBezTo>
                  <a:lnTo>
                    <a:pt x="1355" y="2049"/>
                  </a:lnTo>
                  <a:cubicBezTo>
                    <a:pt x="1355" y="1797"/>
                    <a:pt x="1544" y="1607"/>
                    <a:pt x="1733" y="1607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60" y="536"/>
                    <a:pt x="2993" y="1"/>
                    <a:pt x="23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41" name="Google Shape;941;p91"/>
          <p:cNvGrpSpPr/>
          <p:nvPr/>
        </p:nvGrpSpPr>
        <p:grpSpPr>
          <a:xfrm>
            <a:off x="6944450" y="1300410"/>
            <a:ext cx="310770" cy="365467"/>
            <a:chOff x="-60232500" y="4101525"/>
            <a:chExt cx="268600" cy="315875"/>
          </a:xfrm>
        </p:grpSpPr>
        <p:sp>
          <p:nvSpPr>
            <p:cNvPr id="942" name="Google Shape;942;p91"/>
            <p:cNvSpPr/>
            <p:nvPr/>
          </p:nvSpPr>
          <p:spPr>
            <a:xfrm>
              <a:off x="-60222275" y="4273225"/>
              <a:ext cx="63025" cy="144175"/>
            </a:xfrm>
            <a:custGeom>
              <a:avLst/>
              <a:gdLst/>
              <a:ahLst/>
              <a:cxnLst/>
              <a:rect l="l" t="t" r="r" b="b"/>
              <a:pathLst>
                <a:path w="2521" h="5767" extrusionOk="0">
                  <a:moveTo>
                    <a:pt x="1261" y="1"/>
                  </a:moveTo>
                  <a:cubicBezTo>
                    <a:pt x="1072" y="1"/>
                    <a:pt x="851" y="190"/>
                    <a:pt x="851" y="379"/>
                  </a:cubicBezTo>
                  <a:lnTo>
                    <a:pt x="851" y="662"/>
                  </a:lnTo>
                  <a:cubicBezTo>
                    <a:pt x="379" y="820"/>
                    <a:pt x="1" y="1293"/>
                    <a:pt x="1" y="1828"/>
                  </a:cubicBezTo>
                  <a:cubicBezTo>
                    <a:pt x="1" y="2521"/>
                    <a:pt x="568" y="2899"/>
                    <a:pt x="1009" y="3214"/>
                  </a:cubicBezTo>
                  <a:cubicBezTo>
                    <a:pt x="1324" y="3466"/>
                    <a:pt x="1671" y="3687"/>
                    <a:pt x="1671" y="3939"/>
                  </a:cubicBezTo>
                  <a:cubicBezTo>
                    <a:pt x="1671" y="4160"/>
                    <a:pt x="1482" y="4349"/>
                    <a:pt x="1261" y="4349"/>
                  </a:cubicBezTo>
                  <a:cubicBezTo>
                    <a:pt x="1072" y="4349"/>
                    <a:pt x="851" y="4160"/>
                    <a:pt x="851" y="3939"/>
                  </a:cubicBezTo>
                  <a:cubicBezTo>
                    <a:pt x="851" y="3687"/>
                    <a:pt x="631" y="3529"/>
                    <a:pt x="442" y="3529"/>
                  </a:cubicBezTo>
                  <a:cubicBezTo>
                    <a:pt x="253" y="3529"/>
                    <a:pt x="64" y="3718"/>
                    <a:pt x="64" y="3939"/>
                  </a:cubicBezTo>
                  <a:cubicBezTo>
                    <a:pt x="64" y="4475"/>
                    <a:pt x="410" y="4916"/>
                    <a:pt x="883" y="5105"/>
                  </a:cubicBezTo>
                  <a:lnTo>
                    <a:pt x="883" y="5388"/>
                  </a:lnTo>
                  <a:cubicBezTo>
                    <a:pt x="883" y="5609"/>
                    <a:pt x="1072" y="5766"/>
                    <a:pt x="1324" y="5766"/>
                  </a:cubicBezTo>
                  <a:cubicBezTo>
                    <a:pt x="1545" y="5766"/>
                    <a:pt x="1702" y="5577"/>
                    <a:pt x="1702" y="5388"/>
                  </a:cubicBezTo>
                  <a:lnTo>
                    <a:pt x="1702" y="5105"/>
                  </a:lnTo>
                  <a:cubicBezTo>
                    <a:pt x="2175" y="4947"/>
                    <a:pt x="2521" y="4475"/>
                    <a:pt x="2521" y="3939"/>
                  </a:cubicBezTo>
                  <a:cubicBezTo>
                    <a:pt x="2521" y="3246"/>
                    <a:pt x="1986" y="2868"/>
                    <a:pt x="1545" y="2553"/>
                  </a:cubicBezTo>
                  <a:cubicBezTo>
                    <a:pt x="1229" y="2301"/>
                    <a:pt x="883" y="2080"/>
                    <a:pt x="883" y="1828"/>
                  </a:cubicBezTo>
                  <a:cubicBezTo>
                    <a:pt x="883" y="1608"/>
                    <a:pt x="1072" y="1450"/>
                    <a:pt x="1261" y="1450"/>
                  </a:cubicBezTo>
                  <a:cubicBezTo>
                    <a:pt x="1513" y="1450"/>
                    <a:pt x="1671" y="1639"/>
                    <a:pt x="1671" y="1828"/>
                  </a:cubicBezTo>
                  <a:cubicBezTo>
                    <a:pt x="1671" y="2080"/>
                    <a:pt x="1860" y="2269"/>
                    <a:pt x="2112" y="2269"/>
                  </a:cubicBezTo>
                  <a:cubicBezTo>
                    <a:pt x="2332" y="2269"/>
                    <a:pt x="2490" y="2080"/>
                    <a:pt x="2490" y="1828"/>
                  </a:cubicBezTo>
                  <a:cubicBezTo>
                    <a:pt x="2490" y="1293"/>
                    <a:pt x="2143" y="852"/>
                    <a:pt x="1671" y="662"/>
                  </a:cubicBezTo>
                  <a:lnTo>
                    <a:pt x="1671" y="379"/>
                  </a:lnTo>
                  <a:cubicBezTo>
                    <a:pt x="1671" y="158"/>
                    <a:pt x="1482" y="1"/>
                    <a:pt x="12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3" name="Google Shape;943;p91"/>
            <p:cNvSpPr/>
            <p:nvPr/>
          </p:nvSpPr>
          <p:spPr>
            <a:xfrm>
              <a:off x="-60232500" y="4101525"/>
              <a:ext cx="268600" cy="315875"/>
            </a:xfrm>
            <a:custGeom>
              <a:avLst/>
              <a:gdLst/>
              <a:ahLst/>
              <a:cxnLst/>
              <a:rect l="l" t="t" r="r" b="b"/>
              <a:pathLst>
                <a:path w="10744" h="12635" extrusionOk="0">
                  <a:moveTo>
                    <a:pt x="5356" y="1"/>
                  </a:moveTo>
                  <a:cubicBezTo>
                    <a:pt x="5104" y="1"/>
                    <a:pt x="4946" y="190"/>
                    <a:pt x="4946" y="410"/>
                  </a:cubicBezTo>
                  <a:lnTo>
                    <a:pt x="4946" y="820"/>
                  </a:lnTo>
                  <a:cubicBezTo>
                    <a:pt x="2206" y="1041"/>
                    <a:pt x="0" y="3340"/>
                    <a:pt x="0" y="6176"/>
                  </a:cubicBezTo>
                  <a:lnTo>
                    <a:pt x="0" y="6585"/>
                  </a:lnTo>
                  <a:lnTo>
                    <a:pt x="32" y="6585"/>
                  </a:lnTo>
                  <a:cubicBezTo>
                    <a:pt x="32" y="6806"/>
                    <a:pt x="221" y="6963"/>
                    <a:pt x="473" y="6963"/>
                  </a:cubicBezTo>
                  <a:cubicBezTo>
                    <a:pt x="693" y="6963"/>
                    <a:pt x="851" y="6774"/>
                    <a:pt x="851" y="6585"/>
                  </a:cubicBezTo>
                  <a:cubicBezTo>
                    <a:pt x="851" y="6113"/>
                    <a:pt x="1197" y="5766"/>
                    <a:pt x="1701" y="5766"/>
                  </a:cubicBezTo>
                  <a:cubicBezTo>
                    <a:pt x="2174" y="5766"/>
                    <a:pt x="2521" y="6113"/>
                    <a:pt x="2521" y="6585"/>
                  </a:cubicBezTo>
                  <a:cubicBezTo>
                    <a:pt x="2521" y="6806"/>
                    <a:pt x="2710" y="6963"/>
                    <a:pt x="2899" y="6963"/>
                  </a:cubicBezTo>
                  <a:cubicBezTo>
                    <a:pt x="3119" y="6963"/>
                    <a:pt x="3308" y="6774"/>
                    <a:pt x="3308" y="6585"/>
                  </a:cubicBezTo>
                  <a:cubicBezTo>
                    <a:pt x="3308" y="6113"/>
                    <a:pt x="3655" y="5766"/>
                    <a:pt x="4127" y="5766"/>
                  </a:cubicBezTo>
                  <a:cubicBezTo>
                    <a:pt x="4600" y="5766"/>
                    <a:pt x="4946" y="6113"/>
                    <a:pt x="4946" y="6585"/>
                  </a:cubicBezTo>
                  <a:lnTo>
                    <a:pt x="4946" y="11437"/>
                  </a:lnTo>
                  <a:cubicBezTo>
                    <a:pt x="4946" y="12099"/>
                    <a:pt x="5514" y="12634"/>
                    <a:pt x="6175" y="12634"/>
                  </a:cubicBezTo>
                  <a:cubicBezTo>
                    <a:pt x="6837" y="12634"/>
                    <a:pt x="7404" y="12099"/>
                    <a:pt x="7404" y="11437"/>
                  </a:cubicBezTo>
                  <a:lnTo>
                    <a:pt x="7404" y="10586"/>
                  </a:lnTo>
                  <a:cubicBezTo>
                    <a:pt x="7404" y="10366"/>
                    <a:pt x="7215" y="10208"/>
                    <a:pt x="6994" y="10208"/>
                  </a:cubicBezTo>
                  <a:cubicBezTo>
                    <a:pt x="6805" y="10208"/>
                    <a:pt x="6616" y="10397"/>
                    <a:pt x="6616" y="10586"/>
                  </a:cubicBezTo>
                  <a:lnTo>
                    <a:pt x="6616" y="11437"/>
                  </a:lnTo>
                  <a:cubicBezTo>
                    <a:pt x="6616" y="11658"/>
                    <a:pt x="6427" y="11815"/>
                    <a:pt x="6175" y="11815"/>
                  </a:cubicBezTo>
                  <a:cubicBezTo>
                    <a:pt x="5955" y="11815"/>
                    <a:pt x="5797" y="11626"/>
                    <a:pt x="5797" y="11437"/>
                  </a:cubicBezTo>
                  <a:lnTo>
                    <a:pt x="5797" y="6585"/>
                  </a:lnTo>
                  <a:cubicBezTo>
                    <a:pt x="5797" y="6113"/>
                    <a:pt x="6144" y="5766"/>
                    <a:pt x="6616" y="5766"/>
                  </a:cubicBezTo>
                  <a:cubicBezTo>
                    <a:pt x="7089" y="5766"/>
                    <a:pt x="7435" y="6113"/>
                    <a:pt x="7435" y="6585"/>
                  </a:cubicBezTo>
                  <a:cubicBezTo>
                    <a:pt x="7435" y="6806"/>
                    <a:pt x="7624" y="6963"/>
                    <a:pt x="7876" y="6963"/>
                  </a:cubicBezTo>
                  <a:cubicBezTo>
                    <a:pt x="8097" y="6963"/>
                    <a:pt x="8255" y="6774"/>
                    <a:pt x="8255" y="6585"/>
                  </a:cubicBezTo>
                  <a:cubicBezTo>
                    <a:pt x="8255" y="6113"/>
                    <a:pt x="8633" y="5766"/>
                    <a:pt x="9105" y="5766"/>
                  </a:cubicBezTo>
                  <a:cubicBezTo>
                    <a:pt x="9578" y="5766"/>
                    <a:pt x="9924" y="6113"/>
                    <a:pt x="9924" y="6585"/>
                  </a:cubicBezTo>
                  <a:cubicBezTo>
                    <a:pt x="9924" y="6806"/>
                    <a:pt x="10113" y="6963"/>
                    <a:pt x="10302" y="6963"/>
                  </a:cubicBezTo>
                  <a:cubicBezTo>
                    <a:pt x="10523" y="6963"/>
                    <a:pt x="10743" y="6774"/>
                    <a:pt x="10743" y="6585"/>
                  </a:cubicBezTo>
                  <a:lnTo>
                    <a:pt x="10743" y="6176"/>
                  </a:lnTo>
                  <a:cubicBezTo>
                    <a:pt x="10743" y="3340"/>
                    <a:pt x="8538" y="1041"/>
                    <a:pt x="5797" y="820"/>
                  </a:cubicBezTo>
                  <a:lnTo>
                    <a:pt x="5797" y="410"/>
                  </a:lnTo>
                  <a:cubicBezTo>
                    <a:pt x="5797" y="158"/>
                    <a:pt x="5577" y="1"/>
                    <a:pt x="53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44" name="Google Shape;944;p91"/>
          <p:cNvSpPr/>
          <p:nvPr/>
        </p:nvSpPr>
        <p:spPr>
          <a:xfrm>
            <a:off x="4387978" y="1377518"/>
            <a:ext cx="368186" cy="287081"/>
          </a:xfrm>
          <a:custGeom>
            <a:avLst/>
            <a:gdLst/>
            <a:ahLst/>
            <a:cxnLst/>
            <a:rect l="l" t="t" r="r" b="b"/>
            <a:pathLst>
              <a:path w="12729" h="9925" extrusionOk="0">
                <a:moveTo>
                  <a:pt x="925" y="3644"/>
                </a:moveTo>
                <a:cubicBezTo>
                  <a:pt x="944" y="3644"/>
                  <a:pt x="963" y="3648"/>
                  <a:pt x="978" y="3655"/>
                </a:cubicBezTo>
                <a:lnTo>
                  <a:pt x="1608" y="3970"/>
                </a:lnTo>
                <a:lnTo>
                  <a:pt x="1608" y="5924"/>
                </a:lnTo>
                <a:lnTo>
                  <a:pt x="978" y="6239"/>
                </a:lnTo>
                <a:cubicBezTo>
                  <a:pt x="960" y="6256"/>
                  <a:pt x="937" y="6264"/>
                  <a:pt x="914" y="6264"/>
                </a:cubicBezTo>
                <a:cubicBezTo>
                  <a:pt x="854" y="6264"/>
                  <a:pt x="788" y="6212"/>
                  <a:pt x="788" y="6144"/>
                </a:cubicBezTo>
                <a:lnTo>
                  <a:pt x="788" y="3781"/>
                </a:lnTo>
                <a:cubicBezTo>
                  <a:pt x="788" y="3685"/>
                  <a:pt x="862" y="3644"/>
                  <a:pt x="925" y="3644"/>
                </a:cubicBezTo>
                <a:close/>
                <a:moveTo>
                  <a:pt x="4128" y="7184"/>
                </a:moveTo>
                <a:lnTo>
                  <a:pt x="6963" y="8035"/>
                </a:lnTo>
                <a:cubicBezTo>
                  <a:pt x="6648" y="8507"/>
                  <a:pt x="6176" y="8759"/>
                  <a:pt x="5640" y="8759"/>
                </a:cubicBezTo>
                <a:cubicBezTo>
                  <a:pt x="4821" y="8759"/>
                  <a:pt x="4097" y="8066"/>
                  <a:pt x="4128" y="7184"/>
                </a:cubicBezTo>
                <a:close/>
                <a:moveTo>
                  <a:pt x="11374" y="820"/>
                </a:moveTo>
                <a:cubicBezTo>
                  <a:pt x="11626" y="820"/>
                  <a:pt x="11815" y="1009"/>
                  <a:pt x="11815" y="1198"/>
                </a:cubicBezTo>
                <a:lnTo>
                  <a:pt x="11815" y="8665"/>
                </a:lnTo>
                <a:cubicBezTo>
                  <a:pt x="11815" y="8885"/>
                  <a:pt x="11626" y="9043"/>
                  <a:pt x="11374" y="9043"/>
                </a:cubicBezTo>
                <a:cubicBezTo>
                  <a:pt x="11154" y="9043"/>
                  <a:pt x="10996" y="8854"/>
                  <a:pt x="10996" y="8665"/>
                </a:cubicBezTo>
                <a:lnTo>
                  <a:pt x="10996" y="1198"/>
                </a:lnTo>
                <a:cubicBezTo>
                  <a:pt x="10996" y="977"/>
                  <a:pt x="11185" y="820"/>
                  <a:pt x="11374" y="820"/>
                </a:cubicBezTo>
                <a:close/>
                <a:moveTo>
                  <a:pt x="11437" y="1"/>
                </a:moveTo>
                <a:cubicBezTo>
                  <a:pt x="10870" y="1"/>
                  <a:pt x="10366" y="379"/>
                  <a:pt x="10240" y="883"/>
                </a:cubicBezTo>
                <a:lnTo>
                  <a:pt x="2080" y="3246"/>
                </a:lnTo>
                <a:lnTo>
                  <a:pt x="1387" y="2899"/>
                </a:lnTo>
                <a:cubicBezTo>
                  <a:pt x="1251" y="2831"/>
                  <a:pt x="1109" y="2800"/>
                  <a:pt x="970" y="2800"/>
                </a:cubicBezTo>
                <a:cubicBezTo>
                  <a:pt x="466" y="2800"/>
                  <a:pt x="1" y="3213"/>
                  <a:pt x="1" y="3781"/>
                </a:cubicBezTo>
                <a:lnTo>
                  <a:pt x="1" y="6144"/>
                </a:lnTo>
                <a:cubicBezTo>
                  <a:pt x="1" y="6687"/>
                  <a:pt x="465" y="7095"/>
                  <a:pt x="983" y="7095"/>
                </a:cubicBezTo>
                <a:cubicBezTo>
                  <a:pt x="1127" y="7095"/>
                  <a:pt x="1275" y="7063"/>
                  <a:pt x="1419" y="6995"/>
                </a:cubicBezTo>
                <a:lnTo>
                  <a:pt x="2143" y="6648"/>
                </a:lnTo>
                <a:lnTo>
                  <a:pt x="3340" y="6995"/>
                </a:lnTo>
                <a:cubicBezTo>
                  <a:pt x="3151" y="8444"/>
                  <a:pt x="4286" y="9641"/>
                  <a:pt x="5672" y="9641"/>
                </a:cubicBezTo>
                <a:cubicBezTo>
                  <a:pt x="6585" y="9641"/>
                  <a:pt x="7405" y="9074"/>
                  <a:pt x="7814" y="8287"/>
                </a:cubicBezTo>
                <a:lnTo>
                  <a:pt x="10271" y="9011"/>
                </a:lnTo>
                <a:cubicBezTo>
                  <a:pt x="10429" y="9515"/>
                  <a:pt x="10902" y="9925"/>
                  <a:pt x="11469" y="9925"/>
                </a:cubicBezTo>
                <a:cubicBezTo>
                  <a:pt x="12130" y="9925"/>
                  <a:pt x="12729" y="9358"/>
                  <a:pt x="12729" y="8696"/>
                </a:cubicBezTo>
                <a:lnTo>
                  <a:pt x="12729" y="1261"/>
                </a:lnTo>
                <a:cubicBezTo>
                  <a:pt x="12634" y="536"/>
                  <a:pt x="12099" y="1"/>
                  <a:pt x="1143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45" name="Google Shape;945;p91"/>
          <p:cNvGrpSpPr/>
          <p:nvPr/>
        </p:nvGrpSpPr>
        <p:grpSpPr>
          <a:xfrm>
            <a:off x="1831518" y="3008827"/>
            <a:ext cx="369112" cy="364657"/>
            <a:chOff x="-59869425" y="4102225"/>
            <a:chExt cx="319025" cy="315175"/>
          </a:xfrm>
        </p:grpSpPr>
        <p:sp>
          <p:nvSpPr>
            <p:cNvPr id="946" name="Google Shape;946;p91"/>
            <p:cNvSpPr/>
            <p:nvPr/>
          </p:nvSpPr>
          <p:spPr>
            <a:xfrm>
              <a:off x="-59869425" y="4102225"/>
              <a:ext cx="149675" cy="256825"/>
            </a:xfrm>
            <a:custGeom>
              <a:avLst/>
              <a:gdLst/>
              <a:ahLst/>
              <a:cxnLst/>
              <a:rect l="l" t="t" r="r" b="b"/>
              <a:pathLst>
                <a:path w="5987" h="10273" extrusionOk="0">
                  <a:moveTo>
                    <a:pt x="5532" y="1"/>
                  </a:moveTo>
                  <a:cubicBezTo>
                    <a:pt x="5515" y="1"/>
                    <a:pt x="5499" y="2"/>
                    <a:pt x="5483" y="4"/>
                  </a:cubicBezTo>
                  <a:cubicBezTo>
                    <a:pt x="2364" y="445"/>
                    <a:pt x="1" y="3123"/>
                    <a:pt x="1" y="6274"/>
                  </a:cubicBezTo>
                  <a:cubicBezTo>
                    <a:pt x="1" y="7692"/>
                    <a:pt x="442" y="8983"/>
                    <a:pt x="1293" y="10086"/>
                  </a:cubicBezTo>
                  <a:cubicBezTo>
                    <a:pt x="1381" y="10209"/>
                    <a:pt x="1507" y="10273"/>
                    <a:pt x="1635" y="10273"/>
                  </a:cubicBezTo>
                  <a:cubicBezTo>
                    <a:pt x="1737" y="10273"/>
                    <a:pt x="1839" y="10233"/>
                    <a:pt x="1923" y="10149"/>
                  </a:cubicBezTo>
                  <a:lnTo>
                    <a:pt x="3719" y="8353"/>
                  </a:lnTo>
                  <a:cubicBezTo>
                    <a:pt x="3813" y="8259"/>
                    <a:pt x="3845" y="8007"/>
                    <a:pt x="3782" y="7849"/>
                  </a:cubicBezTo>
                  <a:cubicBezTo>
                    <a:pt x="3498" y="7376"/>
                    <a:pt x="3341" y="6809"/>
                    <a:pt x="3341" y="6274"/>
                  </a:cubicBezTo>
                  <a:cubicBezTo>
                    <a:pt x="3341" y="4888"/>
                    <a:pt x="4286" y="3659"/>
                    <a:pt x="5672" y="3312"/>
                  </a:cubicBezTo>
                  <a:cubicBezTo>
                    <a:pt x="5861" y="3281"/>
                    <a:pt x="5987" y="3123"/>
                    <a:pt x="5987" y="2934"/>
                  </a:cubicBezTo>
                  <a:lnTo>
                    <a:pt x="5987" y="414"/>
                  </a:lnTo>
                  <a:cubicBezTo>
                    <a:pt x="5958" y="180"/>
                    <a:pt x="5739" y="1"/>
                    <a:pt x="5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7" name="Google Shape;947;p91"/>
            <p:cNvSpPr/>
            <p:nvPr/>
          </p:nvSpPr>
          <p:spPr>
            <a:xfrm>
              <a:off x="-59811125" y="4322075"/>
              <a:ext cx="201650" cy="95325"/>
            </a:xfrm>
            <a:custGeom>
              <a:avLst/>
              <a:gdLst/>
              <a:ahLst/>
              <a:cxnLst/>
              <a:rect l="l" t="t" r="r" b="b"/>
              <a:pathLst>
                <a:path w="8066" h="3813" extrusionOk="0">
                  <a:moveTo>
                    <a:pt x="5758" y="0"/>
                  </a:moveTo>
                  <a:cubicBezTo>
                    <a:pt x="5692" y="0"/>
                    <a:pt x="5629" y="11"/>
                    <a:pt x="5577" y="32"/>
                  </a:cubicBezTo>
                  <a:cubicBezTo>
                    <a:pt x="5091" y="339"/>
                    <a:pt x="4530" y="489"/>
                    <a:pt x="3972" y="489"/>
                  </a:cubicBezTo>
                  <a:cubicBezTo>
                    <a:pt x="3444" y="489"/>
                    <a:pt x="2917" y="355"/>
                    <a:pt x="2458" y="95"/>
                  </a:cubicBezTo>
                  <a:cubicBezTo>
                    <a:pt x="2389" y="53"/>
                    <a:pt x="2314" y="30"/>
                    <a:pt x="2239" y="30"/>
                  </a:cubicBezTo>
                  <a:cubicBezTo>
                    <a:pt x="2141" y="30"/>
                    <a:pt x="2042" y="69"/>
                    <a:pt x="1954" y="158"/>
                  </a:cubicBezTo>
                  <a:lnTo>
                    <a:pt x="189" y="1922"/>
                  </a:lnTo>
                  <a:cubicBezTo>
                    <a:pt x="0" y="2143"/>
                    <a:pt x="32" y="2395"/>
                    <a:pt x="221" y="2552"/>
                  </a:cubicBezTo>
                  <a:cubicBezTo>
                    <a:pt x="1324" y="3403"/>
                    <a:pt x="2615" y="3812"/>
                    <a:pt x="4001" y="3812"/>
                  </a:cubicBezTo>
                  <a:cubicBezTo>
                    <a:pt x="5388" y="3812"/>
                    <a:pt x="6711" y="3403"/>
                    <a:pt x="7814" y="2521"/>
                  </a:cubicBezTo>
                  <a:cubicBezTo>
                    <a:pt x="8034" y="2363"/>
                    <a:pt x="8066" y="2080"/>
                    <a:pt x="7877" y="1890"/>
                  </a:cubicBezTo>
                  <a:lnTo>
                    <a:pt x="6112" y="126"/>
                  </a:lnTo>
                  <a:cubicBezTo>
                    <a:pt x="6028" y="42"/>
                    <a:pt x="5888" y="0"/>
                    <a:pt x="5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8" name="Google Shape;948;p91"/>
            <p:cNvSpPr/>
            <p:nvPr/>
          </p:nvSpPr>
          <p:spPr>
            <a:xfrm>
              <a:off x="-59700075" y="4102225"/>
              <a:ext cx="149675" cy="256525"/>
            </a:xfrm>
            <a:custGeom>
              <a:avLst/>
              <a:gdLst/>
              <a:ahLst/>
              <a:cxnLst/>
              <a:rect l="l" t="t" r="r" b="b"/>
              <a:pathLst>
                <a:path w="5987" h="10261" extrusionOk="0">
                  <a:moveTo>
                    <a:pt x="418" y="1"/>
                  </a:moveTo>
                  <a:cubicBezTo>
                    <a:pt x="190" y="1"/>
                    <a:pt x="1" y="180"/>
                    <a:pt x="1" y="414"/>
                  </a:cubicBezTo>
                  <a:lnTo>
                    <a:pt x="1" y="2934"/>
                  </a:lnTo>
                  <a:cubicBezTo>
                    <a:pt x="1" y="3123"/>
                    <a:pt x="127" y="3281"/>
                    <a:pt x="316" y="3312"/>
                  </a:cubicBezTo>
                  <a:cubicBezTo>
                    <a:pt x="1639" y="3659"/>
                    <a:pt x="2647" y="4856"/>
                    <a:pt x="2647" y="6274"/>
                  </a:cubicBezTo>
                  <a:cubicBezTo>
                    <a:pt x="2647" y="6809"/>
                    <a:pt x="2489" y="7376"/>
                    <a:pt x="2206" y="7849"/>
                  </a:cubicBezTo>
                  <a:cubicBezTo>
                    <a:pt x="2080" y="8007"/>
                    <a:pt x="2111" y="8196"/>
                    <a:pt x="2269" y="8353"/>
                  </a:cubicBezTo>
                  <a:lnTo>
                    <a:pt x="4065" y="10149"/>
                  </a:lnTo>
                  <a:cubicBezTo>
                    <a:pt x="4137" y="10221"/>
                    <a:pt x="4242" y="10260"/>
                    <a:pt x="4350" y="10260"/>
                  </a:cubicBezTo>
                  <a:cubicBezTo>
                    <a:pt x="4478" y="10260"/>
                    <a:pt x="4609" y="10205"/>
                    <a:pt x="4695" y="10086"/>
                  </a:cubicBezTo>
                  <a:cubicBezTo>
                    <a:pt x="5514" y="8983"/>
                    <a:pt x="5987" y="7660"/>
                    <a:pt x="5987" y="6274"/>
                  </a:cubicBezTo>
                  <a:cubicBezTo>
                    <a:pt x="5892" y="3123"/>
                    <a:pt x="3592" y="445"/>
                    <a:pt x="473" y="4"/>
                  </a:cubicBezTo>
                  <a:cubicBezTo>
                    <a:pt x="455" y="2"/>
                    <a:pt x="436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9" name="Google Shape;949;p91"/>
            <p:cNvSpPr/>
            <p:nvPr/>
          </p:nvSpPr>
          <p:spPr>
            <a:xfrm>
              <a:off x="-59742600" y="4187375"/>
              <a:ext cx="63025" cy="144950"/>
            </a:xfrm>
            <a:custGeom>
              <a:avLst/>
              <a:gdLst/>
              <a:ahLst/>
              <a:cxnLst/>
              <a:rect l="l" t="t" r="r" b="b"/>
              <a:pathLst>
                <a:path w="2521" h="5798" extrusionOk="0">
                  <a:moveTo>
                    <a:pt x="1260" y="1"/>
                  </a:moveTo>
                  <a:cubicBezTo>
                    <a:pt x="1040" y="1"/>
                    <a:pt x="819" y="190"/>
                    <a:pt x="819" y="379"/>
                  </a:cubicBezTo>
                  <a:lnTo>
                    <a:pt x="819" y="662"/>
                  </a:lnTo>
                  <a:cubicBezTo>
                    <a:pt x="347" y="820"/>
                    <a:pt x="0" y="1293"/>
                    <a:pt x="0" y="1860"/>
                  </a:cubicBezTo>
                  <a:cubicBezTo>
                    <a:pt x="0" y="2521"/>
                    <a:pt x="567" y="2899"/>
                    <a:pt x="977" y="3214"/>
                  </a:cubicBezTo>
                  <a:cubicBezTo>
                    <a:pt x="1292" y="3466"/>
                    <a:pt x="1670" y="3687"/>
                    <a:pt x="1670" y="3939"/>
                  </a:cubicBezTo>
                  <a:cubicBezTo>
                    <a:pt x="1670" y="4160"/>
                    <a:pt x="1450" y="4380"/>
                    <a:pt x="1260" y="4380"/>
                  </a:cubicBezTo>
                  <a:cubicBezTo>
                    <a:pt x="1071" y="4380"/>
                    <a:pt x="819" y="4160"/>
                    <a:pt x="819" y="3939"/>
                  </a:cubicBezTo>
                  <a:cubicBezTo>
                    <a:pt x="819" y="3687"/>
                    <a:pt x="630" y="3529"/>
                    <a:pt x="441" y="3529"/>
                  </a:cubicBezTo>
                  <a:cubicBezTo>
                    <a:pt x="252" y="3529"/>
                    <a:pt x="32" y="3750"/>
                    <a:pt x="32" y="3939"/>
                  </a:cubicBezTo>
                  <a:cubicBezTo>
                    <a:pt x="32" y="4475"/>
                    <a:pt x="410" y="4916"/>
                    <a:pt x="882" y="5105"/>
                  </a:cubicBezTo>
                  <a:lnTo>
                    <a:pt x="882" y="5388"/>
                  </a:lnTo>
                  <a:cubicBezTo>
                    <a:pt x="882" y="5640"/>
                    <a:pt x="1071" y="5798"/>
                    <a:pt x="1292" y="5798"/>
                  </a:cubicBezTo>
                  <a:cubicBezTo>
                    <a:pt x="1544" y="5798"/>
                    <a:pt x="1702" y="5577"/>
                    <a:pt x="1702" y="5388"/>
                  </a:cubicBezTo>
                  <a:lnTo>
                    <a:pt x="1702" y="5073"/>
                  </a:lnTo>
                  <a:cubicBezTo>
                    <a:pt x="2174" y="4916"/>
                    <a:pt x="2521" y="4443"/>
                    <a:pt x="2521" y="3907"/>
                  </a:cubicBezTo>
                  <a:cubicBezTo>
                    <a:pt x="2521" y="3214"/>
                    <a:pt x="1985" y="2836"/>
                    <a:pt x="1544" y="2521"/>
                  </a:cubicBezTo>
                  <a:cubicBezTo>
                    <a:pt x="1229" y="2269"/>
                    <a:pt x="882" y="2049"/>
                    <a:pt x="882" y="1797"/>
                  </a:cubicBezTo>
                  <a:cubicBezTo>
                    <a:pt x="882" y="1576"/>
                    <a:pt x="1071" y="1419"/>
                    <a:pt x="1292" y="1419"/>
                  </a:cubicBezTo>
                  <a:cubicBezTo>
                    <a:pt x="1544" y="1419"/>
                    <a:pt x="1702" y="1608"/>
                    <a:pt x="1702" y="1797"/>
                  </a:cubicBezTo>
                  <a:cubicBezTo>
                    <a:pt x="1702" y="2049"/>
                    <a:pt x="1891" y="2238"/>
                    <a:pt x="2143" y="2238"/>
                  </a:cubicBezTo>
                  <a:cubicBezTo>
                    <a:pt x="2363" y="2238"/>
                    <a:pt x="2521" y="2049"/>
                    <a:pt x="2521" y="1797"/>
                  </a:cubicBezTo>
                  <a:cubicBezTo>
                    <a:pt x="2521" y="1261"/>
                    <a:pt x="2174" y="820"/>
                    <a:pt x="1702" y="631"/>
                  </a:cubicBezTo>
                  <a:lnTo>
                    <a:pt x="1702" y="347"/>
                  </a:lnTo>
                  <a:cubicBezTo>
                    <a:pt x="1702" y="158"/>
                    <a:pt x="1513" y="1"/>
                    <a:pt x="1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/>
                                        <p:tgtEl>
                                          <p:spTgt spid="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/>
                                        <p:tgtEl>
                                          <p:spTgt spid="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/>
                                        <p:tgtEl>
                                          <p:spTgt spid="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/>
                                        <p:tgtEl>
                                          <p:spTgt spid="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/>
                                        <p:tgtEl>
                                          <p:spTgt spid="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/>
                                        <p:tgtEl>
                                          <p:spTgt spid="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/>
                                        <p:tgtEl>
                                          <p:spTgt spid="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/>
                                        <p:tgtEl>
                                          <p:spTgt spid="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/>
                                        <p:tgtEl>
                                          <p:spTgt spid="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/>
                                        <p:tgtEl>
                                          <p:spTgt spid="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9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a timeline</a:t>
            </a:r>
            <a:endParaRPr lang="en-GB"/>
          </a:p>
        </p:txBody>
      </p:sp>
      <p:sp>
        <p:nvSpPr>
          <p:cNvPr id="955" name="Google Shape;955;p92"/>
          <p:cNvSpPr txBox="1"/>
          <p:nvPr/>
        </p:nvSpPr>
        <p:spPr>
          <a:xfrm>
            <a:off x="6715375" y="1913375"/>
            <a:ext cx="1722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Mars is a cold place, not hot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6" name="Google Shape;956;p92"/>
          <p:cNvSpPr txBox="1"/>
          <p:nvPr/>
        </p:nvSpPr>
        <p:spPr>
          <a:xfrm>
            <a:off x="2725175" y="1913375"/>
            <a:ext cx="1722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Jupiter is the biggest planet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7" name="Google Shape;957;p92"/>
          <p:cNvSpPr txBox="1"/>
          <p:nvPr/>
        </p:nvSpPr>
        <p:spPr>
          <a:xfrm>
            <a:off x="4712150" y="3541975"/>
            <a:ext cx="1722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Neptune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958" name="Google Shape;958;p92"/>
          <p:cNvSpPr txBox="1"/>
          <p:nvPr/>
        </p:nvSpPr>
        <p:spPr>
          <a:xfrm>
            <a:off x="4712150" y="3881975"/>
            <a:ext cx="1722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Neptune is far away from Earth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9" name="Google Shape;959;p92"/>
          <p:cNvSpPr txBox="1"/>
          <p:nvPr/>
        </p:nvSpPr>
        <p:spPr>
          <a:xfrm>
            <a:off x="705725" y="3541975"/>
            <a:ext cx="1722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Mercury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960" name="Google Shape;960;p92"/>
          <p:cNvSpPr txBox="1"/>
          <p:nvPr/>
        </p:nvSpPr>
        <p:spPr>
          <a:xfrm>
            <a:off x="705725" y="3881975"/>
            <a:ext cx="1722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Mercury is the smallest planet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61" name="Google Shape;961;p92"/>
          <p:cNvGrpSpPr/>
          <p:nvPr/>
        </p:nvGrpSpPr>
        <p:grpSpPr>
          <a:xfrm>
            <a:off x="1061626" y="2700425"/>
            <a:ext cx="7013349" cy="667500"/>
            <a:chOff x="1061626" y="2700425"/>
            <a:chExt cx="7013349" cy="667500"/>
          </a:xfrm>
        </p:grpSpPr>
        <p:cxnSp>
          <p:nvCxnSpPr>
            <p:cNvPr id="962" name="Google Shape;962;p92"/>
            <p:cNvCxnSpPr>
              <a:stCxn id="963" idx="3"/>
              <a:endCxn id="964" idx="1"/>
            </p:cNvCxnSpPr>
            <p:nvPr/>
          </p:nvCxnSpPr>
          <p:spPr>
            <a:xfrm>
              <a:off x="2072626" y="3034175"/>
              <a:ext cx="10068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5" name="Google Shape;965;p92"/>
            <p:cNvCxnSpPr>
              <a:stCxn id="964" idx="3"/>
              <a:endCxn id="966" idx="1"/>
            </p:cNvCxnSpPr>
            <p:nvPr/>
          </p:nvCxnSpPr>
          <p:spPr>
            <a:xfrm>
              <a:off x="4061175" y="3034175"/>
              <a:ext cx="10215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7" name="Google Shape;967;p92"/>
            <p:cNvCxnSpPr>
              <a:stCxn id="966" idx="3"/>
              <a:endCxn id="968" idx="1"/>
            </p:cNvCxnSpPr>
            <p:nvPr/>
          </p:nvCxnSpPr>
          <p:spPr>
            <a:xfrm>
              <a:off x="6064400" y="3034175"/>
              <a:ext cx="10143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63" name="Google Shape;963;p92"/>
            <p:cNvSpPr txBox="1"/>
            <p:nvPr/>
          </p:nvSpPr>
          <p:spPr>
            <a:xfrm>
              <a:off x="1061626" y="2700425"/>
              <a:ext cx="10110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01</a:t>
              </a:r>
              <a:endParaRPr sz="35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  <p:sp>
          <p:nvSpPr>
            <p:cNvPr id="964" name="Google Shape;964;p92"/>
            <p:cNvSpPr txBox="1"/>
            <p:nvPr/>
          </p:nvSpPr>
          <p:spPr>
            <a:xfrm>
              <a:off x="3079575" y="2700425"/>
              <a:ext cx="9816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02</a:t>
              </a:r>
              <a:endParaRPr sz="35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  <p:sp>
          <p:nvSpPr>
            <p:cNvPr id="966" name="Google Shape;966;p92"/>
            <p:cNvSpPr txBox="1"/>
            <p:nvPr/>
          </p:nvSpPr>
          <p:spPr>
            <a:xfrm>
              <a:off x="5082800" y="2700425"/>
              <a:ext cx="9816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03</a:t>
              </a:r>
              <a:endParaRPr sz="35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  <p:sp>
          <p:nvSpPr>
            <p:cNvPr id="968" name="Google Shape;968;p92"/>
            <p:cNvSpPr txBox="1"/>
            <p:nvPr/>
          </p:nvSpPr>
          <p:spPr>
            <a:xfrm>
              <a:off x="7078675" y="2700425"/>
              <a:ext cx="9963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04</a:t>
              </a:r>
              <a:endParaRPr sz="35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</p:grpSp>
      <p:sp>
        <p:nvSpPr>
          <p:cNvPr id="969" name="Google Shape;969;p92"/>
          <p:cNvSpPr txBox="1"/>
          <p:nvPr/>
        </p:nvSpPr>
        <p:spPr>
          <a:xfrm>
            <a:off x="2725175" y="1540525"/>
            <a:ext cx="1722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Jupiter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970" name="Google Shape;970;p92"/>
          <p:cNvSpPr txBox="1"/>
          <p:nvPr/>
        </p:nvSpPr>
        <p:spPr>
          <a:xfrm>
            <a:off x="6715375" y="1559075"/>
            <a:ext cx="1722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Mars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9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the company generates incom</a:t>
            </a:r>
            <a:r>
              <a:rPr lang="en-GB"/>
              <a:t>e</a:t>
            </a:r>
            <a:endParaRPr lang="en-GB"/>
          </a:p>
        </p:txBody>
      </p:sp>
      <p:cxnSp>
        <p:nvCxnSpPr>
          <p:cNvPr id="976" name="Google Shape;976;p93"/>
          <p:cNvCxnSpPr>
            <a:stCxn id="977" idx="3"/>
            <a:endCxn id="978" idx="1"/>
          </p:cNvCxnSpPr>
          <p:nvPr/>
        </p:nvCxnSpPr>
        <p:spPr>
          <a:xfrm>
            <a:off x="3346950" y="2937480"/>
            <a:ext cx="909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9" name="Google Shape;979;p93"/>
          <p:cNvSpPr txBox="1"/>
          <p:nvPr/>
        </p:nvSpPr>
        <p:spPr>
          <a:xfrm>
            <a:off x="3794142" y="1487668"/>
            <a:ext cx="1530000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Mars</a:t>
            </a:r>
            <a:endParaRPr sz="23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980" name="Google Shape;980;p93"/>
          <p:cNvSpPr txBox="1"/>
          <p:nvPr/>
        </p:nvSpPr>
        <p:spPr>
          <a:xfrm>
            <a:off x="3794142" y="1847353"/>
            <a:ext cx="15300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Mars is actually  very cold 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81" name="Google Shape;981;p93"/>
          <p:cNvGrpSpPr/>
          <p:nvPr/>
        </p:nvGrpSpPr>
        <p:grpSpPr>
          <a:xfrm>
            <a:off x="4434862" y="2801607"/>
            <a:ext cx="248561" cy="271745"/>
            <a:chOff x="1687350" y="3618725"/>
            <a:chExt cx="270175" cy="295375"/>
          </a:xfrm>
        </p:grpSpPr>
        <p:sp>
          <p:nvSpPr>
            <p:cNvPr id="982" name="Google Shape;982;p93"/>
            <p:cNvSpPr/>
            <p:nvPr/>
          </p:nvSpPr>
          <p:spPr>
            <a:xfrm>
              <a:off x="1829900" y="3808550"/>
              <a:ext cx="18150" cy="35450"/>
            </a:xfrm>
            <a:custGeom>
              <a:avLst/>
              <a:gdLst/>
              <a:ahLst/>
              <a:cxnLst/>
              <a:rect l="l" t="t" r="r" b="b"/>
              <a:pathLst>
                <a:path w="726" h="1418" extrusionOk="0">
                  <a:moveTo>
                    <a:pt x="1" y="0"/>
                  </a:moveTo>
                  <a:lnTo>
                    <a:pt x="1" y="1418"/>
                  </a:lnTo>
                  <a:lnTo>
                    <a:pt x="379" y="1418"/>
                  </a:lnTo>
                  <a:cubicBezTo>
                    <a:pt x="568" y="1418"/>
                    <a:pt x="725" y="1260"/>
                    <a:pt x="725" y="1040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3" name="Google Shape;983;p93"/>
            <p:cNvSpPr/>
            <p:nvPr/>
          </p:nvSpPr>
          <p:spPr>
            <a:xfrm>
              <a:off x="1795250" y="3755775"/>
              <a:ext cx="18125" cy="35450"/>
            </a:xfrm>
            <a:custGeom>
              <a:avLst/>
              <a:gdLst/>
              <a:ahLst/>
              <a:cxnLst/>
              <a:rect l="l" t="t" r="r" b="b"/>
              <a:pathLst>
                <a:path w="725" h="1418" extrusionOk="0">
                  <a:moveTo>
                    <a:pt x="378" y="0"/>
                  </a:moveTo>
                  <a:cubicBezTo>
                    <a:pt x="189" y="0"/>
                    <a:pt x="0" y="158"/>
                    <a:pt x="0" y="378"/>
                  </a:cubicBezTo>
                  <a:lnTo>
                    <a:pt x="0" y="1071"/>
                  </a:lnTo>
                  <a:cubicBezTo>
                    <a:pt x="0" y="1260"/>
                    <a:pt x="189" y="1418"/>
                    <a:pt x="378" y="1418"/>
                  </a:cubicBezTo>
                  <a:lnTo>
                    <a:pt x="725" y="1418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84" name="Google Shape;984;p93"/>
            <p:cNvSpPr/>
            <p:nvPr/>
          </p:nvSpPr>
          <p:spPr>
            <a:xfrm>
              <a:off x="1687350" y="3618725"/>
              <a:ext cx="270175" cy="295375"/>
            </a:xfrm>
            <a:custGeom>
              <a:avLst/>
              <a:gdLst/>
              <a:ahLst/>
              <a:cxnLst/>
              <a:rect l="l" t="t" r="r" b="b"/>
              <a:pathLst>
                <a:path w="10807" h="11815" extrusionOk="0">
                  <a:moveTo>
                    <a:pt x="6459" y="662"/>
                  </a:moveTo>
                  <a:cubicBezTo>
                    <a:pt x="6868" y="662"/>
                    <a:pt x="7183" y="977"/>
                    <a:pt x="7183" y="1355"/>
                  </a:cubicBezTo>
                  <a:cubicBezTo>
                    <a:pt x="7183" y="1765"/>
                    <a:pt x="6868" y="2080"/>
                    <a:pt x="6459" y="2080"/>
                  </a:cubicBezTo>
                  <a:lnTo>
                    <a:pt x="6459" y="1702"/>
                  </a:lnTo>
                  <a:cubicBezTo>
                    <a:pt x="6459" y="1513"/>
                    <a:pt x="6301" y="1355"/>
                    <a:pt x="6112" y="1355"/>
                  </a:cubicBezTo>
                  <a:lnTo>
                    <a:pt x="4726" y="1355"/>
                  </a:lnTo>
                  <a:cubicBezTo>
                    <a:pt x="4537" y="1355"/>
                    <a:pt x="4379" y="1513"/>
                    <a:pt x="4379" y="1702"/>
                  </a:cubicBezTo>
                  <a:lnTo>
                    <a:pt x="4379" y="2080"/>
                  </a:lnTo>
                  <a:cubicBezTo>
                    <a:pt x="3970" y="2017"/>
                    <a:pt x="3655" y="1702"/>
                    <a:pt x="3655" y="1355"/>
                  </a:cubicBezTo>
                  <a:cubicBezTo>
                    <a:pt x="3655" y="977"/>
                    <a:pt x="3970" y="662"/>
                    <a:pt x="4379" y="662"/>
                  </a:cubicBezTo>
                  <a:close/>
                  <a:moveTo>
                    <a:pt x="5387" y="4128"/>
                  </a:moveTo>
                  <a:cubicBezTo>
                    <a:pt x="5608" y="4128"/>
                    <a:pt x="5766" y="4285"/>
                    <a:pt x="5766" y="4474"/>
                  </a:cubicBezTo>
                  <a:lnTo>
                    <a:pt x="5766" y="4821"/>
                  </a:lnTo>
                  <a:lnTo>
                    <a:pt x="6112" y="4821"/>
                  </a:lnTo>
                  <a:cubicBezTo>
                    <a:pt x="6711" y="4821"/>
                    <a:pt x="7120" y="5293"/>
                    <a:pt x="7120" y="5860"/>
                  </a:cubicBezTo>
                  <a:cubicBezTo>
                    <a:pt x="7120" y="6049"/>
                    <a:pt x="6963" y="6207"/>
                    <a:pt x="6774" y="6207"/>
                  </a:cubicBezTo>
                  <a:cubicBezTo>
                    <a:pt x="6585" y="6207"/>
                    <a:pt x="6427" y="6049"/>
                    <a:pt x="6427" y="5860"/>
                  </a:cubicBezTo>
                  <a:cubicBezTo>
                    <a:pt x="6427" y="5640"/>
                    <a:pt x="6270" y="5482"/>
                    <a:pt x="6081" y="5482"/>
                  </a:cubicBezTo>
                  <a:lnTo>
                    <a:pt x="5703" y="5482"/>
                  </a:lnTo>
                  <a:lnTo>
                    <a:pt x="5703" y="6868"/>
                  </a:lnTo>
                  <a:lnTo>
                    <a:pt x="6081" y="6868"/>
                  </a:lnTo>
                  <a:cubicBezTo>
                    <a:pt x="6648" y="6868"/>
                    <a:pt x="7089" y="7341"/>
                    <a:pt x="7089" y="7908"/>
                  </a:cubicBezTo>
                  <a:lnTo>
                    <a:pt x="7089" y="8601"/>
                  </a:lnTo>
                  <a:cubicBezTo>
                    <a:pt x="7089" y="9200"/>
                    <a:pt x="6616" y="9641"/>
                    <a:pt x="6081" y="9641"/>
                  </a:cubicBezTo>
                  <a:lnTo>
                    <a:pt x="5703" y="9641"/>
                  </a:lnTo>
                  <a:lnTo>
                    <a:pt x="5703" y="9987"/>
                  </a:lnTo>
                  <a:cubicBezTo>
                    <a:pt x="5703" y="10176"/>
                    <a:pt x="5545" y="10334"/>
                    <a:pt x="5356" y="10334"/>
                  </a:cubicBezTo>
                  <a:cubicBezTo>
                    <a:pt x="5167" y="10334"/>
                    <a:pt x="5009" y="10176"/>
                    <a:pt x="5009" y="9987"/>
                  </a:cubicBezTo>
                  <a:lnTo>
                    <a:pt x="5009" y="9704"/>
                  </a:lnTo>
                  <a:lnTo>
                    <a:pt x="4631" y="9704"/>
                  </a:lnTo>
                  <a:cubicBezTo>
                    <a:pt x="4064" y="9704"/>
                    <a:pt x="3623" y="9231"/>
                    <a:pt x="3623" y="8664"/>
                  </a:cubicBezTo>
                  <a:cubicBezTo>
                    <a:pt x="3623" y="8475"/>
                    <a:pt x="3781" y="8318"/>
                    <a:pt x="3970" y="8318"/>
                  </a:cubicBezTo>
                  <a:cubicBezTo>
                    <a:pt x="4159" y="8318"/>
                    <a:pt x="4316" y="8475"/>
                    <a:pt x="4316" y="8664"/>
                  </a:cubicBezTo>
                  <a:cubicBezTo>
                    <a:pt x="4316" y="8885"/>
                    <a:pt x="4505" y="9042"/>
                    <a:pt x="4694" y="9042"/>
                  </a:cubicBezTo>
                  <a:lnTo>
                    <a:pt x="5041" y="9042"/>
                  </a:lnTo>
                  <a:lnTo>
                    <a:pt x="5041" y="7625"/>
                  </a:lnTo>
                  <a:lnTo>
                    <a:pt x="4694" y="7625"/>
                  </a:lnTo>
                  <a:lnTo>
                    <a:pt x="4694" y="7593"/>
                  </a:lnTo>
                  <a:cubicBezTo>
                    <a:pt x="4096" y="7593"/>
                    <a:pt x="3655" y="7120"/>
                    <a:pt x="3655" y="6553"/>
                  </a:cubicBezTo>
                  <a:lnTo>
                    <a:pt x="3655" y="5860"/>
                  </a:lnTo>
                  <a:cubicBezTo>
                    <a:pt x="3655" y="5262"/>
                    <a:pt x="4127" y="4821"/>
                    <a:pt x="4694" y="4821"/>
                  </a:cubicBezTo>
                  <a:lnTo>
                    <a:pt x="5041" y="4821"/>
                  </a:lnTo>
                  <a:lnTo>
                    <a:pt x="5041" y="4474"/>
                  </a:lnTo>
                  <a:cubicBezTo>
                    <a:pt x="5041" y="4285"/>
                    <a:pt x="5198" y="4128"/>
                    <a:pt x="5387" y="4128"/>
                  </a:cubicBezTo>
                  <a:close/>
                  <a:moveTo>
                    <a:pt x="4379" y="0"/>
                  </a:moveTo>
                  <a:cubicBezTo>
                    <a:pt x="3623" y="0"/>
                    <a:pt x="2993" y="662"/>
                    <a:pt x="2993" y="1387"/>
                  </a:cubicBezTo>
                  <a:cubicBezTo>
                    <a:pt x="2993" y="2143"/>
                    <a:pt x="3623" y="2773"/>
                    <a:pt x="4379" y="2773"/>
                  </a:cubicBezTo>
                  <a:lnTo>
                    <a:pt x="4379" y="2899"/>
                  </a:lnTo>
                  <a:cubicBezTo>
                    <a:pt x="3781" y="3025"/>
                    <a:pt x="3277" y="3277"/>
                    <a:pt x="2804" y="3592"/>
                  </a:cubicBezTo>
                  <a:lnTo>
                    <a:pt x="2332" y="3056"/>
                  </a:lnTo>
                  <a:lnTo>
                    <a:pt x="2584" y="2804"/>
                  </a:lnTo>
                  <a:cubicBezTo>
                    <a:pt x="2710" y="2710"/>
                    <a:pt x="2710" y="2458"/>
                    <a:pt x="2615" y="2332"/>
                  </a:cubicBezTo>
                  <a:lnTo>
                    <a:pt x="1701" y="1292"/>
                  </a:lnTo>
                  <a:cubicBezTo>
                    <a:pt x="1630" y="1203"/>
                    <a:pt x="1529" y="1165"/>
                    <a:pt x="1432" y="1165"/>
                  </a:cubicBezTo>
                  <a:cubicBezTo>
                    <a:pt x="1357" y="1165"/>
                    <a:pt x="1284" y="1188"/>
                    <a:pt x="1229" y="1229"/>
                  </a:cubicBezTo>
                  <a:lnTo>
                    <a:pt x="158" y="2143"/>
                  </a:lnTo>
                  <a:cubicBezTo>
                    <a:pt x="0" y="2269"/>
                    <a:pt x="0" y="2489"/>
                    <a:pt x="126" y="2615"/>
                  </a:cubicBezTo>
                  <a:lnTo>
                    <a:pt x="1040" y="3686"/>
                  </a:lnTo>
                  <a:cubicBezTo>
                    <a:pt x="1090" y="3770"/>
                    <a:pt x="1183" y="3809"/>
                    <a:pt x="1279" y="3809"/>
                  </a:cubicBezTo>
                  <a:cubicBezTo>
                    <a:pt x="1365" y="3809"/>
                    <a:pt x="1453" y="3777"/>
                    <a:pt x="1512" y="3718"/>
                  </a:cubicBezTo>
                  <a:lnTo>
                    <a:pt x="1764" y="3497"/>
                  </a:lnTo>
                  <a:lnTo>
                    <a:pt x="2237" y="4033"/>
                  </a:lnTo>
                  <a:cubicBezTo>
                    <a:pt x="1418" y="4852"/>
                    <a:pt x="914" y="5986"/>
                    <a:pt x="914" y="7247"/>
                  </a:cubicBezTo>
                  <a:cubicBezTo>
                    <a:pt x="914" y="9735"/>
                    <a:pt x="2930" y="11815"/>
                    <a:pt x="5387" y="11815"/>
                  </a:cubicBezTo>
                  <a:cubicBezTo>
                    <a:pt x="7876" y="11815"/>
                    <a:pt x="9893" y="9798"/>
                    <a:pt x="9893" y="7247"/>
                  </a:cubicBezTo>
                  <a:cubicBezTo>
                    <a:pt x="9893" y="5986"/>
                    <a:pt x="9389" y="4852"/>
                    <a:pt x="8538" y="4033"/>
                  </a:cubicBezTo>
                  <a:lnTo>
                    <a:pt x="9011" y="3497"/>
                  </a:lnTo>
                  <a:lnTo>
                    <a:pt x="9294" y="3718"/>
                  </a:lnTo>
                  <a:cubicBezTo>
                    <a:pt x="9368" y="3777"/>
                    <a:pt x="9450" y="3809"/>
                    <a:pt x="9528" y="3809"/>
                  </a:cubicBezTo>
                  <a:cubicBezTo>
                    <a:pt x="9616" y="3809"/>
                    <a:pt x="9700" y="3770"/>
                    <a:pt x="9767" y="3686"/>
                  </a:cubicBezTo>
                  <a:lnTo>
                    <a:pt x="10680" y="2615"/>
                  </a:lnTo>
                  <a:cubicBezTo>
                    <a:pt x="10806" y="2458"/>
                    <a:pt x="10806" y="2269"/>
                    <a:pt x="10649" y="2143"/>
                  </a:cubicBezTo>
                  <a:lnTo>
                    <a:pt x="9578" y="1229"/>
                  </a:lnTo>
                  <a:cubicBezTo>
                    <a:pt x="9509" y="1188"/>
                    <a:pt x="9434" y="1165"/>
                    <a:pt x="9361" y="1165"/>
                  </a:cubicBezTo>
                  <a:cubicBezTo>
                    <a:pt x="9267" y="1165"/>
                    <a:pt x="9176" y="1203"/>
                    <a:pt x="9105" y="1292"/>
                  </a:cubicBezTo>
                  <a:lnTo>
                    <a:pt x="8191" y="2332"/>
                  </a:lnTo>
                  <a:cubicBezTo>
                    <a:pt x="8065" y="2489"/>
                    <a:pt x="8065" y="2710"/>
                    <a:pt x="8223" y="2804"/>
                  </a:cubicBezTo>
                  <a:lnTo>
                    <a:pt x="8506" y="3056"/>
                  </a:lnTo>
                  <a:lnTo>
                    <a:pt x="8034" y="3592"/>
                  </a:lnTo>
                  <a:cubicBezTo>
                    <a:pt x="7561" y="3245"/>
                    <a:pt x="7057" y="3025"/>
                    <a:pt x="6459" y="2899"/>
                  </a:cubicBezTo>
                  <a:lnTo>
                    <a:pt x="6459" y="2773"/>
                  </a:lnTo>
                  <a:cubicBezTo>
                    <a:pt x="7215" y="2773"/>
                    <a:pt x="7845" y="2143"/>
                    <a:pt x="7845" y="1387"/>
                  </a:cubicBezTo>
                  <a:cubicBezTo>
                    <a:pt x="7845" y="662"/>
                    <a:pt x="7215" y="0"/>
                    <a:pt x="64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985" name="Google Shape;985;p93"/>
          <p:cNvCxnSpPr>
            <a:stCxn id="978" idx="0"/>
            <a:endCxn id="980" idx="2"/>
          </p:cNvCxnSpPr>
          <p:nvPr/>
        </p:nvCxnSpPr>
        <p:spPr>
          <a:xfrm rot="10800000">
            <a:off x="4559142" y="2311453"/>
            <a:ext cx="0" cy="2937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86" name="Google Shape;986;p93"/>
          <p:cNvSpPr/>
          <p:nvPr/>
        </p:nvSpPr>
        <p:spPr>
          <a:xfrm>
            <a:off x="2946278" y="2805358"/>
            <a:ext cx="230027" cy="264243"/>
          </a:xfrm>
          <a:custGeom>
            <a:avLst/>
            <a:gdLst/>
            <a:ahLst/>
            <a:cxnLst/>
            <a:rect l="l" t="t" r="r" b="b"/>
            <a:pathLst>
              <a:path w="11059" h="12704" extrusionOk="0">
                <a:moveTo>
                  <a:pt x="5545" y="3449"/>
                </a:moveTo>
                <a:cubicBezTo>
                  <a:pt x="5797" y="3449"/>
                  <a:pt x="5955" y="3638"/>
                  <a:pt x="5955" y="3859"/>
                </a:cubicBezTo>
                <a:lnTo>
                  <a:pt x="5955" y="4111"/>
                </a:lnTo>
                <a:cubicBezTo>
                  <a:pt x="6427" y="4268"/>
                  <a:pt x="6774" y="4741"/>
                  <a:pt x="6774" y="5308"/>
                </a:cubicBezTo>
                <a:cubicBezTo>
                  <a:pt x="6774" y="5528"/>
                  <a:pt x="6585" y="5749"/>
                  <a:pt x="6333" y="5749"/>
                </a:cubicBezTo>
                <a:cubicBezTo>
                  <a:pt x="6081" y="5749"/>
                  <a:pt x="5955" y="5528"/>
                  <a:pt x="5955" y="5308"/>
                </a:cubicBezTo>
                <a:cubicBezTo>
                  <a:pt x="5955" y="5056"/>
                  <a:pt x="5734" y="4898"/>
                  <a:pt x="5545" y="4898"/>
                </a:cubicBezTo>
                <a:cubicBezTo>
                  <a:pt x="5293" y="4898"/>
                  <a:pt x="5104" y="5119"/>
                  <a:pt x="5104" y="5308"/>
                </a:cubicBezTo>
                <a:cubicBezTo>
                  <a:pt x="5104" y="5528"/>
                  <a:pt x="5419" y="5780"/>
                  <a:pt x="5766" y="6001"/>
                </a:cubicBezTo>
                <a:cubicBezTo>
                  <a:pt x="6207" y="6316"/>
                  <a:pt x="6774" y="6725"/>
                  <a:pt x="6774" y="7387"/>
                </a:cubicBezTo>
                <a:cubicBezTo>
                  <a:pt x="6774" y="7954"/>
                  <a:pt x="6427" y="8364"/>
                  <a:pt x="5923" y="8584"/>
                </a:cubicBezTo>
                <a:lnTo>
                  <a:pt x="5923" y="8836"/>
                </a:lnTo>
                <a:cubicBezTo>
                  <a:pt x="5923" y="9088"/>
                  <a:pt x="5734" y="9246"/>
                  <a:pt x="5545" y="9246"/>
                </a:cubicBezTo>
                <a:cubicBezTo>
                  <a:pt x="5293" y="9246"/>
                  <a:pt x="5104" y="9057"/>
                  <a:pt x="5104" y="8836"/>
                </a:cubicBezTo>
                <a:lnTo>
                  <a:pt x="5104" y="8584"/>
                </a:lnTo>
                <a:cubicBezTo>
                  <a:pt x="4632" y="8427"/>
                  <a:pt x="4285" y="7954"/>
                  <a:pt x="4285" y="7387"/>
                </a:cubicBezTo>
                <a:cubicBezTo>
                  <a:pt x="4285" y="7167"/>
                  <a:pt x="4474" y="7009"/>
                  <a:pt x="4726" y="7009"/>
                </a:cubicBezTo>
                <a:cubicBezTo>
                  <a:pt x="4947" y="7009"/>
                  <a:pt x="5104" y="7198"/>
                  <a:pt x="5104" y="7387"/>
                </a:cubicBezTo>
                <a:cubicBezTo>
                  <a:pt x="5104" y="7639"/>
                  <a:pt x="5293" y="7828"/>
                  <a:pt x="5545" y="7828"/>
                </a:cubicBezTo>
                <a:cubicBezTo>
                  <a:pt x="5766" y="7828"/>
                  <a:pt x="5923" y="7639"/>
                  <a:pt x="5923" y="7387"/>
                </a:cubicBezTo>
                <a:cubicBezTo>
                  <a:pt x="5923" y="7167"/>
                  <a:pt x="5608" y="6914"/>
                  <a:pt x="5262" y="6694"/>
                </a:cubicBezTo>
                <a:cubicBezTo>
                  <a:pt x="4821" y="6379"/>
                  <a:pt x="4285" y="5969"/>
                  <a:pt x="4285" y="5308"/>
                </a:cubicBezTo>
                <a:cubicBezTo>
                  <a:pt x="4285" y="4741"/>
                  <a:pt x="4632" y="4331"/>
                  <a:pt x="5104" y="4111"/>
                </a:cubicBezTo>
                <a:lnTo>
                  <a:pt x="5104" y="3859"/>
                </a:lnTo>
                <a:cubicBezTo>
                  <a:pt x="5104" y="3606"/>
                  <a:pt x="5293" y="3449"/>
                  <a:pt x="5545" y="3449"/>
                </a:cubicBezTo>
                <a:close/>
                <a:moveTo>
                  <a:pt x="10651" y="1"/>
                </a:moveTo>
                <a:cubicBezTo>
                  <a:pt x="10562" y="1"/>
                  <a:pt x="10473" y="34"/>
                  <a:pt x="10397" y="109"/>
                </a:cubicBezTo>
                <a:cubicBezTo>
                  <a:pt x="9389" y="834"/>
                  <a:pt x="8538" y="960"/>
                  <a:pt x="8034" y="960"/>
                </a:cubicBezTo>
                <a:cubicBezTo>
                  <a:pt x="7310" y="960"/>
                  <a:pt x="6396" y="645"/>
                  <a:pt x="5766" y="172"/>
                </a:cubicBezTo>
                <a:cubicBezTo>
                  <a:pt x="5703" y="109"/>
                  <a:pt x="5616" y="78"/>
                  <a:pt x="5526" y="78"/>
                </a:cubicBezTo>
                <a:cubicBezTo>
                  <a:pt x="5435" y="78"/>
                  <a:pt x="5341" y="109"/>
                  <a:pt x="5262" y="172"/>
                </a:cubicBezTo>
                <a:cubicBezTo>
                  <a:pt x="4632" y="645"/>
                  <a:pt x="3781" y="960"/>
                  <a:pt x="3025" y="960"/>
                </a:cubicBezTo>
                <a:cubicBezTo>
                  <a:pt x="2237" y="960"/>
                  <a:pt x="1418" y="645"/>
                  <a:pt x="662" y="109"/>
                </a:cubicBezTo>
                <a:cubicBezTo>
                  <a:pt x="582" y="47"/>
                  <a:pt x="495" y="20"/>
                  <a:pt x="411" y="20"/>
                </a:cubicBezTo>
                <a:cubicBezTo>
                  <a:pt x="196" y="20"/>
                  <a:pt x="0" y="198"/>
                  <a:pt x="0" y="424"/>
                </a:cubicBezTo>
                <a:lnTo>
                  <a:pt x="0" y="5276"/>
                </a:lnTo>
                <a:cubicBezTo>
                  <a:pt x="0" y="8616"/>
                  <a:pt x="2143" y="11609"/>
                  <a:pt x="5388" y="12680"/>
                </a:cubicBezTo>
                <a:cubicBezTo>
                  <a:pt x="5419" y="12696"/>
                  <a:pt x="5459" y="12703"/>
                  <a:pt x="5506" y="12703"/>
                </a:cubicBezTo>
                <a:cubicBezTo>
                  <a:pt x="5553" y="12703"/>
                  <a:pt x="5608" y="12696"/>
                  <a:pt x="5671" y="12680"/>
                </a:cubicBezTo>
                <a:cubicBezTo>
                  <a:pt x="8885" y="11609"/>
                  <a:pt x="11059" y="8616"/>
                  <a:pt x="11059" y="5276"/>
                </a:cubicBezTo>
                <a:lnTo>
                  <a:pt x="11059" y="424"/>
                </a:lnTo>
                <a:cubicBezTo>
                  <a:pt x="11059" y="182"/>
                  <a:pt x="10858" y="1"/>
                  <a:pt x="1065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7" name="Google Shape;987;p93"/>
          <p:cNvSpPr txBox="1"/>
          <p:nvPr/>
        </p:nvSpPr>
        <p:spPr>
          <a:xfrm>
            <a:off x="2250842" y="3472100"/>
            <a:ext cx="16209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Jupiter</a:t>
            </a:r>
            <a:endParaRPr sz="24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988" name="Google Shape;988;p93"/>
          <p:cNvSpPr txBox="1"/>
          <p:nvPr/>
        </p:nvSpPr>
        <p:spPr>
          <a:xfrm>
            <a:off x="2252042" y="3870186"/>
            <a:ext cx="1618500" cy="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Jupiter is the biggest planet</a:t>
            </a:r>
            <a:r>
              <a:rPr lang="en-GB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89" name="Google Shape;989;p93"/>
          <p:cNvCxnSpPr>
            <a:stCxn id="977" idx="2"/>
            <a:endCxn id="987" idx="0"/>
          </p:cNvCxnSpPr>
          <p:nvPr/>
        </p:nvCxnSpPr>
        <p:spPr>
          <a:xfrm>
            <a:off x="3061292" y="3214100"/>
            <a:ext cx="0" cy="258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0" name="Google Shape;990;p93"/>
          <p:cNvCxnSpPr>
            <a:endCxn id="977" idx="1"/>
          </p:cNvCxnSpPr>
          <p:nvPr/>
        </p:nvCxnSpPr>
        <p:spPr>
          <a:xfrm>
            <a:off x="1848150" y="2927880"/>
            <a:ext cx="906000" cy="96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1" name="Google Shape;991;p93"/>
          <p:cNvCxnSpPr>
            <a:stCxn id="992" idx="2"/>
            <a:endCxn id="993" idx="0"/>
          </p:cNvCxnSpPr>
          <p:nvPr/>
        </p:nvCxnSpPr>
        <p:spPr>
          <a:xfrm>
            <a:off x="6060178" y="3214125"/>
            <a:ext cx="0" cy="258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4" name="Google Shape;994;p93"/>
          <p:cNvCxnSpPr>
            <a:stCxn id="978" idx="3"/>
            <a:endCxn id="992" idx="1"/>
          </p:cNvCxnSpPr>
          <p:nvPr/>
        </p:nvCxnSpPr>
        <p:spPr>
          <a:xfrm>
            <a:off x="4849162" y="2937480"/>
            <a:ext cx="9219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5" name="Google Shape;995;p93"/>
          <p:cNvSpPr/>
          <p:nvPr/>
        </p:nvSpPr>
        <p:spPr>
          <a:xfrm>
            <a:off x="5914989" y="2824069"/>
            <a:ext cx="290377" cy="226822"/>
          </a:xfrm>
          <a:custGeom>
            <a:avLst/>
            <a:gdLst/>
            <a:ahLst/>
            <a:cxnLst/>
            <a:rect l="l" t="t" r="r" b="b"/>
            <a:pathLst>
              <a:path w="12665" h="9893" extrusionOk="0">
                <a:moveTo>
                  <a:pt x="8538" y="2458"/>
                </a:moveTo>
                <a:cubicBezTo>
                  <a:pt x="8758" y="2458"/>
                  <a:pt x="8916" y="2678"/>
                  <a:pt x="8916" y="2899"/>
                </a:cubicBezTo>
                <a:lnTo>
                  <a:pt x="8916" y="4569"/>
                </a:lnTo>
                <a:cubicBezTo>
                  <a:pt x="8916" y="4789"/>
                  <a:pt x="8727" y="4978"/>
                  <a:pt x="8538" y="4978"/>
                </a:cubicBezTo>
                <a:cubicBezTo>
                  <a:pt x="8349" y="4978"/>
                  <a:pt x="8128" y="4789"/>
                  <a:pt x="8128" y="4569"/>
                </a:cubicBezTo>
                <a:lnTo>
                  <a:pt x="8128" y="3875"/>
                </a:lnTo>
                <a:lnTo>
                  <a:pt x="6364" y="5671"/>
                </a:lnTo>
                <a:cubicBezTo>
                  <a:pt x="6285" y="5750"/>
                  <a:pt x="6175" y="5789"/>
                  <a:pt x="6065" y="5789"/>
                </a:cubicBezTo>
                <a:cubicBezTo>
                  <a:pt x="5954" y="5789"/>
                  <a:pt x="5844" y="5750"/>
                  <a:pt x="5765" y="5671"/>
                </a:cubicBezTo>
                <a:lnTo>
                  <a:pt x="5230" y="5104"/>
                </a:lnTo>
                <a:lnTo>
                  <a:pt x="3844" y="6490"/>
                </a:lnTo>
                <a:cubicBezTo>
                  <a:pt x="3765" y="6569"/>
                  <a:pt x="3655" y="6608"/>
                  <a:pt x="3544" y="6608"/>
                </a:cubicBezTo>
                <a:cubicBezTo>
                  <a:pt x="3434" y="6608"/>
                  <a:pt x="3324" y="6569"/>
                  <a:pt x="3245" y="6490"/>
                </a:cubicBezTo>
                <a:cubicBezTo>
                  <a:pt x="3087" y="6333"/>
                  <a:pt x="3087" y="6049"/>
                  <a:pt x="3245" y="5892"/>
                </a:cubicBezTo>
                <a:lnTo>
                  <a:pt x="4915" y="4254"/>
                </a:lnTo>
                <a:cubicBezTo>
                  <a:pt x="4994" y="4175"/>
                  <a:pt x="5104" y="4135"/>
                  <a:pt x="5214" y="4135"/>
                </a:cubicBezTo>
                <a:cubicBezTo>
                  <a:pt x="5324" y="4135"/>
                  <a:pt x="5435" y="4175"/>
                  <a:pt x="5513" y="4254"/>
                </a:cubicBezTo>
                <a:lnTo>
                  <a:pt x="6049" y="4789"/>
                </a:lnTo>
                <a:lnTo>
                  <a:pt x="7561" y="3308"/>
                </a:lnTo>
                <a:lnTo>
                  <a:pt x="6868" y="3308"/>
                </a:lnTo>
                <a:cubicBezTo>
                  <a:pt x="6648" y="3308"/>
                  <a:pt x="6490" y="3088"/>
                  <a:pt x="6490" y="2899"/>
                </a:cubicBezTo>
                <a:cubicBezTo>
                  <a:pt x="6490" y="2678"/>
                  <a:pt x="6679" y="2458"/>
                  <a:pt x="6868" y="2458"/>
                </a:cubicBezTo>
                <a:close/>
                <a:moveTo>
                  <a:pt x="11814" y="8255"/>
                </a:moveTo>
                <a:cubicBezTo>
                  <a:pt x="11814" y="8538"/>
                  <a:pt x="11877" y="9105"/>
                  <a:pt x="11405" y="9105"/>
                </a:cubicBezTo>
                <a:lnTo>
                  <a:pt x="1197" y="9105"/>
                </a:lnTo>
                <a:cubicBezTo>
                  <a:pt x="977" y="9105"/>
                  <a:pt x="788" y="8885"/>
                  <a:pt x="788" y="8664"/>
                </a:cubicBezTo>
                <a:lnTo>
                  <a:pt x="788" y="8255"/>
                </a:lnTo>
                <a:close/>
                <a:moveTo>
                  <a:pt x="2048" y="0"/>
                </a:moveTo>
                <a:cubicBezTo>
                  <a:pt x="1355" y="0"/>
                  <a:pt x="819" y="536"/>
                  <a:pt x="819" y="1229"/>
                </a:cubicBezTo>
                <a:lnTo>
                  <a:pt x="819" y="7435"/>
                </a:lnTo>
                <a:lnTo>
                  <a:pt x="410" y="7435"/>
                </a:lnTo>
                <a:cubicBezTo>
                  <a:pt x="189" y="7435"/>
                  <a:pt x="0" y="7625"/>
                  <a:pt x="0" y="7845"/>
                </a:cubicBezTo>
                <a:lnTo>
                  <a:pt x="0" y="8664"/>
                </a:lnTo>
                <a:cubicBezTo>
                  <a:pt x="0" y="9326"/>
                  <a:pt x="536" y="9893"/>
                  <a:pt x="1260" y="9893"/>
                </a:cubicBezTo>
                <a:lnTo>
                  <a:pt x="11436" y="9893"/>
                </a:lnTo>
                <a:cubicBezTo>
                  <a:pt x="12129" y="9893"/>
                  <a:pt x="12665" y="9326"/>
                  <a:pt x="12665" y="8664"/>
                </a:cubicBezTo>
                <a:lnTo>
                  <a:pt x="12665" y="7845"/>
                </a:lnTo>
                <a:cubicBezTo>
                  <a:pt x="12634" y="7593"/>
                  <a:pt x="12444" y="7435"/>
                  <a:pt x="12224" y="7435"/>
                </a:cubicBezTo>
                <a:lnTo>
                  <a:pt x="11814" y="7435"/>
                </a:lnTo>
                <a:lnTo>
                  <a:pt x="11814" y="1229"/>
                </a:lnTo>
                <a:cubicBezTo>
                  <a:pt x="11814" y="536"/>
                  <a:pt x="11247" y="0"/>
                  <a:pt x="1058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3" name="Google Shape;993;p93"/>
          <p:cNvSpPr txBox="1"/>
          <p:nvPr/>
        </p:nvSpPr>
        <p:spPr>
          <a:xfrm>
            <a:off x="5255728" y="3472125"/>
            <a:ext cx="1608900" cy="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Neptune</a:t>
            </a:r>
            <a:endParaRPr sz="24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996" name="Google Shape;996;p93"/>
          <p:cNvSpPr txBox="1"/>
          <p:nvPr/>
        </p:nvSpPr>
        <p:spPr>
          <a:xfrm>
            <a:off x="5250928" y="3870184"/>
            <a:ext cx="1618500" cy="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Neptune is far away from Earth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97" name="Google Shape;997;p93"/>
          <p:cNvCxnSpPr>
            <a:stCxn id="992" idx="3"/>
            <a:endCxn id="998" idx="1"/>
          </p:cNvCxnSpPr>
          <p:nvPr/>
        </p:nvCxnSpPr>
        <p:spPr>
          <a:xfrm>
            <a:off x="6363803" y="2937480"/>
            <a:ext cx="9339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9" name="Google Shape;999;p93"/>
          <p:cNvSpPr txBox="1"/>
          <p:nvPr/>
        </p:nvSpPr>
        <p:spPr>
          <a:xfrm>
            <a:off x="6775776" y="1474296"/>
            <a:ext cx="16365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Saturn</a:t>
            </a:r>
            <a:endParaRPr sz="24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000" name="Google Shape;1000;p93"/>
          <p:cNvSpPr txBox="1"/>
          <p:nvPr/>
        </p:nvSpPr>
        <p:spPr>
          <a:xfrm>
            <a:off x="6784776" y="1879259"/>
            <a:ext cx="16185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Saturn is a gas giant with rings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01" name="Google Shape;1001;p93"/>
          <p:cNvCxnSpPr>
            <a:stCxn id="998" idx="0"/>
            <a:endCxn id="1000" idx="2"/>
          </p:cNvCxnSpPr>
          <p:nvPr/>
        </p:nvCxnSpPr>
        <p:spPr>
          <a:xfrm rot="10800000">
            <a:off x="7594026" y="2389859"/>
            <a:ext cx="0" cy="270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2" name="Google Shape;1002;p93"/>
          <p:cNvSpPr txBox="1"/>
          <p:nvPr/>
        </p:nvSpPr>
        <p:spPr>
          <a:xfrm>
            <a:off x="722199" y="1473727"/>
            <a:ext cx="16335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Mercury</a:t>
            </a:r>
            <a:endParaRPr sz="24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003" name="Google Shape;1003;p93"/>
          <p:cNvSpPr txBox="1"/>
          <p:nvPr/>
        </p:nvSpPr>
        <p:spPr>
          <a:xfrm>
            <a:off x="731649" y="1878711"/>
            <a:ext cx="16146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Mercury is a small planet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04" name="Google Shape;1004;p93"/>
          <p:cNvGrpSpPr/>
          <p:nvPr/>
        </p:nvGrpSpPr>
        <p:grpSpPr>
          <a:xfrm>
            <a:off x="1399481" y="2808126"/>
            <a:ext cx="278935" cy="258707"/>
            <a:chOff x="1399485" y="2808126"/>
            <a:chExt cx="278935" cy="258707"/>
          </a:xfrm>
        </p:grpSpPr>
        <p:sp>
          <p:nvSpPr>
            <p:cNvPr id="1005" name="Google Shape;1005;p93"/>
            <p:cNvSpPr/>
            <p:nvPr/>
          </p:nvSpPr>
          <p:spPr>
            <a:xfrm>
              <a:off x="1489092" y="2876771"/>
              <a:ext cx="189328" cy="190062"/>
            </a:xfrm>
            <a:custGeom>
              <a:avLst/>
              <a:gdLst/>
              <a:ahLst/>
              <a:cxnLst/>
              <a:rect l="l" t="t" r="r" b="b"/>
              <a:pathLst>
                <a:path w="8255" h="8287" extrusionOk="0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6" name="Google Shape;1006;p93"/>
            <p:cNvSpPr/>
            <p:nvPr/>
          </p:nvSpPr>
          <p:spPr>
            <a:xfrm>
              <a:off x="1400219" y="2808126"/>
              <a:ext cx="146692" cy="68667"/>
            </a:xfrm>
            <a:custGeom>
              <a:avLst/>
              <a:gdLst/>
              <a:ahLst/>
              <a:cxnLst/>
              <a:rect l="l" t="t" r="r" b="b"/>
              <a:pathLst>
                <a:path w="6396" h="2994" extrusionOk="0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7" name="Google Shape;1007;p93"/>
            <p:cNvSpPr/>
            <p:nvPr/>
          </p:nvSpPr>
          <p:spPr>
            <a:xfrm>
              <a:off x="1400219" y="2879660"/>
              <a:ext cx="101166" cy="54929"/>
            </a:xfrm>
            <a:custGeom>
              <a:avLst/>
              <a:gdLst/>
              <a:ahLst/>
              <a:cxnLst/>
              <a:rect l="l" t="t" r="r" b="b"/>
              <a:pathLst>
                <a:path w="4411" h="2395" extrusionOk="0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8" name="Google Shape;1008;p93"/>
            <p:cNvSpPr/>
            <p:nvPr/>
          </p:nvSpPr>
          <p:spPr>
            <a:xfrm>
              <a:off x="1400219" y="2992386"/>
              <a:ext cx="97565" cy="54929"/>
            </a:xfrm>
            <a:custGeom>
              <a:avLst/>
              <a:gdLst/>
              <a:ahLst/>
              <a:cxnLst/>
              <a:rect l="l" t="t" r="r" b="b"/>
              <a:pathLst>
                <a:path w="4254" h="2395" extrusionOk="0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9" name="Google Shape;1009;p93"/>
            <p:cNvSpPr/>
            <p:nvPr/>
          </p:nvSpPr>
          <p:spPr>
            <a:xfrm>
              <a:off x="1399485" y="2936012"/>
              <a:ext cx="71557" cy="55663"/>
            </a:xfrm>
            <a:custGeom>
              <a:avLst/>
              <a:gdLst/>
              <a:ahLst/>
              <a:cxnLst/>
              <a:rect l="l" t="t" r="r" b="b"/>
              <a:pathLst>
                <a:path w="3120" h="2427" extrusionOk="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010" name="Google Shape;1010;p93"/>
          <p:cNvCxnSpPr>
            <a:stCxn id="1011" idx="0"/>
            <a:endCxn id="1003" idx="2"/>
          </p:cNvCxnSpPr>
          <p:nvPr/>
        </p:nvCxnSpPr>
        <p:spPr>
          <a:xfrm rot="10800000">
            <a:off x="1538949" y="2389311"/>
            <a:ext cx="0" cy="271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12" name="Google Shape;1012;p93"/>
          <p:cNvGrpSpPr/>
          <p:nvPr/>
        </p:nvGrpSpPr>
        <p:grpSpPr>
          <a:xfrm>
            <a:off x="7456127" y="2799708"/>
            <a:ext cx="278955" cy="275558"/>
            <a:chOff x="-59869425" y="4102225"/>
            <a:chExt cx="319025" cy="315175"/>
          </a:xfrm>
        </p:grpSpPr>
        <p:sp>
          <p:nvSpPr>
            <p:cNvPr id="1013" name="Google Shape;1013;p93"/>
            <p:cNvSpPr/>
            <p:nvPr/>
          </p:nvSpPr>
          <p:spPr>
            <a:xfrm>
              <a:off x="-59869425" y="4102225"/>
              <a:ext cx="149675" cy="256825"/>
            </a:xfrm>
            <a:custGeom>
              <a:avLst/>
              <a:gdLst/>
              <a:ahLst/>
              <a:cxnLst/>
              <a:rect l="l" t="t" r="r" b="b"/>
              <a:pathLst>
                <a:path w="5987" h="10273" extrusionOk="0">
                  <a:moveTo>
                    <a:pt x="5532" y="1"/>
                  </a:moveTo>
                  <a:cubicBezTo>
                    <a:pt x="5515" y="1"/>
                    <a:pt x="5499" y="2"/>
                    <a:pt x="5483" y="4"/>
                  </a:cubicBezTo>
                  <a:cubicBezTo>
                    <a:pt x="2364" y="445"/>
                    <a:pt x="1" y="3123"/>
                    <a:pt x="1" y="6274"/>
                  </a:cubicBezTo>
                  <a:cubicBezTo>
                    <a:pt x="1" y="7692"/>
                    <a:pt x="442" y="8983"/>
                    <a:pt x="1293" y="10086"/>
                  </a:cubicBezTo>
                  <a:cubicBezTo>
                    <a:pt x="1381" y="10209"/>
                    <a:pt x="1507" y="10273"/>
                    <a:pt x="1635" y="10273"/>
                  </a:cubicBezTo>
                  <a:cubicBezTo>
                    <a:pt x="1737" y="10273"/>
                    <a:pt x="1839" y="10233"/>
                    <a:pt x="1923" y="10149"/>
                  </a:cubicBezTo>
                  <a:lnTo>
                    <a:pt x="3719" y="8353"/>
                  </a:lnTo>
                  <a:cubicBezTo>
                    <a:pt x="3813" y="8259"/>
                    <a:pt x="3845" y="8007"/>
                    <a:pt x="3782" y="7849"/>
                  </a:cubicBezTo>
                  <a:cubicBezTo>
                    <a:pt x="3498" y="7376"/>
                    <a:pt x="3341" y="6809"/>
                    <a:pt x="3341" y="6274"/>
                  </a:cubicBezTo>
                  <a:cubicBezTo>
                    <a:pt x="3341" y="4888"/>
                    <a:pt x="4286" y="3659"/>
                    <a:pt x="5672" y="3312"/>
                  </a:cubicBezTo>
                  <a:cubicBezTo>
                    <a:pt x="5861" y="3281"/>
                    <a:pt x="5987" y="3123"/>
                    <a:pt x="5987" y="2934"/>
                  </a:cubicBezTo>
                  <a:lnTo>
                    <a:pt x="5987" y="414"/>
                  </a:lnTo>
                  <a:cubicBezTo>
                    <a:pt x="5958" y="180"/>
                    <a:pt x="5739" y="1"/>
                    <a:pt x="5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4" name="Google Shape;1014;p93"/>
            <p:cNvSpPr/>
            <p:nvPr/>
          </p:nvSpPr>
          <p:spPr>
            <a:xfrm>
              <a:off x="-59811125" y="4322075"/>
              <a:ext cx="201650" cy="95325"/>
            </a:xfrm>
            <a:custGeom>
              <a:avLst/>
              <a:gdLst/>
              <a:ahLst/>
              <a:cxnLst/>
              <a:rect l="l" t="t" r="r" b="b"/>
              <a:pathLst>
                <a:path w="8066" h="3813" extrusionOk="0">
                  <a:moveTo>
                    <a:pt x="5758" y="0"/>
                  </a:moveTo>
                  <a:cubicBezTo>
                    <a:pt x="5692" y="0"/>
                    <a:pt x="5629" y="11"/>
                    <a:pt x="5577" y="32"/>
                  </a:cubicBezTo>
                  <a:cubicBezTo>
                    <a:pt x="5091" y="339"/>
                    <a:pt x="4530" y="489"/>
                    <a:pt x="3972" y="489"/>
                  </a:cubicBezTo>
                  <a:cubicBezTo>
                    <a:pt x="3444" y="489"/>
                    <a:pt x="2917" y="355"/>
                    <a:pt x="2458" y="95"/>
                  </a:cubicBezTo>
                  <a:cubicBezTo>
                    <a:pt x="2389" y="53"/>
                    <a:pt x="2314" y="30"/>
                    <a:pt x="2239" y="30"/>
                  </a:cubicBezTo>
                  <a:cubicBezTo>
                    <a:pt x="2141" y="30"/>
                    <a:pt x="2042" y="69"/>
                    <a:pt x="1954" y="158"/>
                  </a:cubicBezTo>
                  <a:lnTo>
                    <a:pt x="189" y="1922"/>
                  </a:lnTo>
                  <a:cubicBezTo>
                    <a:pt x="0" y="2143"/>
                    <a:pt x="32" y="2395"/>
                    <a:pt x="221" y="2552"/>
                  </a:cubicBezTo>
                  <a:cubicBezTo>
                    <a:pt x="1324" y="3403"/>
                    <a:pt x="2615" y="3812"/>
                    <a:pt x="4001" y="3812"/>
                  </a:cubicBezTo>
                  <a:cubicBezTo>
                    <a:pt x="5388" y="3812"/>
                    <a:pt x="6711" y="3403"/>
                    <a:pt x="7814" y="2521"/>
                  </a:cubicBezTo>
                  <a:cubicBezTo>
                    <a:pt x="8034" y="2363"/>
                    <a:pt x="8066" y="2080"/>
                    <a:pt x="7877" y="1890"/>
                  </a:cubicBezTo>
                  <a:lnTo>
                    <a:pt x="6112" y="126"/>
                  </a:lnTo>
                  <a:cubicBezTo>
                    <a:pt x="6028" y="42"/>
                    <a:pt x="5888" y="0"/>
                    <a:pt x="5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5" name="Google Shape;1015;p93"/>
            <p:cNvSpPr/>
            <p:nvPr/>
          </p:nvSpPr>
          <p:spPr>
            <a:xfrm>
              <a:off x="-59700075" y="4102225"/>
              <a:ext cx="149675" cy="256525"/>
            </a:xfrm>
            <a:custGeom>
              <a:avLst/>
              <a:gdLst/>
              <a:ahLst/>
              <a:cxnLst/>
              <a:rect l="l" t="t" r="r" b="b"/>
              <a:pathLst>
                <a:path w="5987" h="10261" extrusionOk="0">
                  <a:moveTo>
                    <a:pt x="418" y="1"/>
                  </a:moveTo>
                  <a:cubicBezTo>
                    <a:pt x="190" y="1"/>
                    <a:pt x="1" y="180"/>
                    <a:pt x="1" y="414"/>
                  </a:cubicBezTo>
                  <a:lnTo>
                    <a:pt x="1" y="2934"/>
                  </a:lnTo>
                  <a:cubicBezTo>
                    <a:pt x="1" y="3123"/>
                    <a:pt x="127" y="3281"/>
                    <a:pt x="316" y="3312"/>
                  </a:cubicBezTo>
                  <a:cubicBezTo>
                    <a:pt x="1639" y="3659"/>
                    <a:pt x="2647" y="4856"/>
                    <a:pt x="2647" y="6274"/>
                  </a:cubicBezTo>
                  <a:cubicBezTo>
                    <a:pt x="2647" y="6809"/>
                    <a:pt x="2489" y="7376"/>
                    <a:pt x="2206" y="7849"/>
                  </a:cubicBezTo>
                  <a:cubicBezTo>
                    <a:pt x="2080" y="8007"/>
                    <a:pt x="2111" y="8196"/>
                    <a:pt x="2269" y="8353"/>
                  </a:cubicBezTo>
                  <a:lnTo>
                    <a:pt x="4065" y="10149"/>
                  </a:lnTo>
                  <a:cubicBezTo>
                    <a:pt x="4137" y="10221"/>
                    <a:pt x="4242" y="10260"/>
                    <a:pt x="4350" y="10260"/>
                  </a:cubicBezTo>
                  <a:cubicBezTo>
                    <a:pt x="4478" y="10260"/>
                    <a:pt x="4609" y="10205"/>
                    <a:pt x="4695" y="10086"/>
                  </a:cubicBezTo>
                  <a:cubicBezTo>
                    <a:pt x="5514" y="8983"/>
                    <a:pt x="5987" y="7660"/>
                    <a:pt x="5987" y="6274"/>
                  </a:cubicBezTo>
                  <a:cubicBezTo>
                    <a:pt x="5892" y="3123"/>
                    <a:pt x="3592" y="445"/>
                    <a:pt x="473" y="4"/>
                  </a:cubicBezTo>
                  <a:cubicBezTo>
                    <a:pt x="455" y="2"/>
                    <a:pt x="436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6" name="Google Shape;1016;p93"/>
            <p:cNvSpPr/>
            <p:nvPr/>
          </p:nvSpPr>
          <p:spPr>
            <a:xfrm>
              <a:off x="-59742600" y="4187375"/>
              <a:ext cx="63025" cy="144950"/>
            </a:xfrm>
            <a:custGeom>
              <a:avLst/>
              <a:gdLst/>
              <a:ahLst/>
              <a:cxnLst/>
              <a:rect l="l" t="t" r="r" b="b"/>
              <a:pathLst>
                <a:path w="2521" h="5798" extrusionOk="0">
                  <a:moveTo>
                    <a:pt x="1260" y="1"/>
                  </a:moveTo>
                  <a:cubicBezTo>
                    <a:pt x="1040" y="1"/>
                    <a:pt x="819" y="190"/>
                    <a:pt x="819" y="379"/>
                  </a:cubicBezTo>
                  <a:lnTo>
                    <a:pt x="819" y="662"/>
                  </a:lnTo>
                  <a:cubicBezTo>
                    <a:pt x="347" y="820"/>
                    <a:pt x="0" y="1293"/>
                    <a:pt x="0" y="1860"/>
                  </a:cubicBezTo>
                  <a:cubicBezTo>
                    <a:pt x="0" y="2521"/>
                    <a:pt x="567" y="2899"/>
                    <a:pt x="977" y="3214"/>
                  </a:cubicBezTo>
                  <a:cubicBezTo>
                    <a:pt x="1292" y="3466"/>
                    <a:pt x="1670" y="3687"/>
                    <a:pt x="1670" y="3939"/>
                  </a:cubicBezTo>
                  <a:cubicBezTo>
                    <a:pt x="1670" y="4160"/>
                    <a:pt x="1450" y="4380"/>
                    <a:pt x="1260" y="4380"/>
                  </a:cubicBezTo>
                  <a:cubicBezTo>
                    <a:pt x="1071" y="4380"/>
                    <a:pt x="819" y="4160"/>
                    <a:pt x="819" y="3939"/>
                  </a:cubicBezTo>
                  <a:cubicBezTo>
                    <a:pt x="819" y="3687"/>
                    <a:pt x="630" y="3529"/>
                    <a:pt x="441" y="3529"/>
                  </a:cubicBezTo>
                  <a:cubicBezTo>
                    <a:pt x="252" y="3529"/>
                    <a:pt x="32" y="3750"/>
                    <a:pt x="32" y="3939"/>
                  </a:cubicBezTo>
                  <a:cubicBezTo>
                    <a:pt x="32" y="4475"/>
                    <a:pt x="410" y="4916"/>
                    <a:pt x="882" y="5105"/>
                  </a:cubicBezTo>
                  <a:lnTo>
                    <a:pt x="882" y="5388"/>
                  </a:lnTo>
                  <a:cubicBezTo>
                    <a:pt x="882" y="5640"/>
                    <a:pt x="1071" y="5798"/>
                    <a:pt x="1292" y="5798"/>
                  </a:cubicBezTo>
                  <a:cubicBezTo>
                    <a:pt x="1544" y="5798"/>
                    <a:pt x="1702" y="5577"/>
                    <a:pt x="1702" y="5388"/>
                  </a:cubicBezTo>
                  <a:lnTo>
                    <a:pt x="1702" y="5073"/>
                  </a:lnTo>
                  <a:cubicBezTo>
                    <a:pt x="2174" y="4916"/>
                    <a:pt x="2521" y="4443"/>
                    <a:pt x="2521" y="3907"/>
                  </a:cubicBezTo>
                  <a:cubicBezTo>
                    <a:pt x="2521" y="3214"/>
                    <a:pt x="1985" y="2836"/>
                    <a:pt x="1544" y="2521"/>
                  </a:cubicBezTo>
                  <a:cubicBezTo>
                    <a:pt x="1229" y="2269"/>
                    <a:pt x="882" y="2049"/>
                    <a:pt x="882" y="1797"/>
                  </a:cubicBezTo>
                  <a:cubicBezTo>
                    <a:pt x="882" y="1576"/>
                    <a:pt x="1071" y="1419"/>
                    <a:pt x="1292" y="1419"/>
                  </a:cubicBezTo>
                  <a:cubicBezTo>
                    <a:pt x="1544" y="1419"/>
                    <a:pt x="1702" y="1608"/>
                    <a:pt x="1702" y="1797"/>
                  </a:cubicBezTo>
                  <a:cubicBezTo>
                    <a:pt x="1702" y="2049"/>
                    <a:pt x="1891" y="2238"/>
                    <a:pt x="2143" y="2238"/>
                  </a:cubicBezTo>
                  <a:cubicBezTo>
                    <a:pt x="2363" y="2238"/>
                    <a:pt x="2521" y="2049"/>
                    <a:pt x="2521" y="1797"/>
                  </a:cubicBezTo>
                  <a:cubicBezTo>
                    <a:pt x="2521" y="1261"/>
                    <a:pt x="2174" y="820"/>
                    <a:pt x="1702" y="631"/>
                  </a:cubicBezTo>
                  <a:lnTo>
                    <a:pt x="1702" y="347"/>
                  </a:lnTo>
                  <a:cubicBezTo>
                    <a:pt x="1702" y="158"/>
                    <a:pt x="1513" y="1"/>
                    <a:pt x="1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1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/>
                                        <p:tgtEl>
                                          <p:spTgt spid="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/>
                                        <p:tgtEl>
                                          <p:spTgt spid="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/>
                                        <p:tgtEl>
                                          <p:spTgt spid="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/>
                                        <p:tgtEl>
                                          <p:spTgt spid="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/>
                                        <p:tgtEl>
                                          <p:spTgt spid="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/>
                                        <p:tgtEl>
                                          <p:spTgt spid="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/>
                                        <p:tgtEl>
                                          <p:spTgt spid="9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/>
                                        <p:tgtEl>
                                          <p:spTgt spid="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/>
                                        <p:tgtEl>
                                          <p:spTgt spid="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/>
                                        <p:tgtEl>
                                          <p:spTgt spid="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/>
                                        <p:tgtEl>
                                          <p:spTgt spid="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000"/>
                                        <p:tgtEl>
                                          <p:spTgt spid="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000"/>
                                        <p:tgtEl>
                                          <p:spTgt spid="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000"/>
                                        <p:tgtEl>
                                          <p:spTgt spid="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1000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000"/>
                                        <p:tgtEl>
                                          <p:spTgt spid="1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9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a table</a:t>
            </a:r>
            <a:endParaRPr lang="en-GB"/>
          </a:p>
        </p:txBody>
      </p:sp>
      <p:graphicFrame>
        <p:nvGraphicFramePr>
          <p:cNvPr id="1022" name="Google Shape;1022;p94"/>
          <p:cNvGraphicFramePr/>
          <p:nvPr/>
        </p:nvGraphicFramePr>
        <p:xfrm>
          <a:off x="1817563" y="1529275"/>
          <a:ext cx="5051675" cy="3000000"/>
        </p:xfrm>
        <a:graphic>
          <a:graphicData uri="http://schemas.openxmlformats.org/drawingml/2006/table">
            <a:tbl>
              <a:tblPr>
                <a:noFill/>
                <a:tableStyleId>{6DB2CEF2-5C51-459F-9956-8D74FEA107DB}</a:tableStyleId>
              </a:tblPr>
              <a:tblGrid>
                <a:gridCol w="1430375"/>
                <a:gridCol w="1207100"/>
                <a:gridCol w="1207100"/>
                <a:gridCol w="1207100"/>
              </a:tblGrid>
              <a:tr h="407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Mars</a:t>
                      </a: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Venus</a:t>
                      </a: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Jupiter</a:t>
                      </a: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Task 1</a:t>
                      </a: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Task 2</a:t>
                      </a: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Task 3</a:t>
                      </a: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Task 4</a:t>
                      </a: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023" name="Google Shape;1023;p94"/>
          <p:cNvGrpSpPr/>
          <p:nvPr/>
        </p:nvGrpSpPr>
        <p:grpSpPr>
          <a:xfrm>
            <a:off x="3646605" y="2176699"/>
            <a:ext cx="382473" cy="382473"/>
            <a:chOff x="1492675" y="4992125"/>
            <a:chExt cx="481825" cy="481825"/>
          </a:xfrm>
        </p:grpSpPr>
        <p:sp>
          <p:nvSpPr>
            <p:cNvPr id="1024" name="Google Shape;1024;p94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025" name="Google Shape;1025;p94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grpSp>
        <p:nvGrpSpPr>
          <p:cNvPr id="1026" name="Google Shape;1026;p94"/>
          <p:cNvGrpSpPr/>
          <p:nvPr/>
        </p:nvGrpSpPr>
        <p:grpSpPr>
          <a:xfrm>
            <a:off x="3646607" y="2740824"/>
            <a:ext cx="382473" cy="382473"/>
            <a:chOff x="2085525" y="4992125"/>
            <a:chExt cx="481825" cy="481825"/>
          </a:xfrm>
        </p:grpSpPr>
        <p:sp>
          <p:nvSpPr>
            <p:cNvPr id="1027" name="Google Shape;1027;p94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028" name="Google Shape;1028;p94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grpSp>
        <p:nvGrpSpPr>
          <p:cNvPr id="1029" name="Google Shape;1029;p94"/>
          <p:cNvGrpSpPr/>
          <p:nvPr/>
        </p:nvGrpSpPr>
        <p:grpSpPr>
          <a:xfrm>
            <a:off x="3646605" y="3315587"/>
            <a:ext cx="382473" cy="382473"/>
            <a:chOff x="1492675" y="4992125"/>
            <a:chExt cx="481825" cy="481825"/>
          </a:xfrm>
        </p:grpSpPr>
        <p:sp>
          <p:nvSpPr>
            <p:cNvPr id="1030" name="Google Shape;1030;p94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031" name="Google Shape;1031;p94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grpSp>
        <p:nvGrpSpPr>
          <p:cNvPr id="1032" name="Google Shape;1032;p94"/>
          <p:cNvGrpSpPr/>
          <p:nvPr/>
        </p:nvGrpSpPr>
        <p:grpSpPr>
          <a:xfrm>
            <a:off x="3646607" y="3897837"/>
            <a:ext cx="382473" cy="382473"/>
            <a:chOff x="2085525" y="4992125"/>
            <a:chExt cx="481825" cy="481825"/>
          </a:xfrm>
        </p:grpSpPr>
        <p:sp>
          <p:nvSpPr>
            <p:cNvPr id="1033" name="Google Shape;1033;p94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034" name="Google Shape;1034;p94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grpSp>
        <p:nvGrpSpPr>
          <p:cNvPr id="1035" name="Google Shape;1035;p94"/>
          <p:cNvGrpSpPr/>
          <p:nvPr/>
        </p:nvGrpSpPr>
        <p:grpSpPr>
          <a:xfrm>
            <a:off x="6068180" y="2176699"/>
            <a:ext cx="382473" cy="382473"/>
            <a:chOff x="1492675" y="4992125"/>
            <a:chExt cx="481825" cy="481825"/>
          </a:xfrm>
        </p:grpSpPr>
        <p:sp>
          <p:nvSpPr>
            <p:cNvPr id="1036" name="Google Shape;1036;p94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037" name="Google Shape;1037;p94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grpSp>
        <p:nvGrpSpPr>
          <p:cNvPr id="1038" name="Google Shape;1038;p94"/>
          <p:cNvGrpSpPr/>
          <p:nvPr/>
        </p:nvGrpSpPr>
        <p:grpSpPr>
          <a:xfrm>
            <a:off x="6068182" y="2740824"/>
            <a:ext cx="382473" cy="382473"/>
            <a:chOff x="2085525" y="4992125"/>
            <a:chExt cx="481825" cy="481825"/>
          </a:xfrm>
        </p:grpSpPr>
        <p:sp>
          <p:nvSpPr>
            <p:cNvPr id="1039" name="Google Shape;1039;p94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040" name="Google Shape;1040;p94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grpSp>
        <p:nvGrpSpPr>
          <p:cNvPr id="1041" name="Google Shape;1041;p94"/>
          <p:cNvGrpSpPr/>
          <p:nvPr/>
        </p:nvGrpSpPr>
        <p:grpSpPr>
          <a:xfrm>
            <a:off x="6068180" y="3315587"/>
            <a:ext cx="382473" cy="382473"/>
            <a:chOff x="1492675" y="4992125"/>
            <a:chExt cx="481825" cy="481825"/>
          </a:xfrm>
        </p:grpSpPr>
        <p:sp>
          <p:nvSpPr>
            <p:cNvPr id="1042" name="Google Shape;1042;p94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043" name="Google Shape;1043;p94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grpSp>
        <p:nvGrpSpPr>
          <p:cNvPr id="1044" name="Google Shape;1044;p94"/>
          <p:cNvGrpSpPr/>
          <p:nvPr/>
        </p:nvGrpSpPr>
        <p:grpSpPr>
          <a:xfrm>
            <a:off x="6068182" y="3897837"/>
            <a:ext cx="382473" cy="382473"/>
            <a:chOff x="2085525" y="4992125"/>
            <a:chExt cx="481825" cy="481825"/>
          </a:xfrm>
        </p:grpSpPr>
        <p:sp>
          <p:nvSpPr>
            <p:cNvPr id="1045" name="Google Shape;1045;p94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046" name="Google Shape;1046;p94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grpSp>
        <p:nvGrpSpPr>
          <p:cNvPr id="1047" name="Google Shape;1047;p94"/>
          <p:cNvGrpSpPr/>
          <p:nvPr/>
        </p:nvGrpSpPr>
        <p:grpSpPr>
          <a:xfrm>
            <a:off x="4873520" y="2176687"/>
            <a:ext cx="382473" cy="382473"/>
            <a:chOff x="2085525" y="4992125"/>
            <a:chExt cx="481825" cy="481825"/>
          </a:xfrm>
        </p:grpSpPr>
        <p:sp>
          <p:nvSpPr>
            <p:cNvPr id="1048" name="Google Shape;1048;p94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049" name="Google Shape;1049;p94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grpSp>
        <p:nvGrpSpPr>
          <p:cNvPr id="1050" name="Google Shape;1050;p94"/>
          <p:cNvGrpSpPr/>
          <p:nvPr/>
        </p:nvGrpSpPr>
        <p:grpSpPr>
          <a:xfrm>
            <a:off x="4873518" y="2740812"/>
            <a:ext cx="382473" cy="382473"/>
            <a:chOff x="1492675" y="4992125"/>
            <a:chExt cx="481825" cy="481825"/>
          </a:xfrm>
        </p:grpSpPr>
        <p:sp>
          <p:nvSpPr>
            <p:cNvPr id="1051" name="Google Shape;1051;p94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052" name="Google Shape;1052;p94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grpSp>
        <p:nvGrpSpPr>
          <p:cNvPr id="1053" name="Google Shape;1053;p94"/>
          <p:cNvGrpSpPr/>
          <p:nvPr/>
        </p:nvGrpSpPr>
        <p:grpSpPr>
          <a:xfrm>
            <a:off x="4873520" y="3315599"/>
            <a:ext cx="382473" cy="382473"/>
            <a:chOff x="2085525" y="4992125"/>
            <a:chExt cx="481825" cy="481825"/>
          </a:xfrm>
        </p:grpSpPr>
        <p:sp>
          <p:nvSpPr>
            <p:cNvPr id="1054" name="Google Shape;1054;p94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055" name="Google Shape;1055;p94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grpSp>
        <p:nvGrpSpPr>
          <p:cNvPr id="1056" name="Google Shape;1056;p94"/>
          <p:cNvGrpSpPr/>
          <p:nvPr/>
        </p:nvGrpSpPr>
        <p:grpSpPr>
          <a:xfrm>
            <a:off x="4873518" y="3897824"/>
            <a:ext cx="382473" cy="382473"/>
            <a:chOff x="1492675" y="4992125"/>
            <a:chExt cx="481825" cy="481825"/>
          </a:xfrm>
        </p:grpSpPr>
        <p:sp>
          <p:nvSpPr>
            <p:cNvPr id="1057" name="Google Shape;1057;p94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058" name="Google Shape;1058;p94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9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a table</a:t>
            </a:r>
            <a:endParaRPr lang="en-GB"/>
          </a:p>
        </p:txBody>
      </p:sp>
      <p:graphicFrame>
        <p:nvGraphicFramePr>
          <p:cNvPr id="1064" name="Google Shape;1064;p95"/>
          <p:cNvGraphicFramePr/>
          <p:nvPr/>
        </p:nvGraphicFramePr>
        <p:xfrm>
          <a:off x="720000" y="1236563"/>
          <a:ext cx="7704000" cy="3000000"/>
        </p:xfrm>
        <a:graphic>
          <a:graphicData uri="http://schemas.openxmlformats.org/drawingml/2006/table">
            <a:tbl>
              <a:tblPr>
                <a:noFill/>
                <a:tableStyleId>{6DB2CEF2-5C51-459F-9956-8D74FEA107DB}</a:tableStyleId>
              </a:tblPr>
              <a:tblGrid>
                <a:gridCol w="1649225"/>
                <a:gridCol w="1557975"/>
                <a:gridCol w="1415200"/>
                <a:gridCol w="1540800"/>
                <a:gridCol w="1540800"/>
              </a:tblGrid>
              <a:tr h="486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 sz="2400">
                          <a:solidFill>
                            <a:schemeClr val="accent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Task 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accent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Task 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accent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Task 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accent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Task 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04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 sz="2200">
                          <a:solidFill>
                            <a:schemeClr val="accent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D</a:t>
                      </a:r>
                      <a:r>
                        <a:rPr lang="en-GB" sz="2200">
                          <a:solidFill>
                            <a:schemeClr val="accent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escr</a:t>
                      </a:r>
                      <a:r>
                        <a:rPr lang="en-GB" sz="2200">
                          <a:solidFill>
                            <a:schemeClr val="accent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iption</a:t>
                      </a:r>
                      <a:endParaRPr sz="2200" b="1">
                        <a:solidFill>
                          <a:srgbClr val="011635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Jupiter is the biggest planet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Mercury a small planet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Saturn has several rings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Neptune is far away from us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04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 sz="2200">
                          <a:solidFill>
                            <a:schemeClr val="accent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Year</a:t>
                      </a:r>
                      <a:endParaRPr b="1">
                        <a:solidFill>
                          <a:srgbClr val="011635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2019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2021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2022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04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 sz="2200">
                          <a:solidFill>
                            <a:schemeClr val="accent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Duration</a:t>
                      </a:r>
                      <a:endParaRPr b="1">
                        <a:solidFill>
                          <a:srgbClr val="011635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Three months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Two weeks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Six months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Four months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96"/>
          <p:cNvSpPr txBox="1"/>
          <p:nvPr>
            <p:ph type="title"/>
          </p:nvPr>
        </p:nvSpPr>
        <p:spPr>
          <a:xfrm>
            <a:off x="713225" y="445025"/>
            <a:ext cx="318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Percentages</a:t>
            </a:r>
            <a:endParaRPr lang="en-GB"/>
          </a:p>
        </p:txBody>
      </p:sp>
      <p:sp>
        <p:nvSpPr>
          <p:cNvPr id="1070" name="Google Shape;1070;p96"/>
          <p:cNvSpPr txBox="1"/>
          <p:nvPr>
            <p:ph type="subTitle" idx="1"/>
          </p:nvPr>
        </p:nvSpPr>
        <p:spPr>
          <a:xfrm>
            <a:off x="3718325" y="3294199"/>
            <a:ext cx="16428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</a:t>
            </a:r>
            <a:endParaRPr lang="en-GB"/>
          </a:p>
        </p:txBody>
      </p:sp>
      <p:sp>
        <p:nvSpPr>
          <p:cNvPr id="1071" name="Google Shape;1071;p96"/>
          <p:cNvSpPr txBox="1"/>
          <p:nvPr>
            <p:ph type="subTitle" idx="2"/>
          </p:nvPr>
        </p:nvSpPr>
        <p:spPr>
          <a:xfrm>
            <a:off x="3617675" y="3703897"/>
            <a:ext cx="184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 has a beautiful name</a:t>
            </a:r>
            <a:endParaRPr lang="en-GB"/>
          </a:p>
        </p:txBody>
      </p:sp>
      <p:sp>
        <p:nvSpPr>
          <p:cNvPr id="1072" name="Google Shape;1072;p96"/>
          <p:cNvSpPr txBox="1"/>
          <p:nvPr>
            <p:ph type="subTitle" idx="3"/>
          </p:nvPr>
        </p:nvSpPr>
        <p:spPr>
          <a:xfrm>
            <a:off x="1328025" y="3294199"/>
            <a:ext cx="16428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</a:t>
            </a:r>
            <a:endParaRPr lang="en-GB"/>
          </a:p>
        </p:txBody>
      </p:sp>
      <p:sp>
        <p:nvSpPr>
          <p:cNvPr id="1073" name="Google Shape;1073;p96"/>
          <p:cNvSpPr txBox="1"/>
          <p:nvPr>
            <p:ph type="subTitle" idx="4"/>
          </p:nvPr>
        </p:nvSpPr>
        <p:spPr>
          <a:xfrm>
            <a:off x="1227426" y="3703897"/>
            <a:ext cx="184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 is actually a cold place</a:t>
            </a:r>
            <a:endParaRPr lang="en-GB"/>
          </a:p>
        </p:txBody>
      </p:sp>
      <p:sp>
        <p:nvSpPr>
          <p:cNvPr id="1074" name="Google Shape;1074;p96"/>
          <p:cNvSpPr txBox="1"/>
          <p:nvPr>
            <p:ph type="subTitle" idx="5"/>
          </p:nvPr>
        </p:nvSpPr>
        <p:spPr>
          <a:xfrm>
            <a:off x="6108550" y="3294199"/>
            <a:ext cx="16431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Mercury</a:t>
            </a:r>
            <a:endParaRPr lang="en-GB"/>
          </a:p>
        </p:txBody>
      </p:sp>
      <p:sp>
        <p:nvSpPr>
          <p:cNvPr id="1075" name="Google Shape;1075;p96"/>
          <p:cNvSpPr txBox="1"/>
          <p:nvPr>
            <p:ph type="subTitle" idx="6"/>
          </p:nvPr>
        </p:nvSpPr>
        <p:spPr>
          <a:xfrm>
            <a:off x="6008050" y="3703897"/>
            <a:ext cx="184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Mercury is the smallest planet</a:t>
            </a:r>
            <a:endParaRPr lang="en-GB"/>
          </a:p>
        </p:txBody>
      </p:sp>
      <p:grpSp>
        <p:nvGrpSpPr>
          <p:cNvPr id="1076" name="Google Shape;1076;p96"/>
          <p:cNvGrpSpPr/>
          <p:nvPr/>
        </p:nvGrpSpPr>
        <p:grpSpPr>
          <a:xfrm>
            <a:off x="1328025" y="1746575"/>
            <a:ext cx="6453300" cy="1423200"/>
            <a:chOff x="1328025" y="1746575"/>
            <a:chExt cx="6453300" cy="1423200"/>
          </a:xfrm>
        </p:grpSpPr>
        <p:sp>
          <p:nvSpPr>
            <p:cNvPr id="1077" name="Google Shape;1077;p96"/>
            <p:cNvSpPr/>
            <p:nvPr/>
          </p:nvSpPr>
          <p:spPr>
            <a:xfrm>
              <a:off x="1328025" y="1746575"/>
              <a:ext cx="6453300" cy="1423200"/>
            </a:xfrm>
            <a:prstGeom prst="rect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078" name="Google Shape;1078;p96"/>
            <p:cNvGrpSpPr/>
            <p:nvPr/>
          </p:nvGrpSpPr>
          <p:grpSpPr>
            <a:xfrm>
              <a:off x="1443150" y="2034325"/>
              <a:ext cx="6257725" cy="847800"/>
              <a:chOff x="1443150" y="2034325"/>
              <a:chExt cx="6257725" cy="847800"/>
            </a:xfrm>
          </p:grpSpPr>
          <p:sp>
            <p:nvSpPr>
              <p:cNvPr id="1079" name="Google Shape;1079;p96"/>
              <p:cNvSpPr txBox="1"/>
              <p:nvPr/>
            </p:nvSpPr>
            <p:spPr>
              <a:xfrm>
                <a:off x="1443150" y="2034325"/>
                <a:ext cx="1449300" cy="8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4500">
                    <a:solidFill>
                      <a:schemeClr val="accent1"/>
                    </a:solidFill>
                    <a:latin typeface="Vidaloka"/>
                    <a:ea typeface="Vidaloka"/>
                    <a:cs typeface="Vidaloka"/>
                    <a:sym typeface="Vidaloka"/>
                  </a:rPr>
                  <a:t>20%</a:t>
                </a:r>
                <a:endParaRPr sz="4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endParaRPr>
              </a:p>
            </p:txBody>
          </p:sp>
          <p:sp>
            <p:nvSpPr>
              <p:cNvPr id="1080" name="Google Shape;1080;p96"/>
              <p:cNvSpPr txBox="1"/>
              <p:nvPr/>
            </p:nvSpPr>
            <p:spPr>
              <a:xfrm>
                <a:off x="3815075" y="2034325"/>
                <a:ext cx="1449300" cy="8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4500">
                    <a:solidFill>
                      <a:schemeClr val="accent1"/>
                    </a:solidFill>
                    <a:latin typeface="Vidaloka"/>
                    <a:ea typeface="Vidaloka"/>
                    <a:cs typeface="Vidaloka"/>
                    <a:sym typeface="Vidaloka"/>
                  </a:rPr>
                  <a:t>40%</a:t>
                </a:r>
                <a:endParaRPr sz="4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endParaRPr>
              </a:p>
            </p:txBody>
          </p:sp>
          <p:sp>
            <p:nvSpPr>
              <p:cNvPr id="1081" name="Google Shape;1081;p96"/>
              <p:cNvSpPr txBox="1"/>
              <p:nvPr/>
            </p:nvSpPr>
            <p:spPr>
              <a:xfrm>
                <a:off x="6251575" y="2034325"/>
                <a:ext cx="1449300" cy="8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4500">
                    <a:solidFill>
                      <a:schemeClr val="accent1"/>
                    </a:solidFill>
                    <a:latin typeface="Vidaloka"/>
                    <a:ea typeface="Vidaloka"/>
                    <a:cs typeface="Vidaloka"/>
                    <a:sym typeface="Vidaloka"/>
                  </a:rPr>
                  <a:t>60%</a:t>
                </a:r>
                <a:endParaRPr sz="4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endParaRPr>
              </a:p>
            </p:txBody>
          </p:sp>
          <p:cxnSp>
            <p:nvCxnSpPr>
              <p:cNvPr id="1082" name="Google Shape;1082;p96"/>
              <p:cNvCxnSpPr>
                <a:stCxn id="1079" idx="3"/>
                <a:endCxn id="1080" idx="1"/>
              </p:cNvCxnSpPr>
              <p:nvPr/>
            </p:nvCxnSpPr>
            <p:spPr>
              <a:xfrm>
                <a:off x="2892450" y="2458225"/>
                <a:ext cx="922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3" name="Google Shape;1083;p96"/>
              <p:cNvCxnSpPr>
                <a:stCxn id="1080" idx="3"/>
                <a:endCxn id="1081" idx="1"/>
              </p:cNvCxnSpPr>
              <p:nvPr/>
            </p:nvCxnSpPr>
            <p:spPr>
              <a:xfrm>
                <a:off x="5264375" y="2458225"/>
                <a:ext cx="987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9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Percentages</a:t>
            </a:r>
            <a:endParaRPr lang="en-GB"/>
          </a:p>
        </p:txBody>
      </p:sp>
      <p:sp>
        <p:nvSpPr>
          <p:cNvPr id="1089" name="Google Shape;1089;p97"/>
          <p:cNvSpPr txBox="1"/>
          <p:nvPr/>
        </p:nvSpPr>
        <p:spPr>
          <a:xfrm>
            <a:off x="6538952" y="2672625"/>
            <a:ext cx="1756500" cy="3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Mars</a:t>
            </a:r>
            <a:endParaRPr sz="23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090" name="Google Shape;1090;p97"/>
          <p:cNvSpPr txBox="1"/>
          <p:nvPr/>
        </p:nvSpPr>
        <p:spPr>
          <a:xfrm>
            <a:off x="6538952" y="3032318"/>
            <a:ext cx="17565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Mars is actually a very cold </a:t>
            </a:r>
            <a:r>
              <a:rPr lang="en-GB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place</a:t>
            </a:r>
            <a:endParaRPr sz="16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91" name="Google Shape;1091;p97"/>
          <p:cNvGrpSpPr/>
          <p:nvPr/>
        </p:nvGrpSpPr>
        <p:grpSpPr>
          <a:xfrm>
            <a:off x="4807297" y="1870806"/>
            <a:ext cx="1568620" cy="1568620"/>
            <a:chOff x="3679900" y="2439325"/>
            <a:chExt cx="1826100" cy="1826100"/>
          </a:xfrm>
        </p:grpSpPr>
        <p:sp>
          <p:nvSpPr>
            <p:cNvPr id="1092" name="Google Shape;1092;p97"/>
            <p:cNvSpPr/>
            <p:nvPr/>
          </p:nvSpPr>
          <p:spPr>
            <a:xfrm>
              <a:off x="3679900" y="2439325"/>
              <a:ext cx="1826100" cy="1826100"/>
            </a:xfrm>
            <a:prstGeom prst="ellipse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3" name="Google Shape;1093;p97"/>
            <p:cNvSpPr/>
            <p:nvPr/>
          </p:nvSpPr>
          <p:spPr>
            <a:xfrm flipH="1">
              <a:off x="3889000" y="2648425"/>
              <a:ext cx="1407900" cy="1407900"/>
            </a:xfrm>
            <a:prstGeom prst="pie">
              <a:avLst>
                <a:gd name="adj1" fmla="val 3076246"/>
                <a:gd name="adj2" fmla="val 16200000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94" name="Google Shape;1094;p97"/>
          <p:cNvSpPr txBox="1"/>
          <p:nvPr/>
        </p:nvSpPr>
        <p:spPr>
          <a:xfrm>
            <a:off x="6538952" y="1647220"/>
            <a:ext cx="1449300" cy="8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60%</a:t>
            </a:r>
            <a:endParaRPr sz="45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095" name="Google Shape;1095;p97"/>
          <p:cNvSpPr txBox="1"/>
          <p:nvPr/>
        </p:nvSpPr>
        <p:spPr>
          <a:xfrm>
            <a:off x="2594201" y="2672625"/>
            <a:ext cx="1756633" cy="345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Mercury</a:t>
            </a:r>
            <a:endParaRPr sz="23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096" name="Google Shape;1096;p97"/>
          <p:cNvSpPr txBox="1"/>
          <p:nvPr/>
        </p:nvSpPr>
        <p:spPr>
          <a:xfrm>
            <a:off x="2594204" y="3032307"/>
            <a:ext cx="1756633" cy="463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Mercury is the smallest planet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97" name="Google Shape;1097;p97"/>
          <p:cNvGrpSpPr/>
          <p:nvPr/>
        </p:nvGrpSpPr>
        <p:grpSpPr>
          <a:xfrm>
            <a:off x="862555" y="1870793"/>
            <a:ext cx="1568620" cy="1568620"/>
            <a:chOff x="3679900" y="2439325"/>
            <a:chExt cx="1826100" cy="1826100"/>
          </a:xfrm>
        </p:grpSpPr>
        <p:sp>
          <p:nvSpPr>
            <p:cNvPr id="1098" name="Google Shape;1098;p97"/>
            <p:cNvSpPr/>
            <p:nvPr/>
          </p:nvSpPr>
          <p:spPr>
            <a:xfrm>
              <a:off x="3679900" y="2439325"/>
              <a:ext cx="1826100" cy="1826100"/>
            </a:xfrm>
            <a:prstGeom prst="ellipse">
              <a:avLst/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9" name="Google Shape;1099;p97"/>
            <p:cNvSpPr/>
            <p:nvPr/>
          </p:nvSpPr>
          <p:spPr>
            <a:xfrm>
              <a:off x="3889000" y="2648425"/>
              <a:ext cx="1407900" cy="1407900"/>
            </a:xfrm>
            <a:prstGeom prst="pie">
              <a:avLst>
                <a:gd name="adj1" fmla="val 7364982"/>
                <a:gd name="adj2" fmla="val 16200000"/>
              </a:avLst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00" name="Google Shape;1100;p97"/>
          <p:cNvSpPr txBox="1"/>
          <p:nvPr/>
        </p:nvSpPr>
        <p:spPr>
          <a:xfrm>
            <a:off x="2594196" y="1647208"/>
            <a:ext cx="1449300" cy="8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4</a:t>
            </a:r>
            <a:r>
              <a:rPr lang="en-GB" sz="45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0%</a:t>
            </a:r>
            <a:endParaRPr sz="45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1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1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1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/>
                                        <p:tgtEl>
                                          <p:spTgt spid="1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98"/>
          <p:cNvSpPr txBox="1"/>
          <p:nvPr>
            <p:ph type="subTitle" idx="1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</a:t>
            </a:r>
            <a:endParaRPr lang="en-GB"/>
          </a:p>
        </p:txBody>
      </p:sp>
      <p:sp>
        <p:nvSpPr>
          <p:cNvPr id="1106" name="Google Shape;1106;p98"/>
          <p:cNvSpPr txBox="1"/>
          <p:nvPr>
            <p:ph type="subTitle" idx="2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 has a beautiful name</a:t>
            </a:r>
            <a:endParaRPr lang="en-GB"/>
          </a:p>
        </p:txBody>
      </p:sp>
      <p:sp>
        <p:nvSpPr>
          <p:cNvPr id="1107" name="Google Shape;1107;p98"/>
          <p:cNvSpPr txBox="1"/>
          <p:nvPr>
            <p:ph type="subTitle" idx="3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</a:t>
            </a:r>
            <a:endParaRPr lang="en-GB"/>
          </a:p>
        </p:txBody>
      </p:sp>
      <p:sp>
        <p:nvSpPr>
          <p:cNvPr id="1108" name="Google Shape;1108;p98"/>
          <p:cNvSpPr txBox="1"/>
          <p:nvPr>
            <p:ph type="subTitle" idx="4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 is actually a cold place</a:t>
            </a:r>
            <a:endParaRPr lang="en-GB"/>
          </a:p>
        </p:txBody>
      </p:sp>
      <p:sp>
        <p:nvSpPr>
          <p:cNvPr id="1109" name="Google Shape;1109;p98"/>
          <p:cNvSpPr txBox="1"/>
          <p:nvPr>
            <p:ph type="subTitle" idx="5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Mercury</a:t>
            </a:r>
            <a:endParaRPr lang="en-GB"/>
          </a:p>
        </p:txBody>
      </p:sp>
      <p:sp>
        <p:nvSpPr>
          <p:cNvPr id="1110" name="Google Shape;1110;p98"/>
          <p:cNvSpPr txBox="1"/>
          <p:nvPr>
            <p:ph type="subTitle" idx="6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Mercury is the smallest planet</a:t>
            </a:r>
            <a:endParaRPr lang="en-GB"/>
          </a:p>
        </p:txBody>
      </p:sp>
      <p:sp>
        <p:nvSpPr>
          <p:cNvPr id="1111" name="Google Shape;1111;p98"/>
          <p:cNvSpPr txBox="1"/>
          <p:nvPr>
            <p:ph type="subTitle" idx="7"/>
          </p:nvPr>
        </p:nvSpPr>
        <p:spPr>
          <a:xfrm>
            <a:off x="3414050" y="34533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Jupiter</a:t>
            </a:r>
            <a:endParaRPr lang="en-GB"/>
          </a:p>
        </p:txBody>
      </p:sp>
      <p:sp>
        <p:nvSpPr>
          <p:cNvPr id="1112" name="Google Shape;1112;p98"/>
          <p:cNvSpPr txBox="1"/>
          <p:nvPr>
            <p:ph type="subTitle" idx="8"/>
          </p:nvPr>
        </p:nvSpPr>
        <p:spPr>
          <a:xfrm>
            <a:off x="3564200" y="38695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Jupiter is the biggest planet</a:t>
            </a:r>
            <a:endParaRPr lang="en-GB"/>
          </a:p>
        </p:txBody>
      </p:sp>
      <p:sp>
        <p:nvSpPr>
          <p:cNvPr id="1113" name="Google Shape;1113;p98"/>
          <p:cNvSpPr txBox="1"/>
          <p:nvPr>
            <p:ph type="subTitle" idx="9"/>
          </p:nvPr>
        </p:nvSpPr>
        <p:spPr>
          <a:xfrm>
            <a:off x="705725" y="34533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Neptune</a:t>
            </a:r>
            <a:endParaRPr lang="en-GB"/>
          </a:p>
        </p:txBody>
      </p:sp>
      <p:sp>
        <p:nvSpPr>
          <p:cNvPr id="1114" name="Google Shape;1114;p98"/>
          <p:cNvSpPr txBox="1"/>
          <p:nvPr>
            <p:ph type="subTitle" idx="13"/>
          </p:nvPr>
        </p:nvSpPr>
        <p:spPr>
          <a:xfrm>
            <a:off x="855875" y="38695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Neptune is far away from Earth</a:t>
            </a:r>
            <a:endParaRPr lang="en-GB"/>
          </a:p>
        </p:txBody>
      </p:sp>
      <p:sp>
        <p:nvSpPr>
          <p:cNvPr id="1115" name="Google Shape;1115;p98"/>
          <p:cNvSpPr txBox="1"/>
          <p:nvPr>
            <p:ph type="subTitle" idx="14"/>
          </p:nvPr>
        </p:nvSpPr>
        <p:spPr>
          <a:xfrm>
            <a:off x="6122325" y="34533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Saturn</a:t>
            </a:r>
            <a:endParaRPr lang="en-GB"/>
          </a:p>
        </p:txBody>
      </p:sp>
      <p:sp>
        <p:nvSpPr>
          <p:cNvPr id="1116" name="Google Shape;1116;p98"/>
          <p:cNvSpPr txBox="1"/>
          <p:nvPr>
            <p:ph type="subTitle" idx="15"/>
          </p:nvPr>
        </p:nvSpPr>
        <p:spPr>
          <a:xfrm>
            <a:off x="6272475" y="38695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Saturn is a gas giant with several rings</a:t>
            </a:r>
            <a:endParaRPr lang="en-GB"/>
          </a:p>
        </p:txBody>
      </p:sp>
      <p:sp>
        <p:nvSpPr>
          <p:cNvPr id="1117" name="Google Shape;1117;p98"/>
          <p:cNvSpPr/>
          <p:nvPr/>
        </p:nvSpPr>
        <p:spPr>
          <a:xfrm>
            <a:off x="1655946" y="1235525"/>
            <a:ext cx="415561" cy="415594"/>
          </a:xfrm>
          <a:custGeom>
            <a:avLst/>
            <a:gdLst/>
            <a:ahLst/>
            <a:cxnLst/>
            <a:rect l="l" t="t" r="r" b="b"/>
            <a:pathLst>
              <a:path w="12760" h="12761" extrusionOk="0">
                <a:moveTo>
                  <a:pt x="6427" y="3592"/>
                </a:moveTo>
                <a:cubicBezTo>
                  <a:pt x="7939" y="3592"/>
                  <a:pt x="9168" y="4821"/>
                  <a:pt x="9168" y="6365"/>
                </a:cubicBezTo>
                <a:cubicBezTo>
                  <a:pt x="9168" y="7846"/>
                  <a:pt x="7908" y="9106"/>
                  <a:pt x="6427" y="9106"/>
                </a:cubicBezTo>
                <a:cubicBezTo>
                  <a:pt x="4883" y="9106"/>
                  <a:pt x="3655" y="7877"/>
                  <a:pt x="3655" y="6365"/>
                </a:cubicBezTo>
                <a:cubicBezTo>
                  <a:pt x="3655" y="4821"/>
                  <a:pt x="4883" y="3592"/>
                  <a:pt x="6427" y="3592"/>
                </a:cubicBezTo>
                <a:close/>
                <a:moveTo>
                  <a:pt x="5829" y="1"/>
                </a:moveTo>
                <a:cubicBezTo>
                  <a:pt x="5356" y="1"/>
                  <a:pt x="5009" y="347"/>
                  <a:pt x="5009" y="852"/>
                </a:cubicBezTo>
                <a:lnTo>
                  <a:pt x="5009" y="1576"/>
                </a:lnTo>
                <a:cubicBezTo>
                  <a:pt x="4631" y="1702"/>
                  <a:pt x="4285" y="1828"/>
                  <a:pt x="3970" y="2017"/>
                </a:cubicBezTo>
                <a:lnTo>
                  <a:pt x="3466" y="1513"/>
                </a:lnTo>
                <a:cubicBezTo>
                  <a:pt x="3308" y="1356"/>
                  <a:pt x="3088" y="1277"/>
                  <a:pt x="2867" y="1277"/>
                </a:cubicBezTo>
                <a:cubicBezTo>
                  <a:pt x="2647" y="1277"/>
                  <a:pt x="2426" y="1356"/>
                  <a:pt x="2269" y="1513"/>
                </a:cubicBezTo>
                <a:lnTo>
                  <a:pt x="1481" y="2301"/>
                </a:lnTo>
                <a:cubicBezTo>
                  <a:pt x="1166" y="2616"/>
                  <a:pt x="1166" y="3151"/>
                  <a:pt x="1481" y="3466"/>
                </a:cubicBezTo>
                <a:lnTo>
                  <a:pt x="2017" y="4002"/>
                </a:lnTo>
                <a:cubicBezTo>
                  <a:pt x="1796" y="4317"/>
                  <a:pt x="1701" y="4664"/>
                  <a:pt x="1575" y="5010"/>
                </a:cubicBezTo>
                <a:lnTo>
                  <a:pt x="819" y="5010"/>
                </a:lnTo>
                <a:cubicBezTo>
                  <a:pt x="347" y="5010"/>
                  <a:pt x="0" y="5357"/>
                  <a:pt x="0" y="5829"/>
                </a:cubicBezTo>
                <a:lnTo>
                  <a:pt x="0" y="6932"/>
                </a:lnTo>
                <a:cubicBezTo>
                  <a:pt x="0" y="7405"/>
                  <a:pt x="347" y="7783"/>
                  <a:pt x="819" y="7783"/>
                </a:cubicBezTo>
                <a:lnTo>
                  <a:pt x="1575" y="7783"/>
                </a:lnTo>
                <a:cubicBezTo>
                  <a:pt x="1701" y="8129"/>
                  <a:pt x="1796" y="8476"/>
                  <a:pt x="2017" y="8791"/>
                </a:cubicBezTo>
                <a:lnTo>
                  <a:pt x="1481" y="9295"/>
                </a:lnTo>
                <a:cubicBezTo>
                  <a:pt x="1166" y="9610"/>
                  <a:pt x="1166" y="10177"/>
                  <a:pt x="1481" y="10492"/>
                </a:cubicBezTo>
                <a:lnTo>
                  <a:pt x="2269" y="11280"/>
                </a:lnTo>
                <a:cubicBezTo>
                  <a:pt x="2426" y="11437"/>
                  <a:pt x="2647" y="11516"/>
                  <a:pt x="2867" y="11516"/>
                </a:cubicBezTo>
                <a:cubicBezTo>
                  <a:pt x="3088" y="11516"/>
                  <a:pt x="3308" y="11437"/>
                  <a:pt x="3466" y="11280"/>
                </a:cubicBezTo>
                <a:lnTo>
                  <a:pt x="3970" y="10776"/>
                </a:lnTo>
                <a:cubicBezTo>
                  <a:pt x="4285" y="10965"/>
                  <a:pt x="4631" y="11091"/>
                  <a:pt x="5009" y="11185"/>
                </a:cubicBezTo>
                <a:lnTo>
                  <a:pt x="5009" y="11941"/>
                </a:lnTo>
                <a:cubicBezTo>
                  <a:pt x="5009" y="12414"/>
                  <a:pt x="5356" y="12760"/>
                  <a:pt x="5829" y="12760"/>
                </a:cubicBezTo>
                <a:lnTo>
                  <a:pt x="6931" y="12760"/>
                </a:lnTo>
                <a:cubicBezTo>
                  <a:pt x="7404" y="12760"/>
                  <a:pt x="7750" y="12414"/>
                  <a:pt x="7750" y="11941"/>
                </a:cubicBezTo>
                <a:lnTo>
                  <a:pt x="7750" y="11185"/>
                </a:lnTo>
                <a:cubicBezTo>
                  <a:pt x="8097" y="11091"/>
                  <a:pt x="8475" y="10965"/>
                  <a:pt x="8790" y="10776"/>
                </a:cubicBezTo>
                <a:lnTo>
                  <a:pt x="9294" y="11280"/>
                </a:lnTo>
                <a:cubicBezTo>
                  <a:pt x="9452" y="11437"/>
                  <a:pt x="9664" y="11516"/>
                  <a:pt x="9877" y="11516"/>
                </a:cubicBezTo>
                <a:cubicBezTo>
                  <a:pt x="10090" y="11516"/>
                  <a:pt x="10302" y="11437"/>
                  <a:pt x="10460" y="11280"/>
                </a:cubicBezTo>
                <a:lnTo>
                  <a:pt x="11247" y="10492"/>
                </a:lnTo>
                <a:cubicBezTo>
                  <a:pt x="11563" y="10177"/>
                  <a:pt x="11563" y="9610"/>
                  <a:pt x="11247" y="9295"/>
                </a:cubicBezTo>
                <a:lnTo>
                  <a:pt x="10743" y="8791"/>
                </a:lnTo>
                <a:cubicBezTo>
                  <a:pt x="10932" y="8476"/>
                  <a:pt x="11058" y="8129"/>
                  <a:pt x="11184" y="7783"/>
                </a:cubicBezTo>
                <a:lnTo>
                  <a:pt x="11941" y="7783"/>
                </a:lnTo>
                <a:cubicBezTo>
                  <a:pt x="12413" y="7783"/>
                  <a:pt x="12760" y="7405"/>
                  <a:pt x="12760" y="6932"/>
                </a:cubicBezTo>
                <a:lnTo>
                  <a:pt x="12760" y="5829"/>
                </a:lnTo>
                <a:cubicBezTo>
                  <a:pt x="12760" y="5325"/>
                  <a:pt x="12350" y="4979"/>
                  <a:pt x="11941" y="4979"/>
                </a:cubicBezTo>
                <a:lnTo>
                  <a:pt x="11184" y="4979"/>
                </a:lnTo>
                <a:cubicBezTo>
                  <a:pt x="11058" y="4632"/>
                  <a:pt x="10932" y="4254"/>
                  <a:pt x="10743" y="3939"/>
                </a:cubicBezTo>
                <a:lnTo>
                  <a:pt x="11247" y="3435"/>
                </a:lnTo>
                <a:cubicBezTo>
                  <a:pt x="11563" y="3120"/>
                  <a:pt x="11563" y="2553"/>
                  <a:pt x="11247" y="2238"/>
                </a:cubicBezTo>
                <a:lnTo>
                  <a:pt x="10460" y="1450"/>
                </a:lnTo>
                <a:cubicBezTo>
                  <a:pt x="10302" y="1293"/>
                  <a:pt x="10090" y="1214"/>
                  <a:pt x="9877" y="1214"/>
                </a:cubicBezTo>
                <a:cubicBezTo>
                  <a:pt x="9664" y="1214"/>
                  <a:pt x="9452" y="1293"/>
                  <a:pt x="9294" y="1450"/>
                </a:cubicBezTo>
                <a:lnTo>
                  <a:pt x="8790" y="1986"/>
                </a:lnTo>
                <a:cubicBezTo>
                  <a:pt x="8475" y="1765"/>
                  <a:pt x="8097" y="1671"/>
                  <a:pt x="7750" y="1545"/>
                </a:cubicBezTo>
                <a:lnTo>
                  <a:pt x="7750" y="852"/>
                </a:lnTo>
                <a:cubicBezTo>
                  <a:pt x="7750" y="379"/>
                  <a:pt x="7404" y="1"/>
                  <a:pt x="693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118" name="Google Shape;1118;p98"/>
          <p:cNvGrpSpPr/>
          <p:nvPr/>
        </p:nvGrpSpPr>
        <p:grpSpPr>
          <a:xfrm>
            <a:off x="4365294" y="1237599"/>
            <a:ext cx="413510" cy="412500"/>
            <a:chOff x="-62884425" y="4111775"/>
            <a:chExt cx="317425" cy="316650"/>
          </a:xfrm>
        </p:grpSpPr>
        <p:sp>
          <p:nvSpPr>
            <p:cNvPr id="1119" name="Google Shape;1119;p98"/>
            <p:cNvSpPr/>
            <p:nvPr/>
          </p:nvSpPr>
          <p:spPr>
            <a:xfrm>
              <a:off x="-62884425" y="4325225"/>
              <a:ext cx="317425" cy="103200"/>
            </a:xfrm>
            <a:custGeom>
              <a:avLst/>
              <a:gdLst/>
              <a:ahLst/>
              <a:cxnLst/>
              <a:rect l="l" t="t" r="r" b="b"/>
              <a:pathLst>
                <a:path w="12697" h="4128" extrusionOk="0">
                  <a:moveTo>
                    <a:pt x="0" y="0"/>
                  </a:moveTo>
                  <a:lnTo>
                    <a:pt x="0" y="378"/>
                  </a:lnTo>
                  <a:cubicBezTo>
                    <a:pt x="0" y="1071"/>
                    <a:pt x="567" y="1638"/>
                    <a:pt x="1260" y="1638"/>
                  </a:cubicBezTo>
                  <a:lnTo>
                    <a:pt x="4001" y="1638"/>
                  </a:lnTo>
                  <a:lnTo>
                    <a:pt x="3434" y="3308"/>
                  </a:lnTo>
                  <a:lnTo>
                    <a:pt x="2930" y="3308"/>
                  </a:lnTo>
                  <a:cubicBezTo>
                    <a:pt x="2678" y="3308"/>
                    <a:pt x="2520" y="3497"/>
                    <a:pt x="2520" y="3749"/>
                  </a:cubicBezTo>
                  <a:cubicBezTo>
                    <a:pt x="2520" y="3970"/>
                    <a:pt x="2741" y="4127"/>
                    <a:pt x="2930" y="4127"/>
                  </a:cubicBezTo>
                  <a:lnTo>
                    <a:pt x="9830" y="4127"/>
                  </a:lnTo>
                  <a:cubicBezTo>
                    <a:pt x="10050" y="4127"/>
                    <a:pt x="10239" y="3938"/>
                    <a:pt x="10239" y="3749"/>
                  </a:cubicBezTo>
                  <a:cubicBezTo>
                    <a:pt x="10239" y="3497"/>
                    <a:pt x="10050" y="3308"/>
                    <a:pt x="9830" y="3308"/>
                  </a:cubicBezTo>
                  <a:lnTo>
                    <a:pt x="9294" y="3308"/>
                  </a:lnTo>
                  <a:lnTo>
                    <a:pt x="8758" y="1638"/>
                  </a:lnTo>
                  <a:lnTo>
                    <a:pt x="11468" y="1638"/>
                  </a:lnTo>
                  <a:cubicBezTo>
                    <a:pt x="12129" y="1638"/>
                    <a:pt x="12697" y="1103"/>
                    <a:pt x="12697" y="378"/>
                  </a:cubicBezTo>
                  <a:lnTo>
                    <a:pt x="12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0" name="Google Shape;1120;p98"/>
            <p:cNvSpPr/>
            <p:nvPr/>
          </p:nvSpPr>
          <p:spPr>
            <a:xfrm>
              <a:off x="-62884425" y="4111775"/>
              <a:ext cx="317425" cy="193000"/>
            </a:xfrm>
            <a:custGeom>
              <a:avLst/>
              <a:gdLst/>
              <a:ahLst/>
              <a:cxnLst/>
              <a:rect l="l" t="t" r="r" b="b"/>
              <a:pathLst>
                <a:path w="12697" h="7720" extrusionOk="0">
                  <a:moveTo>
                    <a:pt x="6301" y="946"/>
                  </a:moveTo>
                  <a:cubicBezTo>
                    <a:pt x="6522" y="946"/>
                    <a:pt x="6742" y="1135"/>
                    <a:pt x="6742" y="1324"/>
                  </a:cubicBezTo>
                  <a:lnTo>
                    <a:pt x="6742" y="1607"/>
                  </a:lnTo>
                  <a:cubicBezTo>
                    <a:pt x="7215" y="1765"/>
                    <a:pt x="7593" y="2237"/>
                    <a:pt x="7593" y="2773"/>
                  </a:cubicBezTo>
                  <a:cubicBezTo>
                    <a:pt x="7593" y="3025"/>
                    <a:pt x="7372" y="3182"/>
                    <a:pt x="7183" y="3182"/>
                  </a:cubicBezTo>
                  <a:cubicBezTo>
                    <a:pt x="6994" y="3182"/>
                    <a:pt x="6805" y="2993"/>
                    <a:pt x="6805" y="2773"/>
                  </a:cubicBezTo>
                  <a:cubicBezTo>
                    <a:pt x="6805" y="2552"/>
                    <a:pt x="6585" y="2363"/>
                    <a:pt x="6364" y="2363"/>
                  </a:cubicBezTo>
                  <a:cubicBezTo>
                    <a:pt x="6112" y="2363"/>
                    <a:pt x="5954" y="2552"/>
                    <a:pt x="5954" y="2773"/>
                  </a:cubicBezTo>
                  <a:cubicBezTo>
                    <a:pt x="5954" y="3025"/>
                    <a:pt x="6269" y="3245"/>
                    <a:pt x="6585" y="3497"/>
                  </a:cubicBezTo>
                  <a:cubicBezTo>
                    <a:pt x="7026" y="3812"/>
                    <a:pt x="7561" y="4191"/>
                    <a:pt x="7561" y="4884"/>
                  </a:cubicBezTo>
                  <a:cubicBezTo>
                    <a:pt x="7561" y="5419"/>
                    <a:pt x="7215" y="5860"/>
                    <a:pt x="6742" y="6049"/>
                  </a:cubicBezTo>
                  <a:lnTo>
                    <a:pt x="6742" y="6333"/>
                  </a:lnTo>
                  <a:cubicBezTo>
                    <a:pt x="6742" y="6553"/>
                    <a:pt x="6553" y="6774"/>
                    <a:pt x="6301" y="6774"/>
                  </a:cubicBezTo>
                  <a:cubicBezTo>
                    <a:pt x="6080" y="6774"/>
                    <a:pt x="5923" y="6553"/>
                    <a:pt x="5923" y="6333"/>
                  </a:cubicBezTo>
                  <a:lnTo>
                    <a:pt x="5923" y="6049"/>
                  </a:lnTo>
                  <a:cubicBezTo>
                    <a:pt x="5450" y="5892"/>
                    <a:pt x="5104" y="5419"/>
                    <a:pt x="5104" y="4884"/>
                  </a:cubicBezTo>
                  <a:cubicBezTo>
                    <a:pt x="5104" y="4632"/>
                    <a:pt x="5293" y="4443"/>
                    <a:pt x="5482" y="4443"/>
                  </a:cubicBezTo>
                  <a:cubicBezTo>
                    <a:pt x="5734" y="4443"/>
                    <a:pt x="5923" y="4632"/>
                    <a:pt x="5923" y="4884"/>
                  </a:cubicBezTo>
                  <a:cubicBezTo>
                    <a:pt x="5923" y="5104"/>
                    <a:pt x="6112" y="5262"/>
                    <a:pt x="6301" y="5262"/>
                  </a:cubicBezTo>
                  <a:cubicBezTo>
                    <a:pt x="6522" y="5262"/>
                    <a:pt x="6742" y="5073"/>
                    <a:pt x="6742" y="4884"/>
                  </a:cubicBezTo>
                  <a:cubicBezTo>
                    <a:pt x="6742" y="4632"/>
                    <a:pt x="6427" y="4411"/>
                    <a:pt x="6080" y="4159"/>
                  </a:cubicBezTo>
                  <a:cubicBezTo>
                    <a:pt x="5639" y="3844"/>
                    <a:pt x="5104" y="3466"/>
                    <a:pt x="5104" y="2773"/>
                  </a:cubicBezTo>
                  <a:cubicBezTo>
                    <a:pt x="5104" y="2237"/>
                    <a:pt x="5450" y="1796"/>
                    <a:pt x="5923" y="1607"/>
                  </a:cubicBezTo>
                  <a:lnTo>
                    <a:pt x="5923" y="1324"/>
                  </a:lnTo>
                  <a:cubicBezTo>
                    <a:pt x="5923" y="1103"/>
                    <a:pt x="6112" y="946"/>
                    <a:pt x="6301" y="946"/>
                  </a:cubicBezTo>
                  <a:close/>
                  <a:moveTo>
                    <a:pt x="1260" y="0"/>
                  </a:moveTo>
                  <a:cubicBezTo>
                    <a:pt x="599" y="0"/>
                    <a:pt x="0" y="536"/>
                    <a:pt x="0" y="1261"/>
                  </a:cubicBezTo>
                  <a:lnTo>
                    <a:pt x="0" y="7719"/>
                  </a:lnTo>
                  <a:lnTo>
                    <a:pt x="12697" y="7719"/>
                  </a:lnTo>
                  <a:lnTo>
                    <a:pt x="12697" y="1261"/>
                  </a:lnTo>
                  <a:cubicBezTo>
                    <a:pt x="12697" y="536"/>
                    <a:pt x="12129" y="0"/>
                    <a:pt x="114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21" name="Google Shape;1121;p98"/>
          <p:cNvGrpSpPr/>
          <p:nvPr/>
        </p:nvGrpSpPr>
        <p:grpSpPr>
          <a:xfrm>
            <a:off x="1657475" y="2970602"/>
            <a:ext cx="412500" cy="411197"/>
            <a:chOff x="-60987850" y="4100950"/>
            <a:chExt cx="316650" cy="315650"/>
          </a:xfrm>
        </p:grpSpPr>
        <p:sp>
          <p:nvSpPr>
            <p:cNvPr id="1122" name="Google Shape;1122;p98"/>
            <p:cNvSpPr/>
            <p:nvPr/>
          </p:nvSpPr>
          <p:spPr>
            <a:xfrm>
              <a:off x="-60987850" y="4355925"/>
              <a:ext cx="315875" cy="60675"/>
            </a:xfrm>
            <a:custGeom>
              <a:avLst/>
              <a:gdLst/>
              <a:ahLst/>
              <a:cxnLst/>
              <a:rect l="l" t="t" r="r" b="b"/>
              <a:pathLst>
                <a:path w="12635" h="2427" extrusionOk="0">
                  <a:moveTo>
                    <a:pt x="1230" y="1"/>
                  </a:moveTo>
                  <a:cubicBezTo>
                    <a:pt x="537" y="1"/>
                    <a:pt x="1" y="536"/>
                    <a:pt x="1" y="1198"/>
                  </a:cubicBezTo>
                  <a:lnTo>
                    <a:pt x="1" y="2049"/>
                  </a:lnTo>
                  <a:cubicBezTo>
                    <a:pt x="1" y="2269"/>
                    <a:pt x="190" y="2427"/>
                    <a:pt x="379" y="2427"/>
                  </a:cubicBezTo>
                  <a:lnTo>
                    <a:pt x="12256" y="2427"/>
                  </a:lnTo>
                  <a:cubicBezTo>
                    <a:pt x="12477" y="2427"/>
                    <a:pt x="12634" y="2238"/>
                    <a:pt x="12634" y="2049"/>
                  </a:cubicBezTo>
                  <a:lnTo>
                    <a:pt x="12634" y="1198"/>
                  </a:lnTo>
                  <a:cubicBezTo>
                    <a:pt x="12634" y="536"/>
                    <a:pt x="12099" y="1"/>
                    <a:pt x="114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3" name="Google Shape;1123;p98"/>
            <p:cNvSpPr/>
            <p:nvPr/>
          </p:nvSpPr>
          <p:spPr>
            <a:xfrm>
              <a:off x="-60987050" y="4100950"/>
              <a:ext cx="315850" cy="123475"/>
            </a:xfrm>
            <a:custGeom>
              <a:avLst/>
              <a:gdLst/>
              <a:ahLst/>
              <a:cxnLst/>
              <a:rect l="l" t="t" r="r" b="b"/>
              <a:pathLst>
                <a:path w="12634" h="4939" extrusionOk="0">
                  <a:moveTo>
                    <a:pt x="6270" y="2355"/>
                  </a:moveTo>
                  <a:cubicBezTo>
                    <a:pt x="6490" y="2355"/>
                    <a:pt x="6711" y="2544"/>
                    <a:pt x="6711" y="2796"/>
                  </a:cubicBezTo>
                  <a:cubicBezTo>
                    <a:pt x="6711" y="2985"/>
                    <a:pt x="6490" y="3174"/>
                    <a:pt x="6270" y="3174"/>
                  </a:cubicBezTo>
                  <a:cubicBezTo>
                    <a:pt x="6018" y="3174"/>
                    <a:pt x="5860" y="2985"/>
                    <a:pt x="5860" y="2796"/>
                  </a:cubicBezTo>
                  <a:cubicBezTo>
                    <a:pt x="5860" y="2544"/>
                    <a:pt x="6081" y="2355"/>
                    <a:pt x="6270" y="2355"/>
                  </a:cubicBezTo>
                  <a:close/>
                  <a:moveTo>
                    <a:pt x="6290" y="0"/>
                  </a:moveTo>
                  <a:cubicBezTo>
                    <a:pt x="6238" y="0"/>
                    <a:pt x="6191" y="8"/>
                    <a:pt x="6144" y="24"/>
                  </a:cubicBezTo>
                  <a:lnTo>
                    <a:pt x="252" y="2513"/>
                  </a:lnTo>
                  <a:cubicBezTo>
                    <a:pt x="95" y="2576"/>
                    <a:pt x="0" y="2702"/>
                    <a:pt x="0" y="2891"/>
                  </a:cubicBezTo>
                  <a:lnTo>
                    <a:pt x="0" y="4561"/>
                  </a:lnTo>
                  <a:cubicBezTo>
                    <a:pt x="0" y="4781"/>
                    <a:pt x="189" y="4939"/>
                    <a:pt x="410" y="4939"/>
                  </a:cubicBezTo>
                  <a:lnTo>
                    <a:pt x="12256" y="4939"/>
                  </a:lnTo>
                  <a:cubicBezTo>
                    <a:pt x="12476" y="4939"/>
                    <a:pt x="12634" y="4750"/>
                    <a:pt x="12634" y="4561"/>
                  </a:cubicBezTo>
                  <a:lnTo>
                    <a:pt x="12634" y="2891"/>
                  </a:lnTo>
                  <a:cubicBezTo>
                    <a:pt x="12602" y="2702"/>
                    <a:pt x="12539" y="2544"/>
                    <a:pt x="12382" y="2513"/>
                  </a:cubicBezTo>
                  <a:lnTo>
                    <a:pt x="6459" y="24"/>
                  </a:lnTo>
                  <a:cubicBezTo>
                    <a:pt x="6396" y="8"/>
                    <a:pt x="6341" y="0"/>
                    <a:pt x="62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4" name="Google Shape;1124;p98"/>
            <p:cNvSpPr/>
            <p:nvPr/>
          </p:nvSpPr>
          <p:spPr>
            <a:xfrm>
              <a:off x="-60757075" y="4245675"/>
              <a:ext cx="61475" cy="89025"/>
            </a:xfrm>
            <a:custGeom>
              <a:avLst/>
              <a:gdLst/>
              <a:ahLst/>
              <a:cxnLst/>
              <a:rect l="l" t="t" r="r" b="b"/>
              <a:pathLst>
                <a:path w="2459" h="3561" extrusionOk="0">
                  <a:moveTo>
                    <a:pt x="1" y="0"/>
                  </a:moveTo>
                  <a:lnTo>
                    <a:pt x="1" y="3560"/>
                  </a:lnTo>
                  <a:lnTo>
                    <a:pt x="2458" y="3560"/>
                  </a:lnTo>
                  <a:lnTo>
                    <a:pt x="245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5" name="Google Shape;1125;p98"/>
            <p:cNvSpPr/>
            <p:nvPr/>
          </p:nvSpPr>
          <p:spPr>
            <a:xfrm>
              <a:off x="-60861025" y="4245675"/>
              <a:ext cx="62225" cy="89025"/>
            </a:xfrm>
            <a:custGeom>
              <a:avLst/>
              <a:gdLst/>
              <a:ahLst/>
              <a:cxnLst/>
              <a:rect l="l" t="t" r="r" b="b"/>
              <a:pathLst>
                <a:path w="2489" h="3561" extrusionOk="0">
                  <a:moveTo>
                    <a:pt x="0" y="0"/>
                  </a:moveTo>
                  <a:lnTo>
                    <a:pt x="0" y="3560"/>
                  </a:lnTo>
                  <a:lnTo>
                    <a:pt x="2489" y="356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6" name="Google Shape;1126;p98"/>
            <p:cNvSpPr/>
            <p:nvPr/>
          </p:nvSpPr>
          <p:spPr>
            <a:xfrm>
              <a:off x="-60964200" y="4245675"/>
              <a:ext cx="62225" cy="89025"/>
            </a:xfrm>
            <a:custGeom>
              <a:avLst/>
              <a:gdLst/>
              <a:ahLst/>
              <a:cxnLst/>
              <a:rect l="l" t="t" r="r" b="b"/>
              <a:pathLst>
                <a:path w="2489" h="3561" extrusionOk="0">
                  <a:moveTo>
                    <a:pt x="0" y="0"/>
                  </a:moveTo>
                  <a:lnTo>
                    <a:pt x="0" y="3560"/>
                  </a:lnTo>
                  <a:lnTo>
                    <a:pt x="2489" y="356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27" name="Google Shape;1127;p98"/>
          <p:cNvGrpSpPr/>
          <p:nvPr/>
        </p:nvGrpSpPr>
        <p:grpSpPr>
          <a:xfrm>
            <a:off x="4364748" y="2963270"/>
            <a:ext cx="414519" cy="413705"/>
            <a:chOff x="-60254550" y="3367325"/>
            <a:chExt cx="318200" cy="317575"/>
          </a:xfrm>
        </p:grpSpPr>
        <p:sp>
          <p:nvSpPr>
            <p:cNvPr id="1128" name="Google Shape;1128;p98"/>
            <p:cNvSpPr/>
            <p:nvPr/>
          </p:nvSpPr>
          <p:spPr>
            <a:xfrm>
              <a:off x="-60219125" y="3367325"/>
              <a:ext cx="51225" cy="103575"/>
            </a:xfrm>
            <a:custGeom>
              <a:avLst/>
              <a:gdLst/>
              <a:ahLst/>
              <a:cxnLst/>
              <a:rect l="l" t="t" r="r" b="b"/>
              <a:pathLst>
                <a:path w="2049" h="4143" extrusionOk="0">
                  <a:moveTo>
                    <a:pt x="1051" y="0"/>
                  </a:moveTo>
                  <a:cubicBezTo>
                    <a:pt x="935" y="0"/>
                    <a:pt x="815" y="57"/>
                    <a:pt x="725" y="164"/>
                  </a:cubicBezTo>
                  <a:cubicBezTo>
                    <a:pt x="568" y="290"/>
                    <a:pt x="568" y="573"/>
                    <a:pt x="757" y="731"/>
                  </a:cubicBezTo>
                  <a:cubicBezTo>
                    <a:pt x="1103" y="1046"/>
                    <a:pt x="1103" y="1456"/>
                    <a:pt x="757" y="1771"/>
                  </a:cubicBezTo>
                  <a:cubicBezTo>
                    <a:pt x="32" y="2401"/>
                    <a:pt x="1" y="3377"/>
                    <a:pt x="757" y="4039"/>
                  </a:cubicBezTo>
                  <a:cubicBezTo>
                    <a:pt x="828" y="4110"/>
                    <a:pt x="924" y="4143"/>
                    <a:pt x="1023" y="4143"/>
                  </a:cubicBezTo>
                  <a:cubicBezTo>
                    <a:pt x="1144" y="4143"/>
                    <a:pt x="1269" y="4094"/>
                    <a:pt x="1356" y="4007"/>
                  </a:cubicBezTo>
                  <a:cubicBezTo>
                    <a:pt x="1513" y="3850"/>
                    <a:pt x="1513" y="3566"/>
                    <a:pt x="1292" y="3409"/>
                  </a:cubicBezTo>
                  <a:cubicBezTo>
                    <a:pt x="946" y="3094"/>
                    <a:pt x="946" y="2716"/>
                    <a:pt x="1292" y="2401"/>
                  </a:cubicBezTo>
                  <a:cubicBezTo>
                    <a:pt x="2017" y="1771"/>
                    <a:pt x="2049" y="762"/>
                    <a:pt x="1292" y="101"/>
                  </a:cubicBezTo>
                  <a:cubicBezTo>
                    <a:pt x="1224" y="33"/>
                    <a:pt x="1139" y="0"/>
                    <a:pt x="10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9" name="Google Shape;1129;p98"/>
            <p:cNvSpPr/>
            <p:nvPr/>
          </p:nvSpPr>
          <p:spPr>
            <a:xfrm>
              <a:off x="-60156900" y="3367325"/>
              <a:ext cx="51225" cy="103575"/>
            </a:xfrm>
            <a:custGeom>
              <a:avLst/>
              <a:gdLst/>
              <a:ahLst/>
              <a:cxnLst/>
              <a:rect l="l" t="t" r="r" b="b"/>
              <a:pathLst>
                <a:path w="2049" h="4143" extrusionOk="0">
                  <a:moveTo>
                    <a:pt x="1038" y="0"/>
                  </a:moveTo>
                  <a:cubicBezTo>
                    <a:pt x="913" y="0"/>
                    <a:pt x="783" y="57"/>
                    <a:pt x="694" y="164"/>
                  </a:cubicBezTo>
                  <a:cubicBezTo>
                    <a:pt x="536" y="290"/>
                    <a:pt x="536" y="573"/>
                    <a:pt x="757" y="731"/>
                  </a:cubicBezTo>
                  <a:cubicBezTo>
                    <a:pt x="1103" y="1046"/>
                    <a:pt x="1103" y="1456"/>
                    <a:pt x="757" y="1771"/>
                  </a:cubicBezTo>
                  <a:cubicBezTo>
                    <a:pt x="32" y="2401"/>
                    <a:pt x="1" y="3377"/>
                    <a:pt x="757" y="4039"/>
                  </a:cubicBezTo>
                  <a:cubicBezTo>
                    <a:pt x="828" y="4110"/>
                    <a:pt x="918" y="4143"/>
                    <a:pt x="1010" y="4143"/>
                  </a:cubicBezTo>
                  <a:cubicBezTo>
                    <a:pt x="1122" y="4143"/>
                    <a:pt x="1237" y="4094"/>
                    <a:pt x="1324" y="4007"/>
                  </a:cubicBezTo>
                  <a:cubicBezTo>
                    <a:pt x="1481" y="3850"/>
                    <a:pt x="1481" y="3566"/>
                    <a:pt x="1292" y="3409"/>
                  </a:cubicBezTo>
                  <a:cubicBezTo>
                    <a:pt x="946" y="3094"/>
                    <a:pt x="946" y="2716"/>
                    <a:pt x="1292" y="2401"/>
                  </a:cubicBezTo>
                  <a:cubicBezTo>
                    <a:pt x="2017" y="1771"/>
                    <a:pt x="2049" y="762"/>
                    <a:pt x="1292" y="101"/>
                  </a:cubicBezTo>
                  <a:cubicBezTo>
                    <a:pt x="1224" y="33"/>
                    <a:pt x="1133" y="0"/>
                    <a:pt x="10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0" name="Google Shape;1130;p98"/>
            <p:cNvSpPr/>
            <p:nvPr/>
          </p:nvSpPr>
          <p:spPr>
            <a:xfrm>
              <a:off x="-60094675" y="3367325"/>
              <a:ext cx="51225" cy="103575"/>
            </a:xfrm>
            <a:custGeom>
              <a:avLst/>
              <a:gdLst/>
              <a:ahLst/>
              <a:cxnLst/>
              <a:rect l="l" t="t" r="r" b="b"/>
              <a:pathLst>
                <a:path w="2049" h="4143" extrusionOk="0">
                  <a:moveTo>
                    <a:pt x="1038" y="0"/>
                  </a:moveTo>
                  <a:cubicBezTo>
                    <a:pt x="913" y="0"/>
                    <a:pt x="783" y="57"/>
                    <a:pt x="694" y="164"/>
                  </a:cubicBezTo>
                  <a:cubicBezTo>
                    <a:pt x="536" y="290"/>
                    <a:pt x="536" y="573"/>
                    <a:pt x="725" y="731"/>
                  </a:cubicBezTo>
                  <a:cubicBezTo>
                    <a:pt x="1103" y="1046"/>
                    <a:pt x="1103" y="1456"/>
                    <a:pt x="725" y="1771"/>
                  </a:cubicBezTo>
                  <a:cubicBezTo>
                    <a:pt x="32" y="2401"/>
                    <a:pt x="1" y="3377"/>
                    <a:pt x="725" y="4039"/>
                  </a:cubicBezTo>
                  <a:cubicBezTo>
                    <a:pt x="796" y="4110"/>
                    <a:pt x="893" y="4143"/>
                    <a:pt x="992" y="4143"/>
                  </a:cubicBezTo>
                  <a:cubicBezTo>
                    <a:pt x="1113" y="4143"/>
                    <a:pt x="1237" y="4094"/>
                    <a:pt x="1324" y="4007"/>
                  </a:cubicBezTo>
                  <a:cubicBezTo>
                    <a:pt x="1481" y="3850"/>
                    <a:pt x="1481" y="3566"/>
                    <a:pt x="1292" y="3409"/>
                  </a:cubicBezTo>
                  <a:cubicBezTo>
                    <a:pt x="946" y="3094"/>
                    <a:pt x="946" y="2716"/>
                    <a:pt x="1292" y="2401"/>
                  </a:cubicBezTo>
                  <a:cubicBezTo>
                    <a:pt x="1985" y="1771"/>
                    <a:pt x="2048" y="762"/>
                    <a:pt x="1292" y="101"/>
                  </a:cubicBezTo>
                  <a:cubicBezTo>
                    <a:pt x="1224" y="33"/>
                    <a:pt x="1133" y="0"/>
                    <a:pt x="10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1" name="Google Shape;1131;p98"/>
            <p:cNvSpPr/>
            <p:nvPr/>
          </p:nvSpPr>
          <p:spPr>
            <a:xfrm>
              <a:off x="-60254550" y="3478525"/>
              <a:ext cx="318200" cy="206375"/>
            </a:xfrm>
            <a:custGeom>
              <a:avLst/>
              <a:gdLst/>
              <a:ahLst/>
              <a:cxnLst/>
              <a:rect l="l" t="t" r="r" b="b"/>
              <a:pathLst>
                <a:path w="12728" h="8255" extrusionOk="0">
                  <a:moveTo>
                    <a:pt x="10428" y="1607"/>
                  </a:moveTo>
                  <a:cubicBezTo>
                    <a:pt x="11184" y="1607"/>
                    <a:pt x="11814" y="2237"/>
                    <a:pt x="11814" y="2994"/>
                  </a:cubicBezTo>
                  <a:cubicBezTo>
                    <a:pt x="11814" y="3718"/>
                    <a:pt x="11184" y="4380"/>
                    <a:pt x="10428" y="4380"/>
                  </a:cubicBezTo>
                  <a:lnTo>
                    <a:pt x="9767" y="4380"/>
                  </a:lnTo>
                  <a:cubicBezTo>
                    <a:pt x="9861" y="4002"/>
                    <a:pt x="9893" y="3655"/>
                    <a:pt x="9893" y="3246"/>
                  </a:cubicBezTo>
                  <a:lnTo>
                    <a:pt x="9893" y="1607"/>
                  </a:lnTo>
                  <a:close/>
                  <a:moveTo>
                    <a:pt x="410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3309"/>
                  </a:lnTo>
                  <a:cubicBezTo>
                    <a:pt x="0" y="5041"/>
                    <a:pt x="882" y="6522"/>
                    <a:pt x="2237" y="7436"/>
                  </a:cubicBezTo>
                  <a:lnTo>
                    <a:pt x="441" y="7436"/>
                  </a:lnTo>
                  <a:cubicBezTo>
                    <a:pt x="189" y="7436"/>
                    <a:pt x="32" y="7625"/>
                    <a:pt x="32" y="7845"/>
                  </a:cubicBezTo>
                  <a:cubicBezTo>
                    <a:pt x="32" y="8066"/>
                    <a:pt x="252" y="8255"/>
                    <a:pt x="441" y="8255"/>
                  </a:cubicBezTo>
                  <a:lnTo>
                    <a:pt x="9546" y="8255"/>
                  </a:lnTo>
                  <a:cubicBezTo>
                    <a:pt x="9767" y="8255"/>
                    <a:pt x="9924" y="8066"/>
                    <a:pt x="9924" y="7845"/>
                  </a:cubicBezTo>
                  <a:cubicBezTo>
                    <a:pt x="9924" y="7593"/>
                    <a:pt x="9735" y="7436"/>
                    <a:pt x="9546" y="7436"/>
                  </a:cubicBezTo>
                  <a:lnTo>
                    <a:pt x="7719" y="7436"/>
                  </a:lnTo>
                  <a:cubicBezTo>
                    <a:pt x="8538" y="6900"/>
                    <a:pt x="9168" y="6144"/>
                    <a:pt x="9578" y="5230"/>
                  </a:cubicBezTo>
                  <a:lnTo>
                    <a:pt x="10523" y="5230"/>
                  </a:lnTo>
                  <a:cubicBezTo>
                    <a:pt x="11751" y="5230"/>
                    <a:pt x="12728" y="4254"/>
                    <a:pt x="12728" y="3025"/>
                  </a:cubicBezTo>
                  <a:cubicBezTo>
                    <a:pt x="12728" y="1796"/>
                    <a:pt x="11657" y="788"/>
                    <a:pt x="10428" y="788"/>
                  </a:cubicBezTo>
                  <a:lnTo>
                    <a:pt x="9893" y="788"/>
                  </a:lnTo>
                  <a:lnTo>
                    <a:pt x="9893" y="379"/>
                  </a:lnTo>
                  <a:cubicBezTo>
                    <a:pt x="9893" y="158"/>
                    <a:pt x="9704" y="1"/>
                    <a:pt x="94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32" name="Google Shape;1132;p98"/>
          <p:cNvGrpSpPr/>
          <p:nvPr/>
        </p:nvGrpSpPr>
        <p:grpSpPr>
          <a:xfrm>
            <a:off x="7083780" y="1260146"/>
            <a:ext cx="393085" cy="390989"/>
            <a:chOff x="3497300" y="3591950"/>
            <a:chExt cx="295375" cy="293800"/>
          </a:xfrm>
        </p:grpSpPr>
        <p:sp>
          <p:nvSpPr>
            <p:cNvPr id="1133" name="Google Shape;1133;p98"/>
            <p:cNvSpPr/>
            <p:nvPr/>
          </p:nvSpPr>
          <p:spPr>
            <a:xfrm>
              <a:off x="3628825" y="3724275"/>
              <a:ext cx="18150" cy="16550"/>
            </a:xfrm>
            <a:custGeom>
              <a:avLst/>
              <a:gdLst/>
              <a:ahLst/>
              <a:cxnLst/>
              <a:rect l="l" t="t" r="r" b="b"/>
              <a:pathLst>
                <a:path w="726" h="662" extrusionOk="0">
                  <a:moveTo>
                    <a:pt x="375" y="0"/>
                  </a:moveTo>
                  <a:cubicBezTo>
                    <a:pt x="292" y="0"/>
                    <a:pt x="206" y="32"/>
                    <a:pt x="127" y="95"/>
                  </a:cubicBezTo>
                  <a:cubicBezTo>
                    <a:pt x="1" y="221"/>
                    <a:pt x="1" y="441"/>
                    <a:pt x="127" y="567"/>
                  </a:cubicBezTo>
                  <a:cubicBezTo>
                    <a:pt x="190" y="630"/>
                    <a:pt x="277" y="662"/>
                    <a:pt x="363" y="662"/>
                  </a:cubicBezTo>
                  <a:cubicBezTo>
                    <a:pt x="450" y="662"/>
                    <a:pt x="536" y="630"/>
                    <a:pt x="599" y="567"/>
                  </a:cubicBezTo>
                  <a:cubicBezTo>
                    <a:pt x="725" y="441"/>
                    <a:pt x="725" y="221"/>
                    <a:pt x="599" y="95"/>
                  </a:cubicBezTo>
                  <a:cubicBezTo>
                    <a:pt x="536" y="32"/>
                    <a:pt x="458" y="0"/>
                    <a:pt x="3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4" name="Google Shape;1134;p98"/>
            <p:cNvSpPr/>
            <p:nvPr/>
          </p:nvSpPr>
          <p:spPr>
            <a:xfrm>
              <a:off x="3590250" y="3689400"/>
              <a:ext cx="94525" cy="86675"/>
            </a:xfrm>
            <a:custGeom>
              <a:avLst/>
              <a:gdLst/>
              <a:ahLst/>
              <a:cxnLst/>
              <a:rect l="l" t="t" r="r" b="b"/>
              <a:pathLst>
                <a:path w="3781" h="3467" extrusionOk="0">
                  <a:moveTo>
                    <a:pt x="1922" y="710"/>
                  </a:moveTo>
                  <a:cubicBezTo>
                    <a:pt x="2190" y="710"/>
                    <a:pt x="2458" y="812"/>
                    <a:pt x="2647" y="1017"/>
                  </a:cubicBezTo>
                  <a:cubicBezTo>
                    <a:pt x="3088" y="1395"/>
                    <a:pt x="3088" y="2088"/>
                    <a:pt x="2647" y="2466"/>
                  </a:cubicBezTo>
                  <a:cubicBezTo>
                    <a:pt x="2458" y="2671"/>
                    <a:pt x="2190" y="2773"/>
                    <a:pt x="1922" y="2773"/>
                  </a:cubicBezTo>
                  <a:cubicBezTo>
                    <a:pt x="1654" y="2773"/>
                    <a:pt x="1386" y="2671"/>
                    <a:pt x="1197" y="2466"/>
                  </a:cubicBezTo>
                  <a:cubicBezTo>
                    <a:pt x="788" y="2088"/>
                    <a:pt x="788" y="1395"/>
                    <a:pt x="1197" y="1017"/>
                  </a:cubicBezTo>
                  <a:cubicBezTo>
                    <a:pt x="1386" y="812"/>
                    <a:pt x="1654" y="710"/>
                    <a:pt x="1922" y="710"/>
                  </a:cubicBezTo>
                  <a:close/>
                  <a:moveTo>
                    <a:pt x="1930" y="1"/>
                  </a:moveTo>
                  <a:cubicBezTo>
                    <a:pt x="1489" y="1"/>
                    <a:pt x="1040" y="182"/>
                    <a:pt x="693" y="544"/>
                  </a:cubicBezTo>
                  <a:cubicBezTo>
                    <a:pt x="0" y="1206"/>
                    <a:pt x="0" y="2309"/>
                    <a:pt x="693" y="2970"/>
                  </a:cubicBezTo>
                  <a:cubicBezTo>
                    <a:pt x="1024" y="3301"/>
                    <a:pt x="1473" y="3466"/>
                    <a:pt x="1918" y="3466"/>
                  </a:cubicBezTo>
                  <a:cubicBezTo>
                    <a:pt x="2363" y="3466"/>
                    <a:pt x="2804" y="3301"/>
                    <a:pt x="3119" y="2970"/>
                  </a:cubicBezTo>
                  <a:cubicBezTo>
                    <a:pt x="3781" y="2309"/>
                    <a:pt x="3781" y="1206"/>
                    <a:pt x="3119" y="544"/>
                  </a:cubicBezTo>
                  <a:cubicBezTo>
                    <a:pt x="2804" y="182"/>
                    <a:pt x="2371" y="1"/>
                    <a:pt x="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5" name="Google Shape;1135;p98"/>
            <p:cNvSpPr/>
            <p:nvPr/>
          </p:nvSpPr>
          <p:spPr>
            <a:xfrm>
              <a:off x="3674525" y="3601400"/>
              <a:ext cx="118150" cy="118950"/>
            </a:xfrm>
            <a:custGeom>
              <a:avLst/>
              <a:gdLst/>
              <a:ahLst/>
              <a:cxnLst/>
              <a:rect l="l" t="t" r="r" b="b"/>
              <a:pathLst>
                <a:path w="4726" h="4758" extrusionOk="0">
                  <a:moveTo>
                    <a:pt x="3533" y="0"/>
                  </a:moveTo>
                  <a:cubicBezTo>
                    <a:pt x="3442" y="0"/>
                    <a:pt x="3355" y="32"/>
                    <a:pt x="3308" y="95"/>
                  </a:cubicBezTo>
                  <a:lnTo>
                    <a:pt x="0" y="3308"/>
                  </a:lnTo>
                  <a:cubicBezTo>
                    <a:pt x="410" y="3623"/>
                    <a:pt x="788" y="4127"/>
                    <a:pt x="1953" y="4758"/>
                  </a:cubicBezTo>
                  <a:lnTo>
                    <a:pt x="4600" y="2678"/>
                  </a:lnTo>
                  <a:cubicBezTo>
                    <a:pt x="4663" y="2615"/>
                    <a:pt x="4726" y="2521"/>
                    <a:pt x="4726" y="2395"/>
                  </a:cubicBezTo>
                  <a:cubicBezTo>
                    <a:pt x="4726" y="1544"/>
                    <a:pt x="4348" y="693"/>
                    <a:pt x="3781" y="95"/>
                  </a:cubicBezTo>
                  <a:cubicBezTo>
                    <a:pt x="3718" y="32"/>
                    <a:pt x="3623" y="0"/>
                    <a:pt x="35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6" name="Google Shape;1136;p98"/>
            <p:cNvSpPr/>
            <p:nvPr/>
          </p:nvSpPr>
          <p:spPr>
            <a:xfrm>
              <a:off x="3631200" y="3774675"/>
              <a:ext cx="103200" cy="102400"/>
            </a:xfrm>
            <a:custGeom>
              <a:avLst/>
              <a:gdLst/>
              <a:ahLst/>
              <a:cxnLst/>
              <a:rect l="l" t="t" r="r" b="b"/>
              <a:pathLst>
                <a:path w="4128" h="4096" extrusionOk="0">
                  <a:moveTo>
                    <a:pt x="2048" y="0"/>
                  </a:moveTo>
                  <a:cubicBezTo>
                    <a:pt x="1985" y="32"/>
                    <a:pt x="1985" y="63"/>
                    <a:pt x="1954" y="126"/>
                  </a:cubicBezTo>
                  <a:cubicBezTo>
                    <a:pt x="1506" y="546"/>
                    <a:pt x="859" y="767"/>
                    <a:pt x="235" y="767"/>
                  </a:cubicBezTo>
                  <a:cubicBezTo>
                    <a:pt x="156" y="767"/>
                    <a:pt x="78" y="764"/>
                    <a:pt x="0" y="756"/>
                  </a:cubicBezTo>
                  <a:lnTo>
                    <a:pt x="0" y="756"/>
                  </a:lnTo>
                  <a:cubicBezTo>
                    <a:pt x="567" y="1670"/>
                    <a:pt x="1355" y="3749"/>
                    <a:pt x="1418" y="3875"/>
                  </a:cubicBezTo>
                  <a:cubicBezTo>
                    <a:pt x="1450" y="4001"/>
                    <a:pt x="1607" y="4096"/>
                    <a:pt x="1733" y="4096"/>
                  </a:cubicBezTo>
                  <a:cubicBezTo>
                    <a:pt x="1891" y="4096"/>
                    <a:pt x="1985" y="4033"/>
                    <a:pt x="2048" y="3875"/>
                  </a:cubicBezTo>
                  <a:lnTo>
                    <a:pt x="2426" y="2647"/>
                  </a:lnTo>
                  <a:lnTo>
                    <a:pt x="3182" y="2647"/>
                  </a:lnTo>
                  <a:cubicBezTo>
                    <a:pt x="4128" y="2647"/>
                    <a:pt x="2710" y="630"/>
                    <a:pt x="20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7" name="Google Shape;1137;p98"/>
            <p:cNvSpPr/>
            <p:nvPr/>
          </p:nvSpPr>
          <p:spPr>
            <a:xfrm>
              <a:off x="3691850" y="3726625"/>
              <a:ext cx="89800" cy="89050"/>
            </a:xfrm>
            <a:custGeom>
              <a:avLst/>
              <a:gdLst/>
              <a:ahLst/>
              <a:cxnLst/>
              <a:rect l="l" t="t" r="r" b="b"/>
              <a:pathLst>
                <a:path w="3592" h="3562" extrusionOk="0">
                  <a:moveTo>
                    <a:pt x="252" y="1"/>
                  </a:moveTo>
                  <a:cubicBezTo>
                    <a:pt x="284" y="410"/>
                    <a:pt x="189" y="883"/>
                    <a:pt x="0" y="1292"/>
                  </a:cubicBezTo>
                  <a:cubicBezTo>
                    <a:pt x="630" y="1922"/>
                    <a:pt x="1134" y="2615"/>
                    <a:pt x="1544" y="3466"/>
                  </a:cubicBezTo>
                  <a:cubicBezTo>
                    <a:pt x="1565" y="3530"/>
                    <a:pt x="1634" y="3562"/>
                    <a:pt x="1715" y="3562"/>
                  </a:cubicBezTo>
                  <a:cubicBezTo>
                    <a:pt x="1874" y="3562"/>
                    <a:pt x="2080" y="3443"/>
                    <a:pt x="2080" y="3214"/>
                  </a:cubicBezTo>
                  <a:lnTo>
                    <a:pt x="2080" y="2458"/>
                  </a:lnTo>
                  <a:lnTo>
                    <a:pt x="3308" y="2080"/>
                  </a:lnTo>
                  <a:cubicBezTo>
                    <a:pt x="3497" y="1985"/>
                    <a:pt x="3592" y="1891"/>
                    <a:pt x="3592" y="1733"/>
                  </a:cubicBezTo>
                  <a:cubicBezTo>
                    <a:pt x="3592" y="1576"/>
                    <a:pt x="3497" y="1450"/>
                    <a:pt x="3340" y="1418"/>
                  </a:cubicBezTo>
                  <a:cubicBezTo>
                    <a:pt x="3182" y="1355"/>
                    <a:pt x="1134" y="568"/>
                    <a:pt x="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8" name="Google Shape;1138;p98"/>
            <p:cNvSpPr/>
            <p:nvPr/>
          </p:nvSpPr>
          <p:spPr>
            <a:xfrm>
              <a:off x="3505175" y="3767575"/>
              <a:ext cx="120525" cy="118175"/>
            </a:xfrm>
            <a:custGeom>
              <a:avLst/>
              <a:gdLst/>
              <a:ahLst/>
              <a:cxnLst/>
              <a:rect l="l" t="t" r="r" b="b"/>
              <a:pathLst>
                <a:path w="4821" h="4727" extrusionOk="0">
                  <a:moveTo>
                    <a:pt x="3372" y="1"/>
                  </a:moveTo>
                  <a:lnTo>
                    <a:pt x="95" y="3277"/>
                  </a:lnTo>
                  <a:cubicBezTo>
                    <a:pt x="1" y="3435"/>
                    <a:pt x="1" y="3687"/>
                    <a:pt x="158" y="3781"/>
                  </a:cubicBezTo>
                  <a:cubicBezTo>
                    <a:pt x="788" y="4411"/>
                    <a:pt x="1607" y="4727"/>
                    <a:pt x="2458" y="4727"/>
                  </a:cubicBezTo>
                  <a:cubicBezTo>
                    <a:pt x="2584" y="4727"/>
                    <a:pt x="2679" y="4695"/>
                    <a:pt x="2742" y="4632"/>
                  </a:cubicBezTo>
                  <a:lnTo>
                    <a:pt x="4821" y="1986"/>
                  </a:lnTo>
                  <a:cubicBezTo>
                    <a:pt x="4254" y="851"/>
                    <a:pt x="3718" y="442"/>
                    <a:pt x="33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9" name="Google Shape;1139;p98"/>
            <p:cNvSpPr/>
            <p:nvPr/>
          </p:nvSpPr>
          <p:spPr>
            <a:xfrm>
              <a:off x="3631200" y="3591950"/>
              <a:ext cx="104000" cy="84300"/>
            </a:xfrm>
            <a:custGeom>
              <a:avLst/>
              <a:gdLst/>
              <a:ahLst/>
              <a:cxnLst/>
              <a:rect l="l" t="t" r="r" b="b"/>
              <a:pathLst>
                <a:path w="4160" h="3372" extrusionOk="0">
                  <a:moveTo>
                    <a:pt x="2836" y="0"/>
                  </a:moveTo>
                  <a:cubicBezTo>
                    <a:pt x="2678" y="0"/>
                    <a:pt x="2584" y="32"/>
                    <a:pt x="2521" y="95"/>
                  </a:cubicBezTo>
                  <a:lnTo>
                    <a:pt x="0" y="3245"/>
                  </a:lnTo>
                  <a:cubicBezTo>
                    <a:pt x="90" y="3238"/>
                    <a:pt x="181" y="3234"/>
                    <a:pt x="272" y="3234"/>
                  </a:cubicBezTo>
                  <a:cubicBezTo>
                    <a:pt x="568" y="3234"/>
                    <a:pt x="870" y="3275"/>
                    <a:pt x="1135" y="3371"/>
                  </a:cubicBezTo>
                  <a:cubicBezTo>
                    <a:pt x="1324" y="3119"/>
                    <a:pt x="3939" y="567"/>
                    <a:pt x="4159" y="347"/>
                  </a:cubicBezTo>
                  <a:cubicBezTo>
                    <a:pt x="3718" y="158"/>
                    <a:pt x="3308" y="0"/>
                    <a:pt x="28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0" name="Google Shape;1140;p98"/>
            <p:cNvSpPr/>
            <p:nvPr/>
          </p:nvSpPr>
          <p:spPr>
            <a:xfrm>
              <a:off x="3497300" y="3721900"/>
              <a:ext cx="84300" cy="107150"/>
            </a:xfrm>
            <a:custGeom>
              <a:avLst/>
              <a:gdLst/>
              <a:ahLst/>
              <a:cxnLst/>
              <a:rect l="l" t="t" r="r" b="b"/>
              <a:pathLst>
                <a:path w="3372" h="4286" extrusionOk="0">
                  <a:moveTo>
                    <a:pt x="3246" y="1"/>
                  </a:moveTo>
                  <a:lnTo>
                    <a:pt x="95" y="2552"/>
                  </a:lnTo>
                  <a:cubicBezTo>
                    <a:pt x="32" y="2615"/>
                    <a:pt x="1" y="2710"/>
                    <a:pt x="1" y="2836"/>
                  </a:cubicBezTo>
                  <a:cubicBezTo>
                    <a:pt x="1" y="3340"/>
                    <a:pt x="95" y="3844"/>
                    <a:pt x="347" y="4285"/>
                  </a:cubicBezTo>
                  <a:lnTo>
                    <a:pt x="3372" y="1261"/>
                  </a:lnTo>
                  <a:cubicBezTo>
                    <a:pt x="3214" y="851"/>
                    <a:pt x="3183" y="410"/>
                    <a:pt x="32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41" name="Google Shape;1141;p98"/>
          <p:cNvGrpSpPr/>
          <p:nvPr/>
        </p:nvGrpSpPr>
        <p:grpSpPr>
          <a:xfrm>
            <a:off x="7080111" y="2988709"/>
            <a:ext cx="400438" cy="393085"/>
            <a:chOff x="5716825" y="3235950"/>
            <a:chExt cx="300900" cy="295375"/>
          </a:xfrm>
        </p:grpSpPr>
        <p:sp>
          <p:nvSpPr>
            <p:cNvPr id="1142" name="Google Shape;1142;p98"/>
            <p:cNvSpPr/>
            <p:nvPr/>
          </p:nvSpPr>
          <p:spPr>
            <a:xfrm>
              <a:off x="5716825" y="3309975"/>
              <a:ext cx="137075" cy="146525"/>
            </a:xfrm>
            <a:custGeom>
              <a:avLst/>
              <a:gdLst/>
              <a:ahLst/>
              <a:cxnLst/>
              <a:rect l="l" t="t" r="r" b="b"/>
              <a:pathLst>
                <a:path w="5483" h="5861" extrusionOk="0">
                  <a:moveTo>
                    <a:pt x="2584" y="1"/>
                  </a:moveTo>
                  <a:lnTo>
                    <a:pt x="410" y="2206"/>
                  </a:lnTo>
                  <a:cubicBezTo>
                    <a:pt x="1" y="2615"/>
                    <a:pt x="1" y="3277"/>
                    <a:pt x="410" y="3655"/>
                  </a:cubicBezTo>
                  <a:lnTo>
                    <a:pt x="2584" y="5860"/>
                  </a:lnTo>
                  <a:lnTo>
                    <a:pt x="3781" y="4632"/>
                  </a:lnTo>
                  <a:cubicBezTo>
                    <a:pt x="3844" y="4584"/>
                    <a:pt x="3939" y="4561"/>
                    <a:pt x="4029" y="4561"/>
                  </a:cubicBezTo>
                  <a:cubicBezTo>
                    <a:pt x="4120" y="4561"/>
                    <a:pt x="4206" y="4584"/>
                    <a:pt x="4254" y="4632"/>
                  </a:cubicBezTo>
                  <a:lnTo>
                    <a:pt x="4726" y="5104"/>
                  </a:lnTo>
                  <a:cubicBezTo>
                    <a:pt x="4789" y="5167"/>
                    <a:pt x="4884" y="5199"/>
                    <a:pt x="4974" y="5199"/>
                  </a:cubicBezTo>
                  <a:cubicBezTo>
                    <a:pt x="5065" y="5199"/>
                    <a:pt x="5152" y="5167"/>
                    <a:pt x="5199" y="5104"/>
                  </a:cubicBezTo>
                  <a:cubicBezTo>
                    <a:pt x="5325" y="5010"/>
                    <a:pt x="5325" y="4758"/>
                    <a:pt x="5199" y="4632"/>
                  </a:cubicBezTo>
                  <a:lnTo>
                    <a:pt x="4726" y="4159"/>
                  </a:lnTo>
                  <a:cubicBezTo>
                    <a:pt x="4632" y="4065"/>
                    <a:pt x="4632" y="3813"/>
                    <a:pt x="4726" y="3687"/>
                  </a:cubicBezTo>
                  <a:lnTo>
                    <a:pt x="5482" y="2962"/>
                  </a:lnTo>
                  <a:lnTo>
                    <a:pt x="5010" y="2489"/>
                  </a:lnTo>
                  <a:lnTo>
                    <a:pt x="4789" y="2710"/>
                  </a:lnTo>
                  <a:cubicBezTo>
                    <a:pt x="4584" y="2915"/>
                    <a:pt x="4317" y="3017"/>
                    <a:pt x="4049" y="3017"/>
                  </a:cubicBezTo>
                  <a:cubicBezTo>
                    <a:pt x="3781" y="3017"/>
                    <a:pt x="3513" y="2915"/>
                    <a:pt x="3309" y="2710"/>
                  </a:cubicBezTo>
                  <a:cubicBezTo>
                    <a:pt x="2930" y="2332"/>
                    <a:pt x="2930" y="1670"/>
                    <a:pt x="3309" y="1261"/>
                  </a:cubicBezTo>
                  <a:lnTo>
                    <a:pt x="3561" y="1040"/>
                  </a:lnTo>
                  <a:lnTo>
                    <a:pt x="25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3" name="Google Shape;1143;p98"/>
            <p:cNvSpPr/>
            <p:nvPr/>
          </p:nvSpPr>
          <p:spPr>
            <a:xfrm>
              <a:off x="5794025" y="3235950"/>
              <a:ext cx="145725" cy="133900"/>
            </a:xfrm>
            <a:custGeom>
              <a:avLst/>
              <a:gdLst/>
              <a:ahLst/>
              <a:cxnLst/>
              <a:rect l="l" t="t" r="r" b="b"/>
              <a:pathLst>
                <a:path w="5829" h="5356" extrusionOk="0">
                  <a:moveTo>
                    <a:pt x="2926" y="0"/>
                  </a:moveTo>
                  <a:cubicBezTo>
                    <a:pt x="2662" y="0"/>
                    <a:pt x="2394" y="95"/>
                    <a:pt x="2205" y="284"/>
                  </a:cubicBezTo>
                  <a:lnTo>
                    <a:pt x="0" y="2457"/>
                  </a:lnTo>
                  <a:lnTo>
                    <a:pt x="1229" y="3686"/>
                  </a:lnTo>
                  <a:cubicBezTo>
                    <a:pt x="1323" y="3781"/>
                    <a:pt x="1323" y="4033"/>
                    <a:pt x="1229" y="4127"/>
                  </a:cubicBezTo>
                  <a:lnTo>
                    <a:pt x="725" y="4600"/>
                  </a:lnTo>
                  <a:cubicBezTo>
                    <a:pt x="630" y="4726"/>
                    <a:pt x="630" y="4978"/>
                    <a:pt x="725" y="5072"/>
                  </a:cubicBezTo>
                  <a:cubicBezTo>
                    <a:pt x="788" y="5135"/>
                    <a:pt x="882" y="5167"/>
                    <a:pt x="977" y="5167"/>
                  </a:cubicBezTo>
                  <a:cubicBezTo>
                    <a:pt x="1071" y="5167"/>
                    <a:pt x="1166" y="5135"/>
                    <a:pt x="1229" y="5072"/>
                  </a:cubicBezTo>
                  <a:lnTo>
                    <a:pt x="1701" y="4600"/>
                  </a:lnTo>
                  <a:cubicBezTo>
                    <a:pt x="1749" y="4553"/>
                    <a:pt x="1835" y="4529"/>
                    <a:pt x="1926" y="4529"/>
                  </a:cubicBezTo>
                  <a:cubicBezTo>
                    <a:pt x="2016" y="4529"/>
                    <a:pt x="2111" y="4553"/>
                    <a:pt x="2174" y="4600"/>
                  </a:cubicBezTo>
                  <a:lnTo>
                    <a:pt x="2898" y="5356"/>
                  </a:lnTo>
                  <a:lnTo>
                    <a:pt x="3371" y="4883"/>
                  </a:lnTo>
                  <a:lnTo>
                    <a:pt x="3151" y="4663"/>
                  </a:lnTo>
                  <a:cubicBezTo>
                    <a:pt x="2741" y="4253"/>
                    <a:pt x="2741" y="3592"/>
                    <a:pt x="3151" y="3214"/>
                  </a:cubicBezTo>
                  <a:cubicBezTo>
                    <a:pt x="3340" y="3009"/>
                    <a:pt x="3607" y="2906"/>
                    <a:pt x="3875" y="2906"/>
                  </a:cubicBezTo>
                  <a:cubicBezTo>
                    <a:pt x="4143" y="2906"/>
                    <a:pt x="4411" y="3009"/>
                    <a:pt x="4600" y="3214"/>
                  </a:cubicBezTo>
                  <a:lnTo>
                    <a:pt x="4852" y="3434"/>
                  </a:lnTo>
                  <a:lnTo>
                    <a:pt x="5828" y="2457"/>
                  </a:lnTo>
                  <a:lnTo>
                    <a:pt x="3623" y="284"/>
                  </a:lnTo>
                  <a:cubicBezTo>
                    <a:pt x="3450" y="95"/>
                    <a:pt x="3190" y="0"/>
                    <a:pt x="29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4" name="Google Shape;1144;p98"/>
            <p:cNvSpPr/>
            <p:nvPr/>
          </p:nvSpPr>
          <p:spPr>
            <a:xfrm>
              <a:off x="5880650" y="3309975"/>
              <a:ext cx="137075" cy="145725"/>
            </a:xfrm>
            <a:custGeom>
              <a:avLst/>
              <a:gdLst/>
              <a:ahLst/>
              <a:cxnLst/>
              <a:rect l="l" t="t" r="r" b="b"/>
              <a:pathLst>
                <a:path w="5483" h="5829" extrusionOk="0">
                  <a:moveTo>
                    <a:pt x="2899" y="1"/>
                  </a:moveTo>
                  <a:lnTo>
                    <a:pt x="1702" y="1229"/>
                  </a:lnTo>
                  <a:cubicBezTo>
                    <a:pt x="1639" y="1292"/>
                    <a:pt x="1544" y="1324"/>
                    <a:pt x="1450" y="1324"/>
                  </a:cubicBezTo>
                  <a:cubicBezTo>
                    <a:pt x="1355" y="1324"/>
                    <a:pt x="1261" y="1292"/>
                    <a:pt x="1198" y="1229"/>
                  </a:cubicBezTo>
                  <a:lnTo>
                    <a:pt x="725" y="757"/>
                  </a:lnTo>
                  <a:cubicBezTo>
                    <a:pt x="678" y="694"/>
                    <a:pt x="591" y="662"/>
                    <a:pt x="501" y="662"/>
                  </a:cubicBezTo>
                  <a:cubicBezTo>
                    <a:pt x="410" y="662"/>
                    <a:pt x="316" y="694"/>
                    <a:pt x="253" y="757"/>
                  </a:cubicBezTo>
                  <a:cubicBezTo>
                    <a:pt x="158" y="883"/>
                    <a:pt x="158" y="1103"/>
                    <a:pt x="253" y="1229"/>
                  </a:cubicBezTo>
                  <a:lnTo>
                    <a:pt x="725" y="1702"/>
                  </a:lnTo>
                  <a:cubicBezTo>
                    <a:pt x="851" y="1828"/>
                    <a:pt x="851" y="2048"/>
                    <a:pt x="725" y="2174"/>
                  </a:cubicBezTo>
                  <a:lnTo>
                    <a:pt x="1" y="2899"/>
                  </a:lnTo>
                  <a:lnTo>
                    <a:pt x="473" y="3372"/>
                  </a:lnTo>
                  <a:lnTo>
                    <a:pt x="694" y="3151"/>
                  </a:lnTo>
                  <a:cubicBezTo>
                    <a:pt x="898" y="2946"/>
                    <a:pt x="1166" y="2844"/>
                    <a:pt x="1434" y="2844"/>
                  </a:cubicBezTo>
                  <a:cubicBezTo>
                    <a:pt x="1702" y="2844"/>
                    <a:pt x="1970" y="2946"/>
                    <a:pt x="2174" y="3151"/>
                  </a:cubicBezTo>
                  <a:cubicBezTo>
                    <a:pt x="2552" y="3529"/>
                    <a:pt x="2552" y="4222"/>
                    <a:pt x="2174" y="4600"/>
                  </a:cubicBezTo>
                  <a:lnTo>
                    <a:pt x="1922" y="4852"/>
                  </a:lnTo>
                  <a:lnTo>
                    <a:pt x="2899" y="5829"/>
                  </a:lnTo>
                  <a:lnTo>
                    <a:pt x="5073" y="3655"/>
                  </a:lnTo>
                  <a:cubicBezTo>
                    <a:pt x="5482" y="3277"/>
                    <a:pt x="5482" y="2615"/>
                    <a:pt x="5073" y="2206"/>
                  </a:cubicBezTo>
                  <a:lnTo>
                    <a:pt x="289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5" name="Google Shape;1145;p98"/>
            <p:cNvSpPr/>
            <p:nvPr/>
          </p:nvSpPr>
          <p:spPr>
            <a:xfrm>
              <a:off x="5794025" y="3396625"/>
              <a:ext cx="147300" cy="134700"/>
            </a:xfrm>
            <a:custGeom>
              <a:avLst/>
              <a:gdLst/>
              <a:ahLst/>
              <a:cxnLst/>
              <a:rect l="l" t="t" r="r" b="b"/>
              <a:pathLst>
                <a:path w="5892" h="5388" extrusionOk="0">
                  <a:moveTo>
                    <a:pt x="2993" y="0"/>
                  </a:moveTo>
                  <a:lnTo>
                    <a:pt x="2520" y="473"/>
                  </a:lnTo>
                  <a:lnTo>
                    <a:pt x="2741" y="725"/>
                  </a:lnTo>
                  <a:cubicBezTo>
                    <a:pt x="3151" y="1103"/>
                    <a:pt x="3151" y="1764"/>
                    <a:pt x="2741" y="2174"/>
                  </a:cubicBezTo>
                  <a:cubicBezTo>
                    <a:pt x="2505" y="2363"/>
                    <a:pt x="2221" y="2457"/>
                    <a:pt x="1949" y="2457"/>
                  </a:cubicBezTo>
                  <a:cubicBezTo>
                    <a:pt x="1678" y="2457"/>
                    <a:pt x="1418" y="2363"/>
                    <a:pt x="1229" y="2174"/>
                  </a:cubicBezTo>
                  <a:lnTo>
                    <a:pt x="977" y="1922"/>
                  </a:lnTo>
                  <a:lnTo>
                    <a:pt x="0" y="2930"/>
                  </a:lnTo>
                  <a:lnTo>
                    <a:pt x="2205" y="5072"/>
                  </a:lnTo>
                  <a:cubicBezTo>
                    <a:pt x="2394" y="5293"/>
                    <a:pt x="2678" y="5387"/>
                    <a:pt x="2930" y="5387"/>
                  </a:cubicBezTo>
                  <a:cubicBezTo>
                    <a:pt x="3214" y="5387"/>
                    <a:pt x="3497" y="5293"/>
                    <a:pt x="3686" y="5072"/>
                  </a:cubicBezTo>
                  <a:lnTo>
                    <a:pt x="5891" y="2930"/>
                  </a:lnTo>
                  <a:lnTo>
                    <a:pt x="4663" y="1701"/>
                  </a:lnTo>
                  <a:cubicBezTo>
                    <a:pt x="4568" y="1575"/>
                    <a:pt x="4568" y="1355"/>
                    <a:pt x="4663" y="1229"/>
                  </a:cubicBezTo>
                  <a:lnTo>
                    <a:pt x="5167" y="756"/>
                  </a:lnTo>
                  <a:cubicBezTo>
                    <a:pt x="5261" y="630"/>
                    <a:pt x="5261" y="410"/>
                    <a:pt x="5167" y="284"/>
                  </a:cubicBezTo>
                  <a:cubicBezTo>
                    <a:pt x="5104" y="221"/>
                    <a:pt x="5009" y="189"/>
                    <a:pt x="4915" y="189"/>
                  </a:cubicBezTo>
                  <a:cubicBezTo>
                    <a:pt x="4820" y="189"/>
                    <a:pt x="4726" y="221"/>
                    <a:pt x="4663" y="284"/>
                  </a:cubicBezTo>
                  <a:lnTo>
                    <a:pt x="4190" y="756"/>
                  </a:lnTo>
                  <a:cubicBezTo>
                    <a:pt x="4143" y="819"/>
                    <a:pt x="4056" y="851"/>
                    <a:pt x="3966" y="851"/>
                  </a:cubicBezTo>
                  <a:cubicBezTo>
                    <a:pt x="3875" y="851"/>
                    <a:pt x="3781" y="819"/>
                    <a:pt x="3718" y="756"/>
                  </a:cubicBezTo>
                  <a:lnTo>
                    <a:pt x="29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46" name="Google Shape;1146;p98"/>
          <p:cNvSpPr txBox="1"/>
          <p:nvPr>
            <p:ph type="title"/>
          </p:nvPr>
        </p:nvSpPr>
        <p:spPr>
          <a:xfrm>
            <a:off x="713225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use six columns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1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1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1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1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/>
                                        <p:tgtEl>
                                          <p:spTgt spid="1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/>
                                        <p:tgtEl>
                                          <p:spTgt spid="1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/>
                                        <p:tgtEl>
                                          <p:spTgt spid="1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/>
                                        <p:tgtEl>
                                          <p:spTgt spid="1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/>
                                        <p:tgtEl>
                                          <p:spTgt spid="1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/>
                                        <p:tgtEl>
                                          <p:spTgt spid="1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/>
                                        <p:tgtEl>
                                          <p:spTgt spid="1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/>
                                        <p:tgtEl>
                                          <p:spTgt spid="1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0"/>
                                        <p:tgtEl>
                                          <p:spTgt spid="1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/>
                                        <p:tgtEl>
                                          <p:spTgt spid="1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99"/>
          <p:cNvSpPr txBox="1"/>
          <p:nvPr>
            <p:ph type="subTitle" idx="1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Mercury</a:t>
            </a:r>
            <a:endParaRPr lang="en-GB"/>
          </a:p>
        </p:txBody>
      </p:sp>
      <p:sp>
        <p:nvSpPr>
          <p:cNvPr id="1152" name="Google Shape;1152;p99"/>
          <p:cNvSpPr txBox="1"/>
          <p:nvPr>
            <p:ph type="subTitle" idx="2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90204"/>
              <a:buNone/>
            </a:pPr>
            <a:r>
              <a:rPr lang="en-GB"/>
              <a:t>Mercury is the smallest planet </a:t>
            </a:r>
            <a:endParaRPr lang="en-GB"/>
          </a:p>
        </p:txBody>
      </p:sp>
      <p:sp>
        <p:nvSpPr>
          <p:cNvPr id="1153" name="Google Shape;1153;p99"/>
          <p:cNvSpPr txBox="1"/>
          <p:nvPr>
            <p:ph type="subTitle" idx="3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</a:t>
            </a:r>
            <a:endParaRPr lang="en-GB"/>
          </a:p>
        </p:txBody>
      </p:sp>
      <p:sp>
        <p:nvSpPr>
          <p:cNvPr id="1154" name="Google Shape;1154;p99"/>
          <p:cNvSpPr txBox="1"/>
          <p:nvPr>
            <p:ph type="subTitle" idx="4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90204"/>
              <a:buNone/>
            </a:pPr>
            <a:r>
              <a:rPr lang="en-GB"/>
              <a:t>Despite being red, Mars is cold</a:t>
            </a:r>
            <a:endParaRPr lang="en-GB"/>
          </a:p>
        </p:txBody>
      </p:sp>
      <p:sp>
        <p:nvSpPr>
          <p:cNvPr id="1155" name="Google Shape;1155;p99"/>
          <p:cNvSpPr txBox="1"/>
          <p:nvPr>
            <p:ph type="subTitle" idx="5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Jupiter</a:t>
            </a:r>
            <a:endParaRPr lang="en-GB"/>
          </a:p>
        </p:txBody>
      </p:sp>
      <p:sp>
        <p:nvSpPr>
          <p:cNvPr id="1156" name="Google Shape;1156;p99"/>
          <p:cNvSpPr txBox="1"/>
          <p:nvPr>
            <p:ph type="subTitle" idx="6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Jupiter is the biggest planet</a:t>
            </a:r>
            <a:endParaRPr lang="en-GB"/>
          </a:p>
        </p:txBody>
      </p:sp>
      <p:sp>
        <p:nvSpPr>
          <p:cNvPr id="1157" name="Google Shape;1157;p99"/>
          <p:cNvSpPr txBox="1"/>
          <p:nvPr>
            <p:ph type="subTitle" idx="7"/>
          </p:nvPr>
        </p:nvSpPr>
        <p:spPr>
          <a:xfrm>
            <a:off x="2059863" y="31485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Neptune</a:t>
            </a:r>
            <a:endParaRPr lang="en-GB"/>
          </a:p>
        </p:txBody>
      </p:sp>
      <p:sp>
        <p:nvSpPr>
          <p:cNvPr id="1158" name="Google Shape;1158;p99"/>
          <p:cNvSpPr txBox="1"/>
          <p:nvPr>
            <p:ph type="subTitle" idx="8"/>
          </p:nvPr>
        </p:nvSpPr>
        <p:spPr>
          <a:xfrm>
            <a:off x="2210013" y="35647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90204"/>
              <a:buNone/>
            </a:pPr>
            <a:r>
              <a:rPr lang="en-GB"/>
              <a:t>Neptune is far away from Earth</a:t>
            </a:r>
            <a:endParaRPr lang="en-GB"/>
          </a:p>
        </p:txBody>
      </p:sp>
      <p:sp>
        <p:nvSpPr>
          <p:cNvPr id="1159" name="Google Shape;1159;p99"/>
          <p:cNvSpPr txBox="1"/>
          <p:nvPr>
            <p:ph type="subTitle" idx="9"/>
          </p:nvPr>
        </p:nvSpPr>
        <p:spPr>
          <a:xfrm>
            <a:off x="4768138" y="31485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Saturn</a:t>
            </a:r>
            <a:endParaRPr lang="en-GB"/>
          </a:p>
        </p:txBody>
      </p:sp>
      <p:sp>
        <p:nvSpPr>
          <p:cNvPr id="1160" name="Google Shape;1160;p99"/>
          <p:cNvSpPr txBox="1"/>
          <p:nvPr>
            <p:ph type="subTitle" idx="13"/>
          </p:nvPr>
        </p:nvSpPr>
        <p:spPr>
          <a:xfrm>
            <a:off x="4918288" y="35647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Saturn is a gas giant with rings</a:t>
            </a:r>
            <a:endParaRPr lang="en-GB"/>
          </a:p>
        </p:txBody>
      </p:sp>
      <p:sp>
        <p:nvSpPr>
          <p:cNvPr id="1161" name="Google Shape;1161;p99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Competitors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1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/>
                                        <p:tgtEl>
                                          <p:spTgt spid="1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1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1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1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/>
                                        <p:tgtEl>
                                          <p:spTgt spid="1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100"/>
          <p:cNvSpPr txBox="1"/>
          <p:nvPr>
            <p:ph type="title"/>
          </p:nvPr>
        </p:nvSpPr>
        <p:spPr>
          <a:xfrm>
            <a:off x="1122500" y="1073000"/>
            <a:ext cx="6899100" cy="28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Awesome words</a:t>
            </a:r>
            <a:endParaRPr lang="en-GB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101"/>
          <p:cNvSpPr txBox="1"/>
          <p:nvPr>
            <p:ph type="title"/>
          </p:nvPr>
        </p:nvSpPr>
        <p:spPr>
          <a:xfrm>
            <a:off x="716225" y="1073000"/>
            <a:ext cx="5640600" cy="28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Awesome words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10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a map</a:t>
            </a:r>
            <a:endParaRPr lang="en-GB"/>
          </a:p>
        </p:txBody>
      </p:sp>
      <p:sp>
        <p:nvSpPr>
          <p:cNvPr id="1177" name="Google Shape;1177;p102"/>
          <p:cNvSpPr txBox="1"/>
          <p:nvPr/>
        </p:nvSpPr>
        <p:spPr>
          <a:xfrm>
            <a:off x="713238" y="1785863"/>
            <a:ext cx="19554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It’s a gas giant and the biggest planet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8" name="Google Shape;1178;p102"/>
          <p:cNvSpPr txBox="1"/>
          <p:nvPr/>
        </p:nvSpPr>
        <p:spPr>
          <a:xfrm>
            <a:off x="713300" y="1445875"/>
            <a:ext cx="14223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Jupiter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179" name="Google Shape;1179;p102"/>
          <p:cNvSpPr txBox="1"/>
          <p:nvPr/>
        </p:nvSpPr>
        <p:spPr>
          <a:xfrm flipH="1">
            <a:off x="713300" y="3649975"/>
            <a:ext cx="14223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Mars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180" name="Google Shape;1180;p102"/>
          <p:cNvSpPr txBox="1"/>
          <p:nvPr/>
        </p:nvSpPr>
        <p:spPr>
          <a:xfrm flipH="1">
            <a:off x="713213" y="3989975"/>
            <a:ext cx="19557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Mars is a cold place, not hot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1" name="Google Shape;1181;p102"/>
          <p:cNvSpPr txBox="1"/>
          <p:nvPr/>
        </p:nvSpPr>
        <p:spPr>
          <a:xfrm flipH="1">
            <a:off x="6475338" y="1785863"/>
            <a:ext cx="19554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Venus has a beautiful name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2" name="Google Shape;1182;p102"/>
          <p:cNvSpPr txBox="1"/>
          <p:nvPr/>
        </p:nvSpPr>
        <p:spPr>
          <a:xfrm flipH="1">
            <a:off x="7008400" y="1445875"/>
            <a:ext cx="14223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Venus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183" name="Google Shape;1183;p102"/>
          <p:cNvSpPr txBox="1"/>
          <p:nvPr/>
        </p:nvSpPr>
        <p:spPr>
          <a:xfrm>
            <a:off x="7008475" y="3649975"/>
            <a:ext cx="14223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Mercury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184" name="Google Shape;1184;p102"/>
          <p:cNvSpPr txBox="1"/>
          <p:nvPr/>
        </p:nvSpPr>
        <p:spPr>
          <a:xfrm>
            <a:off x="6475063" y="3989975"/>
            <a:ext cx="19557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Mercury is the smallest planet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85" name="Google Shape;1185;p102"/>
          <p:cNvGrpSpPr/>
          <p:nvPr/>
        </p:nvGrpSpPr>
        <p:grpSpPr>
          <a:xfrm>
            <a:off x="3329413" y="1513545"/>
            <a:ext cx="2582571" cy="3037897"/>
            <a:chOff x="3276581" y="2368452"/>
            <a:chExt cx="1173416" cy="1380235"/>
          </a:xfrm>
        </p:grpSpPr>
        <p:sp>
          <p:nvSpPr>
            <p:cNvPr id="1186" name="Google Shape;1186;p102"/>
            <p:cNvSpPr/>
            <p:nvPr/>
          </p:nvSpPr>
          <p:spPr>
            <a:xfrm>
              <a:off x="3954402" y="2388508"/>
              <a:ext cx="188833" cy="34503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1187" name="Google Shape;1187;p102"/>
            <p:cNvSpPr/>
            <p:nvPr/>
          </p:nvSpPr>
          <p:spPr>
            <a:xfrm>
              <a:off x="3276581" y="2368452"/>
              <a:ext cx="1173416" cy="1380235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1188" name="Google Shape;1188;p102"/>
            <p:cNvSpPr/>
            <p:nvPr/>
          </p:nvSpPr>
          <p:spPr>
            <a:xfrm>
              <a:off x="3765896" y="2405433"/>
              <a:ext cx="102729" cy="33278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1189" name="Google Shape;1189;p102"/>
            <p:cNvSpPr/>
            <p:nvPr/>
          </p:nvSpPr>
          <p:spPr>
            <a:xfrm>
              <a:off x="3719314" y="2934642"/>
              <a:ext cx="95678" cy="41055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1190" name="Google Shape;1190;p102"/>
            <p:cNvSpPr/>
            <p:nvPr/>
          </p:nvSpPr>
          <p:spPr>
            <a:xfrm>
              <a:off x="3874578" y="2394262"/>
              <a:ext cx="58815" cy="4066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1191" name="Google Shape;1191;p102"/>
            <p:cNvSpPr/>
            <p:nvPr/>
          </p:nvSpPr>
          <p:spPr>
            <a:xfrm>
              <a:off x="3804945" y="2968927"/>
              <a:ext cx="59913" cy="26844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1192" name="Google Shape;1192;p102"/>
            <p:cNvSpPr/>
            <p:nvPr/>
          </p:nvSpPr>
          <p:spPr>
            <a:xfrm>
              <a:off x="3889633" y="2512082"/>
              <a:ext cx="47054" cy="23423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1193" name="Google Shape;1193;p102"/>
            <p:cNvSpPr/>
            <p:nvPr/>
          </p:nvSpPr>
          <p:spPr>
            <a:xfrm>
              <a:off x="3840855" y="2397964"/>
              <a:ext cx="34213" cy="16271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1194" name="Google Shape;1194;p102"/>
            <p:cNvSpPr/>
            <p:nvPr/>
          </p:nvSpPr>
          <p:spPr>
            <a:xfrm>
              <a:off x="3870812" y="2981931"/>
              <a:ext cx="21499" cy="16090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1195" name="Google Shape;1195;p102"/>
            <p:cNvSpPr/>
            <p:nvPr/>
          </p:nvSpPr>
          <p:spPr>
            <a:xfrm>
              <a:off x="4013997" y="3704610"/>
              <a:ext cx="22751" cy="14239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1196" name="Google Shape;1196;p102"/>
            <p:cNvSpPr/>
            <p:nvPr/>
          </p:nvSpPr>
          <p:spPr>
            <a:xfrm>
              <a:off x="3774208" y="2984137"/>
              <a:ext cx="20392" cy="13894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</p:grpSp>
      <p:cxnSp>
        <p:nvCxnSpPr>
          <p:cNvPr id="1197" name="Google Shape;1197;p102"/>
          <p:cNvCxnSpPr>
            <a:stCxn id="1178" idx="3"/>
          </p:cNvCxnSpPr>
          <p:nvPr/>
        </p:nvCxnSpPr>
        <p:spPr>
          <a:xfrm>
            <a:off x="2135600" y="1624375"/>
            <a:ext cx="1801500" cy="8253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98" name="Google Shape;1198;p102"/>
          <p:cNvCxnSpPr>
            <a:stCxn id="1182" idx="3"/>
          </p:cNvCxnSpPr>
          <p:nvPr/>
        </p:nvCxnSpPr>
        <p:spPr>
          <a:xfrm flipH="1">
            <a:off x="4418200" y="1624375"/>
            <a:ext cx="2590200" cy="640200"/>
          </a:xfrm>
          <a:prstGeom prst="bentConnector3">
            <a:avLst>
              <a:gd name="adj1" fmla="val 32872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99" name="Google Shape;1199;p102"/>
          <p:cNvCxnSpPr>
            <a:stCxn id="1179" idx="1"/>
          </p:cNvCxnSpPr>
          <p:nvPr/>
        </p:nvCxnSpPr>
        <p:spPr>
          <a:xfrm rot="10800000" flipH="1">
            <a:off x="2135600" y="3345175"/>
            <a:ext cx="2415900" cy="4833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200" name="Google Shape;1200;p102"/>
          <p:cNvCxnSpPr>
            <a:stCxn id="1183" idx="1"/>
          </p:cNvCxnSpPr>
          <p:nvPr/>
        </p:nvCxnSpPr>
        <p:spPr>
          <a:xfrm rot="10800000">
            <a:off x="5076775" y="3544975"/>
            <a:ext cx="1931700" cy="2835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5" name="Google Shape;1205;p103"/>
          <p:cNvGrpSpPr/>
          <p:nvPr/>
        </p:nvGrpSpPr>
        <p:grpSpPr>
          <a:xfrm>
            <a:off x="4214232" y="1401125"/>
            <a:ext cx="4217077" cy="2773038"/>
            <a:chOff x="235800" y="830650"/>
            <a:chExt cx="6978450" cy="4588844"/>
          </a:xfrm>
        </p:grpSpPr>
        <p:sp>
          <p:nvSpPr>
            <p:cNvPr id="1206" name="Google Shape;1206;p103"/>
            <p:cNvSpPr/>
            <p:nvPr/>
          </p:nvSpPr>
          <p:spPr>
            <a:xfrm>
              <a:off x="235800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7" name="Google Shape;1207;p103"/>
            <p:cNvSpPr/>
            <p:nvPr/>
          </p:nvSpPr>
          <p:spPr>
            <a:xfrm>
              <a:off x="2370225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8" name="Google Shape;1208;p103"/>
            <p:cNvSpPr/>
            <p:nvPr/>
          </p:nvSpPr>
          <p:spPr>
            <a:xfrm>
              <a:off x="3143325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9" name="Google Shape;1209;p103"/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0" name="Google Shape;1210;p103"/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1" name="Google Shape;1211;p103"/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12" name="Google Shape;1212;p10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a map</a:t>
            </a:r>
            <a:endParaRPr lang="en-GB"/>
          </a:p>
        </p:txBody>
      </p:sp>
      <p:sp>
        <p:nvSpPr>
          <p:cNvPr id="1213" name="Google Shape;1213;p103"/>
          <p:cNvSpPr txBox="1"/>
          <p:nvPr/>
        </p:nvSpPr>
        <p:spPr>
          <a:xfrm>
            <a:off x="727934" y="2111376"/>
            <a:ext cx="18651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rgbClr val="242424"/>
                </a:solidFill>
                <a:latin typeface="Montserrat"/>
                <a:ea typeface="Montserrat"/>
                <a:cs typeface="Montserrat"/>
                <a:sym typeface="Montserrat"/>
              </a:rPr>
              <a:t>Jupiter is the biggest planet 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4" name="Google Shape;1214;p103"/>
          <p:cNvSpPr txBox="1"/>
          <p:nvPr/>
        </p:nvSpPr>
        <p:spPr>
          <a:xfrm>
            <a:off x="727985" y="1712607"/>
            <a:ext cx="1865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Jupiter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215" name="Google Shape;1215;p103"/>
          <p:cNvSpPr txBox="1"/>
          <p:nvPr/>
        </p:nvSpPr>
        <p:spPr>
          <a:xfrm>
            <a:off x="713185" y="3719312"/>
            <a:ext cx="18651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9144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Venus has a beautiful name</a:t>
            </a:r>
            <a:endParaRPr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16" name="Google Shape;1216;p103"/>
          <p:cNvSpPr txBox="1"/>
          <p:nvPr/>
        </p:nvSpPr>
        <p:spPr>
          <a:xfrm>
            <a:off x="713236" y="3291126"/>
            <a:ext cx="1865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Venus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217" name="Google Shape;1217;p103"/>
          <p:cNvSpPr txBox="1"/>
          <p:nvPr/>
        </p:nvSpPr>
        <p:spPr>
          <a:xfrm>
            <a:off x="2619185" y="2110091"/>
            <a:ext cx="18651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9144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Mars is a cold place, not hot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8" name="Google Shape;1218;p103"/>
          <p:cNvSpPr txBox="1"/>
          <p:nvPr/>
        </p:nvSpPr>
        <p:spPr>
          <a:xfrm>
            <a:off x="2619186" y="1711330"/>
            <a:ext cx="1865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Mars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219" name="Google Shape;1219;p103"/>
          <p:cNvSpPr txBox="1"/>
          <p:nvPr/>
        </p:nvSpPr>
        <p:spPr>
          <a:xfrm>
            <a:off x="2619186" y="3718033"/>
            <a:ext cx="18651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9144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Mercury is the smallest planet</a:t>
            </a:r>
            <a:endParaRPr>
              <a:solidFill>
                <a:schemeClr val="dk2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20" name="Google Shape;1220;p103"/>
          <p:cNvSpPr txBox="1"/>
          <p:nvPr/>
        </p:nvSpPr>
        <p:spPr>
          <a:xfrm>
            <a:off x="2619236" y="3289834"/>
            <a:ext cx="1865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rPr>
              <a:t>Mercury</a:t>
            </a:r>
            <a:endParaRPr sz="240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221" name="Google Shape;1221;p103"/>
          <p:cNvSpPr/>
          <p:nvPr/>
        </p:nvSpPr>
        <p:spPr>
          <a:xfrm>
            <a:off x="7297222" y="2145040"/>
            <a:ext cx="293190" cy="454436"/>
          </a:xfrm>
          <a:custGeom>
            <a:avLst/>
            <a:gdLst/>
            <a:ahLst/>
            <a:cxnLst/>
            <a:rect l="l" t="t" r="r" b="b"/>
            <a:pathLst>
              <a:path w="10677" h="16549" extrusionOk="0">
                <a:moveTo>
                  <a:pt x="5334" y="2001"/>
                </a:moveTo>
                <a:cubicBezTo>
                  <a:pt x="5775" y="2001"/>
                  <a:pt x="6000" y="2530"/>
                  <a:pt x="5696" y="2834"/>
                </a:cubicBezTo>
                <a:cubicBezTo>
                  <a:pt x="5594" y="2937"/>
                  <a:pt x="5468" y="2983"/>
                  <a:pt x="5345" y="2983"/>
                </a:cubicBezTo>
                <a:cubicBezTo>
                  <a:pt x="5093" y="2983"/>
                  <a:pt x="4853" y="2788"/>
                  <a:pt x="4853" y="2491"/>
                </a:cubicBezTo>
                <a:cubicBezTo>
                  <a:pt x="4853" y="2226"/>
                  <a:pt x="5069" y="2011"/>
                  <a:pt x="5334" y="2001"/>
                </a:cubicBezTo>
                <a:close/>
                <a:moveTo>
                  <a:pt x="5334" y="5902"/>
                </a:moveTo>
                <a:lnTo>
                  <a:pt x="2912" y="6716"/>
                </a:lnTo>
                <a:lnTo>
                  <a:pt x="2912" y="6853"/>
                </a:lnTo>
                <a:lnTo>
                  <a:pt x="7755" y="6853"/>
                </a:lnTo>
                <a:lnTo>
                  <a:pt x="7755" y="6716"/>
                </a:lnTo>
                <a:lnTo>
                  <a:pt x="5334" y="5902"/>
                </a:lnTo>
                <a:close/>
                <a:moveTo>
                  <a:pt x="3873" y="7824"/>
                </a:moveTo>
                <a:lnTo>
                  <a:pt x="3883" y="9755"/>
                </a:lnTo>
                <a:lnTo>
                  <a:pt x="4853" y="9755"/>
                </a:lnTo>
                <a:lnTo>
                  <a:pt x="4853" y="7824"/>
                </a:lnTo>
                <a:close/>
                <a:moveTo>
                  <a:pt x="5814" y="7824"/>
                </a:moveTo>
                <a:lnTo>
                  <a:pt x="5814" y="9755"/>
                </a:lnTo>
                <a:lnTo>
                  <a:pt x="6794" y="9755"/>
                </a:lnTo>
                <a:lnTo>
                  <a:pt x="6794" y="7824"/>
                </a:lnTo>
                <a:close/>
                <a:moveTo>
                  <a:pt x="5319" y="4912"/>
                </a:moveTo>
                <a:cubicBezTo>
                  <a:pt x="5370" y="4912"/>
                  <a:pt x="5422" y="4922"/>
                  <a:pt x="5471" y="4942"/>
                </a:cubicBezTo>
                <a:lnTo>
                  <a:pt x="8382" y="5902"/>
                </a:lnTo>
                <a:cubicBezTo>
                  <a:pt x="8578" y="5971"/>
                  <a:pt x="8716" y="6157"/>
                  <a:pt x="8716" y="6363"/>
                </a:cubicBezTo>
                <a:lnTo>
                  <a:pt x="8725" y="7343"/>
                </a:lnTo>
                <a:cubicBezTo>
                  <a:pt x="8716" y="7608"/>
                  <a:pt x="8500" y="7824"/>
                  <a:pt x="8235" y="7824"/>
                </a:cubicBezTo>
                <a:lnTo>
                  <a:pt x="7745" y="7824"/>
                </a:lnTo>
                <a:lnTo>
                  <a:pt x="7745" y="9765"/>
                </a:lnTo>
                <a:lnTo>
                  <a:pt x="8235" y="9765"/>
                </a:lnTo>
                <a:cubicBezTo>
                  <a:pt x="8262" y="9760"/>
                  <a:pt x="8289" y="9758"/>
                  <a:pt x="8316" y="9758"/>
                </a:cubicBezTo>
                <a:cubicBezTo>
                  <a:pt x="8576" y="9758"/>
                  <a:pt x="8794" y="9969"/>
                  <a:pt x="8794" y="10245"/>
                </a:cubicBezTo>
                <a:cubicBezTo>
                  <a:pt x="8794" y="10526"/>
                  <a:pt x="8568" y="10740"/>
                  <a:pt x="8302" y="10740"/>
                </a:cubicBezTo>
                <a:cubicBezTo>
                  <a:pt x="8280" y="10740"/>
                  <a:pt x="8258" y="10738"/>
                  <a:pt x="8235" y="10735"/>
                </a:cubicBezTo>
                <a:lnTo>
                  <a:pt x="2422" y="10735"/>
                </a:lnTo>
                <a:cubicBezTo>
                  <a:pt x="2399" y="10738"/>
                  <a:pt x="2376" y="10740"/>
                  <a:pt x="2353" y="10740"/>
                </a:cubicBezTo>
                <a:cubicBezTo>
                  <a:pt x="2079" y="10740"/>
                  <a:pt x="1853" y="10526"/>
                  <a:pt x="1853" y="10245"/>
                </a:cubicBezTo>
                <a:cubicBezTo>
                  <a:pt x="1853" y="9969"/>
                  <a:pt x="2071" y="9758"/>
                  <a:pt x="2339" y="9758"/>
                </a:cubicBezTo>
                <a:cubicBezTo>
                  <a:pt x="2366" y="9758"/>
                  <a:pt x="2394" y="9760"/>
                  <a:pt x="2422" y="9765"/>
                </a:cubicBezTo>
                <a:lnTo>
                  <a:pt x="2912" y="9765"/>
                </a:lnTo>
                <a:lnTo>
                  <a:pt x="2912" y="7824"/>
                </a:lnTo>
                <a:lnTo>
                  <a:pt x="2422" y="7824"/>
                </a:lnTo>
                <a:cubicBezTo>
                  <a:pt x="2148" y="7824"/>
                  <a:pt x="1932" y="7598"/>
                  <a:pt x="1932" y="7334"/>
                </a:cubicBezTo>
                <a:lnTo>
                  <a:pt x="1932" y="6363"/>
                </a:lnTo>
                <a:cubicBezTo>
                  <a:pt x="1932" y="6157"/>
                  <a:pt x="2059" y="5971"/>
                  <a:pt x="2255" y="5902"/>
                </a:cubicBezTo>
                <a:lnTo>
                  <a:pt x="5167" y="4942"/>
                </a:lnTo>
                <a:cubicBezTo>
                  <a:pt x="5216" y="4922"/>
                  <a:pt x="5267" y="4912"/>
                  <a:pt x="5319" y="4912"/>
                </a:cubicBezTo>
                <a:close/>
                <a:moveTo>
                  <a:pt x="6375" y="13630"/>
                </a:moveTo>
                <a:cubicBezTo>
                  <a:pt x="6643" y="13630"/>
                  <a:pt x="6863" y="13849"/>
                  <a:pt x="6863" y="14117"/>
                </a:cubicBezTo>
                <a:cubicBezTo>
                  <a:pt x="6863" y="14398"/>
                  <a:pt x="6637" y="14612"/>
                  <a:pt x="6363" y="14612"/>
                </a:cubicBezTo>
                <a:cubicBezTo>
                  <a:pt x="6340" y="14612"/>
                  <a:pt x="6317" y="14610"/>
                  <a:pt x="6294" y="14607"/>
                </a:cubicBezTo>
                <a:lnTo>
                  <a:pt x="4363" y="14607"/>
                </a:lnTo>
                <a:cubicBezTo>
                  <a:pt x="3804" y="14519"/>
                  <a:pt x="3804" y="13715"/>
                  <a:pt x="4363" y="13637"/>
                </a:cubicBezTo>
                <a:lnTo>
                  <a:pt x="6294" y="13637"/>
                </a:lnTo>
                <a:cubicBezTo>
                  <a:pt x="6321" y="13633"/>
                  <a:pt x="6348" y="13630"/>
                  <a:pt x="6375" y="13630"/>
                </a:cubicBezTo>
                <a:close/>
                <a:moveTo>
                  <a:pt x="491" y="1"/>
                </a:moveTo>
                <a:cubicBezTo>
                  <a:pt x="226" y="1"/>
                  <a:pt x="1" y="217"/>
                  <a:pt x="1" y="481"/>
                </a:cubicBezTo>
                <a:lnTo>
                  <a:pt x="1" y="16058"/>
                </a:lnTo>
                <a:cubicBezTo>
                  <a:pt x="1" y="16333"/>
                  <a:pt x="226" y="16548"/>
                  <a:pt x="491" y="16548"/>
                </a:cubicBezTo>
                <a:lnTo>
                  <a:pt x="10186" y="16548"/>
                </a:lnTo>
                <a:cubicBezTo>
                  <a:pt x="10451" y="16548"/>
                  <a:pt x="10676" y="16333"/>
                  <a:pt x="10676" y="16058"/>
                </a:cubicBezTo>
                <a:lnTo>
                  <a:pt x="10676" y="481"/>
                </a:lnTo>
                <a:cubicBezTo>
                  <a:pt x="10676" y="217"/>
                  <a:pt x="10451" y="1"/>
                  <a:pt x="101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22" name="Google Shape;1222;p103"/>
          <p:cNvSpPr/>
          <p:nvPr/>
        </p:nvSpPr>
        <p:spPr>
          <a:xfrm>
            <a:off x="5724915" y="1575862"/>
            <a:ext cx="454957" cy="292888"/>
          </a:xfrm>
          <a:custGeom>
            <a:avLst/>
            <a:gdLst/>
            <a:ahLst/>
            <a:cxnLst/>
            <a:rect l="l" t="t" r="r" b="b"/>
            <a:pathLst>
              <a:path w="16568" h="10666" extrusionOk="0">
                <a:moveTo>
                  <a:pt x="6420" y="3868"/>
                </a:moveTo>
                <a:cubicBezTo>
                  <a:pt x="6686" y="3868"/>
                  <a:pt x="6912" y="4082"/>
                  <a:pt x="6912" y="4363"/>
                </a:cubicBezTo>
                <a:cubicBezTo>
                  <a:pt x="6912" y="4630"/>
                  <a:pt x="6692" y="4849"/>
                  <a:pt x="6431" y="4849"/>
                </a:cubicBezTo>
                <a:cubicBezTo>
                  <a:pt x="6405" y="4849"/>
                  <a:pt x="6379" y="4847"/>
                  <a:pt x="6353" y="4843"/>
                </a:cubicBezTo>
                <a:lnTo>
                  <a:pt x="2442" y="4843"/>
                </a:lnTo>
                <a:cubicBezTo>
                  <a:pt x="1883" y="4764"/>
                  <a:pt x="1883" y="3961"/>
                  <a:pt x="2442" y="3872"/>
                </a:cubicBezTo>
                <a:lnTo>
                  <a:pt x="6353" y="3872"/>
                </a:lnTo>
                <a:cubicBezTo>
                  <a:pt x="6375" y="3869"/>
                  <a:pt x="6398" y="3868"/>
                  <a:pt x="6420" y="3868"/>
                </a:cubicBezTo>
                <a:close/>
                <a:moveTo>
                  <a:pt x="4479" y="5809"/>
                </a:moveTo>
                <a:cubicBezTo>
                  <a:pt x="4745" y="5809"/>
                  <a:pt x="4971" y="6023"/>
                  <a:pt x="4971" y="6304"/>
                </a:cubicBezTo>
                <a:cubicBezTo>
                  <a:pt x="4971" y="6571"/>
                  <a:pt x="4751" y="6790"/>
                  <a:pt x="4490" y="6790"/>
                </a:cubicBezTo>
                <a:cubicBezTo>
                  <a:pt x="4464" y="6790"/>
                  <a:pt x="4438" y="6788"/>
                  <a:pt x="4412" y="6784"/>
                </a:cubicBezTo>
                <a:lnTo>
                  <a:pt x="2442" y="6784"/>
                </a:lnTo>
                <a:cubicBezTo>
                  <a:pt x="1883" y="6696"/>
                  <a:pt x="1883" y="5902"/>
                  <a:pt x="2442" y="5813"/>
                </a:cubicBezTo>
                <a:lnTo>
                  <a:pt x="4412" y="5813"/>
                </a:lnTo>
                <a:cubicBezTo>
                  <a:pt x="4434" y="5810"/>
                  <a:pt x="4457" y="5809"/>
                  <a:pt x="4479" y="5809"/>
                </a:cubicBezTo>
                <a:close/>
                <a:moveTo>
                  <a:pt x="11186" y="1863"/>
                </a:moveTo>
                <a:cubicBezTo>
                  <a:pt x="11490" y="1863"/>
                  <a:pt x="11715" y="2127"/>
                  <a:pt x="11676" y="2422"/>
                </a:cubicBezTo>
                <a:lnTo>
                  <a:pt x="11676" y="4157"/>
                </a:lnTo>
                <a:lnTo>
                  <a:pt x="14441" y="6931"/>
                </a:lnTo>
                <a:cubicBezTo>
                  <a:pt x="14627" y="7117"/>
                  <a:pt x="14627" y="7421"/>
                  <a:pt x="14441" y="7607"/>
                </a:cubicBezTo>
                <a:lnTo>
                  <a:pt x="14450" y="7607"/>
                </a:lnTo>
                <a:cubicBezTo>
                  <a:pt x="14352" y="7700"/>
                  <a:pt x="14227" y="7747"/>
                  <a:pt x="14104" y="7747"/>
                </a:cubicBezTo>
                <a:cubicBezTo>
                  <a:pt x="13980" y="7747"/>
                  <a:pt x="13857" y="7700"/>
                  <a:pt x="13764" y="7607"/>
                </a:cubicBezTo>
                <a:lnTo>
                  <a:pt x="11676" y="5529"/>
                </a:lnTo>
                <a:lnTo>
                  <a:pt x="11676" y="7068"/>
                </a:lnTo>
                <a:lnTo>
                  <a:pt x="12509" y="7892"/>
                </a:lnTo>
                <a:cubicBezTo>
                  <a:pt x="12745" y="8068"/>
                  <a:pt x="12774" y="8421"/>
                  <a:pt x="12558" y="8637"/>
                </a:cubicBezTo>
                <a:cubicBezTo>
                  <a:pt x="12464" y="8731"/>
                  <a:pt x="12340" y="8778"/>
                  <a:pt x="12215" y="8778"/>
                </a:cubicBezTo>
                <a:cubicBezTo>
                  <a:pt x="12067" y="8778"/>
                  <a:pt x="11919" y="8711"/>
                  <a:pt x="11823" y="8578"/>
                </a:cubicBezTo>
                <a:lnTo>
                  <a:pt x="11196" y="7950"/>
                </a:lnTo>
                <a:lnTo>
                  <a:pt x="10568" y="8578"/>
                </a:lnTo>
                <a:cubicBezTo>
                  <a:pt x="10472" y="8711"/>
                  <a:pt x="10324" y="8778"/>
                  <a:pt x="10175" y="8778"/>
                </a:cubicBezTo>
                <a:cubicBezTo>
                  <a:pt x="10049" y="8778"/>
                  <a:pt x="9922" y="8731"/>
                  <a:pt x="9823" y="8637"/>
                </a:cubicBezTo>
                <a:cubicBezTo>
                  <a:pt x="9608" y="8421"/>
                  <a:pt x="9637" y="8068"/>
                  <a:pt x="9882" y="7892"/>
                </a:cubicBezTo>
                <a:lnTo>
                  <a:pt x="10706" y="7068"/>
                </a:lnTo>
                <a:lnTo>
                  <a:pt x="10706" y="5529"/>
                </a:lnTo>
                <a:lnTo>
                  <a:pt x="8627" y="7617"/>
                </a:lnTo>
                <a:cubicBezTo>
                  <a:pt x="8534" y="7684"/>
                  <a:pt x="8435" y="7713"/>
                  <a:pt x="8341" y="7713"/>
                </a:cubicBezTo>
                <a:cubicBezTo>
                  <a:pt x="7979" y="7713"/>
                  <a:pt x="7677" y="7288"/>
                  <a:pt x="7941" y="6931"/>
                </a:cubicBezTo>
                <a:lnTo>
                  <a:pt x="10706" y="4166"/>
                </a:lnTo>
                <a:lnTo>
                  <a:pt x="10706" y="2422"/>
                </a:lnTo>
                <a:cubicBezTo>
                  <a:pt x="10657" y="2127"/>
                  <a:pt x="10892" y="1863"/>
                  <a:pt x="11186" y="1863"/>
                </a:cubicBezTo>
                <a:close/>
                <a:moveTo>
                  <a:pt x="491" y="0"/>
                </a:moveTo>
                <a:cubicBezTo>
                  <a:pt x="216" y="0"/>
                  <a:pt x="1" y="226"/>
                  <a:pt x="1" y="490"/>
                </a:cubicBezTo>
                <a:lnTo>
                  <a:pt x="1" y="10186"/>
                </a:lnTo>
                <a:cubicBezTo>
                  <a:pt x="10" y="10450"/>
                  <a:pt x="226" y="10666"/>
                  <a:pt x="491" y="10666"/>
                </a:cubicBezTo>
                <a:lnTo>
                  <a:pt x="3432" y="10666"/>
                </a:lnTo>
                <a:cubicBezTo>
                  <a:pt x="3696" y="10666"/>
                  <a:pt x="3912" y="10450"/>
                  <a:pt x="3922" y="10186"/>
                </a:cubicBezTo>
                <a:cubicBezTo>
                  <a:pt x="3873" y="9882"/>
                  <a:pt x="4108" y="9617"/>
                  <a:pt x="4402" y="9617"/>
                </a:cubicBezTo>
                <a:cubicBezTo>
                  <a:pt x="4706" y="9617"/>
                  <a:pt x="4932" y="9882"/>
                  <a:pt x="4892" y="10186"/>
                </a:cubicBezTo>
                <a:cubicBezTo>
                  <a:pt x="4892" y="10450"/>
                  <a:pt x="5108" y="10666"/>
                  <a:pt x="5382" y="10666"/>
                </a:cubicBezTo>
                <a:lnTo>
                  <a:pt x="16078" y="10666"/>
                </a:lnTo>
                <a:cubicBezTo>
                  <a:pt x="16342" y="10666"/>
                  <a:pt x="16558" y="10450"/>
                  <a:pt x="16568" y="10186"/>
                </a:cubicBezTo>
                <a:lnTo>
                  <a:pt x="16568" y="490"/>
                </a:lnTo>
                <a:cubicBezTo>
                  <a:pt x="16568" y="216"/>
                  <a:pt x="16342" y="0"/>
                  <a:pt x="16078" y="0"/>
                </a:cubicBezTo>
                <a:lnTo>
                  <a:pt x="5382" y="0"/>
                </a:lnTo>
                <a:cubicBezTo>
                  <a:pt x="5108" y="0"/>
                  <a:pt x="4892" y="216"/>
                  <a:pt x="4892" y="490"/>
                </a:cubicBezTo>
                <a:cubicBezTo>
                  <a:pt x="4848" y="770"/>
                  <a:pt x="4625" y="909"/>
                  <a:pt x="4403" y="909"/>
                </a:cubicBezTo>
                <a:cubicBezTo>
                  <a:pt x="4182" y="909"/>
                  <a:pt x="3961" y="770"/>
                  <a:pt x="3922" y="490"/>
                </a:cubicBezTo>
                <a:cubicBezTo>
                  <a:pt x="3922" y="216"/>
                  <a:pt x="3696" y="0"/>
                  <a:pt x="343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223" name="Google Shape;1223;p103"/>
          <p:cNvGrpSpPr/>
          <p:nvPr/>
        </p:nvGrpSpPr>
        <p:grpSpPr>
          <a:xfrm>
            <a:off x="6280468" y="2764207"/>
            <a:ext cx="431025" cy="454446"/>
            <a:chOff x="2343222" y="2246064"/>
            <a:chExt cx="307151" cy="323864"/>
          </a:xfrm>
        </p:grpSpPr>
        <p:sp>
          <p:nvSpPr>
            <p:cNvPr id="1224" name="Google Shape;1224;p103"/>
            <p:cNvSpPr/>
            <p:nvPr/>
          </p:nvSpPr>
          <p:spPr>
            <a:xfrm>
              <a:off x="2589354" y="2340097"/>
              <a:ext cx="61019" cy="133115"/>
            </a:xfrm>
            <a:custGeom>
              <a:avLst/>
              <a:gdLst/>
              <a:ahLst/>
              <a:cxnLst/>
              <a:rect l="l" t="t" r="r" b="b"/>
              <a:pathLst>
                <a:path w="3118" h="6802" extrusionOk="0">
                  <a:moveTo>
                    <a:pt x="1559" y="1"/>
                  </a:moveTo>
                  <a:cubicBezTo>
                    <a:pt x="1265" y="1"/>
                    <a:pt x="1030" y="265"/>
                    <a:pt x="1079" y="560"/>
                  </a:cubicBezTo>
                  <a:lnTo>
                    <a:pt x="1079" y="1128"/>
                  </a:lnTo>
                  <a:cubicBezTo>
                    <a:pt x="402" y="1363"/>
                    <a:pt x="0" y="2050"/>
                    <a:pt x="128" y="2746"/>
                  </a:cubicBezTo>
                  <a:cubicBezTo>
                    <a:pt x="244" y="3445"/>
                    <a:pt x="842" y="3952"/>
                    <a:pt x="1549" y="3952"/>
                  </a:cubicBezTo>
                  <a:cubicBezTo>
                    <a:pt x="1555" y="3952"/>
                    <a:pt x="1562" y="3951"/>
                    <a:pt x="1569" y="3951"/>
                  </a:cubicBezTo>
                  <a:cubicBezTo>
                    <a:pt x="2000" y="3951"/>
                    <a:pt x="2226" y="4481"/>
                    <a:pt x="1912" y="4785"/>
                  </a:cubicBezTo>
                  <a:cubicBezTo>
                    <a:pt x="1813" y="4887"/>
                    <a:pt x="1689" y="4933"/>
                    <a:pt x="1568" y="4933"/>
                  </a:cubicBezTo>
                  <a:cubicBezTo>
                    <a:pt x="1319" y="4933"/>
                    <a:pt x="1079" y="4738"/>
                    <a:pt x="1079" y="4442"/>
                  </a:cubicBezTo>
                  <a:cubicBezTo>
                    <a:pt x="1118" y="4147"/>
                    <a:pt x="892" y="3883"/>
                    <a:pt x="589" y="3883"/>
                  </a:cubicBezTo>
                  <a:cubicBezTo>
                    <a:pt x="294" y="3883"/>
                    <a:pt x="59" y="4147"/>
                    <a:pt x="108" y="4442"/>
                  </a:cubicBezTo>
                  <a:cubicBezTo>
                    <a:pt x="108" y="5059"/>
                    <a:pt x="500" y="5608"/>
                    <a:pt x="1079" y="5814"/>
                  </a:cubicBezTo>
                  <a:lnTo>
                    <a:pt x="1079" y="6383"/>
                  </a:lnTo>
                  <a:cubicBezTo>
                    <a:pt x="1118" y="6662"/>
                    <a:pt x="1339" y="6802"/>
                    <a:pt x="1560" y="6802"/>
                  </a:cubicBezTo>
                  <a:cubicBezTo>
                    <a:pt x="1782" y="6802"/>
                    <a:pt x="2005" y="6662"/>
                    <a:pt x="2049" y="6383"/>
                  </a:cubicBezTo>
                  <a:lnTo>
                    <a:pt x="2049" y="5814"/>
                  </a:lnTo>
                  <a:cubicBezTo>
                    <a:pt x="2716" y="5579"/>
                    <a:pt x="3118" y="4892"/>
                    <a:pt x="3000" y="4196"/>
                  </a:cubicBezTo>
                  <a:cubicBezTo>
                    <a:pt x="2873" y="3500"/>
                    <a:pt x="2275" y="2991"/>
                    <a:pt x="1559" y="2991"/>
                  </a:cubicBezTo>
                  <a:lnTo>
                    <a:pt x="1559" y="2981"/>
                  </a:lnTo>
                  <a:cubicBezTo>
                    <a:pt x="1555" y="2981"/>
                    <a:pt x="1551" y="2981"/>
                    <a:pt x="1547" y="2981"/>
                  </a:cubicBezTo>
                  <a:cubicBezTo>
                    <a:pt x="1114" y="2981"/>
                    <a:pt x="905" y="2458"/>
                    <a:pt x="1206" y="2148"/>
                  </a:cubicBezTo>
                  <a:cubicBezTo>
                    <a:pt x="1307" y="2047"/>
                    <a:pt x="1431" y="2001"/>
                    <a:pt x="1551" y="2001"/>
                  </a:cubicBezTo>
                  <a:cubicBezTo>
                    <a:pt x="1806" y="2001"/>
                    <a:pt x="2049" y="2201"/>
                    <a:pt x="2049" y="2501"/>
                  </a:cubicBezTo>
                  <a:cubicBezTo>
                    <a:pt x="2088" y="2780"/>
                    <a:pt x="2309" y="2920"/>
                    <a:pt x="2531" y="2920"/>
                  </a:cubicBezTo>
                  <a:cubicBezTo>
                    <a:pt x="2753" y="2920"/>
                    <a:pt x="2976" y="2780"/>
                    <a:pt x="3020" y="2501"/>
                  </a:cubicBezTo>
                  <a:cubicBezTo>
                    <a:pt x="3010" y="1883"/>
                    <a:pt x="2628" y="1334"/>
                    <a:pt x="2049" y="1128"/>
                  </a:cubicBezTo>
                  <a:lnTo>
                    <a:pt x="2049" y="560"/>
                  </a:lnTo>
                  <a:cubicBezTo>
                    <a:pt x="2088" y="265"/>
                    <a:pt x="1863" y="1"/>
                    <a:pt x="15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5" name="Google Shape;1225;p103"/>
            <p:cNvSpPr/>
            <p:nvPr/>
          </p:nvSpPr>
          <p:spPr>
            <a:xfrm>
              <a:off x="2493050" y="2303462"/>
              <a:ext cx="22466" cy="19296"/>
            </a:xfrm>
            <a:custGeom>
              <a:avLst/>
              <a:gdLst/>
              <a:ahLst/>
              <a:cxnLst/>
              <a:rect l="l" t="t" r="r" b="b"/>
              <a:pathLst>
                <a:path w="1148" h="986" extrusionOk="0">
                  <a:moveTo>
                    <a:pt x="667" y="0"/>
                  </a:moveTo>
                  <a:cubicBezTo>
                    <a:pt x="226" y="0"/>
                    <a:pt x="0" y="530"/>
                    <a:pt x="314" y="843"/>
                  </a:cubicBezTo>
                  <a:cubicBezTo>
                    <a:pt x="412" y="941"/>
                    <a:pt x="533" y="985"/>
                    <a:pt x="652" y="985"/>
                  </a:cubicBezTo>
                  <a:cubicBezTo>
                    <a:pt x="904" y="985"/>
                    <a:pt x="1147" y="790"/>
                    <a:pt x="1147" y="491"/>
                  </a:cubicBezTo>
                  <a:cubicBezTo>
                    <a:pt x="1147" y="226"/>
                    <a:pt x="932" y="10"/>
                    <a:pt x="6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6" name="Google Shape;1226;p103"/>
            <p:cNvSpPr/>
            <p:nvPr/>
          </p:nvSpPr>
          <p:spPr>
            <a:xfrm>
              <a:off x="2343222" y="2246064"/>
              <a:ext cx="278188" cy="323864"/>
            </a:xfrm>
            <a:custGeom>
              <a:avLst/>
              <a:gdLst/>
              <a:ahLst/>
              <a:cxnLst/>
              <a:rect l="l" t="t" r="r" b="b"/>
              <a:pathLst>
                <a:path w="14215" h="16549" extrusionOk="0">
                  <a:moveTo>
                    <a:pt x="8338" y="1968"/>
                  </a:moveTo>
                  <a:cubicBezTo>
                    <a:pt x="8695" y="1968"/>
                    <a:pt x="9058" y="2100"/>
                    <a:pt x="9352" y="2394"/>
                  </a:cubicBezTo>
                  <a:cubicBezTo>
                    <a:pt x="10274" y="3316"/>
                    <a:pt x="9617" y="4884"/>
                    <a:pt x="8323" y="4884"/>
                  </a:cubicBezTo>
                  <a:cubicBezTo>
                    <a:pt x="7519" y="4884"/>
                    <a:pt x="6872" y="4227"/>
                    <a:pt x="6872" y="3424"/>
                  </a:cubicBezTo>
                  <a:cubicBezTo>
                    <a:pt x="6872" y="2547"/>
                    <a:pt x="7591" y="1968"/>
                    <a:pt x="8338" y="1968"/>
                  </a:cubicBezTo>
                  <a:close/>
                  <a:moveTo>
                    <a:pt x="8270" y="1"/>
                  </a:moveTo>
                  <a:cubicBezTo>
                    <a:pt x="7177" y="1"/>
                    <a:pt x="6076" y="216"/>
                    <a:pt x="5029" y="659"/>
                  </a:cubicBezTo>
                  <a:cubicBezTo>
                    <a:pt x="1980" y="1963"/>
                    <a:pt x="0" y="4963"/>
                    <a:pt x="0" y="8276"/>
                  </a:cubicBezTo>
                  <a:cubicBezTo>
                    <a:pt x="0" y="11589"/>
                    <a:pt x="1980" y="14589"/>
                    <a:pt x="5029" y="15883"/>
                  </a:cubicBezTo>
                  <a:cubicBezTo>
                    <a:pt x="6078" y="16330"/>
                    <a:pt x="7183" y="16548"/>
                    <a:pt x="8278" y="16548"/>
                  </a:cubicBezTo>
                  <a:cubicBezTo>
                    <a:pt x="10375" y="16548"/>
                    <a:pt x="12437" y="15750"/>
                    <a:pt x="14009" y="14236"/>
                  </a:cubicBezTo>
                  <a:cubicBezTo>
                    <a:pt x="14215" y="14040"/>
                    <a:pt x="14205" y="13717"/>
                    <a:pt x="13999" y="13530"/>
                  </a:cubicBezTo>
                  <a:lnTo>
                    <a:pt x="8088" y="8276"/>
                  </a:lnTo>
                  <a:lnTo>
                    <a:pt x="13999" y="3022"/>
                  </a:lnTo>
                  <a:cubicBezTo>
                    <a:pt x="14205" y="2835"/>
                    <a:pt x="14215" y="2502"/>
                    <a:pt x="14009" y="2306"/>
                  </a:cubicBezTo>
                  <a:cubicBezTo>
                    <a:pt x="12435" y="797"/>
                    <a:pt x="10370" y="1"/>
                    <a:pt x="82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27" name="Google Shape;1227;p103"/>
          <p:cNvGrpSpPr/>
          <p:nvPr/>
        </p:nvGrpSpPr>
        <p:grpSpPr>
          <a:xfrm>
            <a:off x="4629098" y="2144974"/>
            <a:ext cx="463870" cy="458318"/>
            <a:chOff x="1776690" y="2244870"/>
            <a:chExt cx="330557" cy="326623"/>
          </a:xfrm>
        </p:grpSpPr>
        <p:sp>
          <p:nvSpPr>
            <p:cNvPr id="1228" name="Google Shape;1228;p103"/>
            <p:cNvSpPr/>
            <p:nvPr/>
          </p:nvSpPr>
          <p:spPr>
            <a:xfrm>
              <a:off x="1776690" y="2438378"/>
              <a:ext cx="123839" cy="133115"/>
            </a:xfrm>
            <a:custGeom>
              <a:avLst/>
              <a:gdLst/>
              <a:ahLst/>
              <a:cxnLst/>
              <a:rect l="l" t="t" r="r" b="b"/>
              <a:pathLst>
                <a:path w="6328" h="6802" extrusionOk="0">
                  <a:moveTo>
                    <a:pt x="3178" y="2829"/>
                  </a:moveTo>
                  <a:cubicBezTo>
                    <a:pt x="3427" y="2829"/>
                    <a:pt x="3667" y="3024"/>
                    <a:pt x="3667" y="3321"/>
                  </a:cubicBezTo>
                  <a:cubicBezTo>
                    <a:pt x="3667" y="3586"/>
                    <a:pt x="3451" y="3811"/>
                    <a:pt x="3177" y="3811"/>
                  </a:cubicBezTo>
                  <a:cubicBezTo>
                    <a:pt x="2745" y="3811"/>
                    <a:pt x="2520" y="3282"/>
                    <a:pt x="2834" y="2978"/>
                  </a:cubicBezTo>
                  <a:cubicBezTo>
                    <a:pt x="2933" y="2875"/>
                    <a:pt x="3056" y="2829"/>
                    <a:pt x="3178" y="2829"/>
                  </a:cubicBezTo>
                  <a:close/>
                  <a:moveTo>
                    <a:pt x="3182" y="0"/>
                  </a:moveTo>
                  <a:cubicBezTo>
                    <a:pt x="2961" y="0"/>
                    <a:pt x="2741" y="140"/>
                    <a:pt x="2696" y="419"/>
                  </a:cubicBezTo>
                  <a:lnTo>
                    <a:pt x="2696" y="949"/>
                  </a:lnTo>
                  <a:cubicBezTo>
                    <a:pt x="2187" y="1057"/>
                    <a:pt x="1716" y="1321"/>
                    <a:pt x="1373" y="1723"/>
                  </a:cubicBezTo>
                  <a:lnTo>
                    <a:pt x="912" y="1449"/>
                  </a:lnTo>
                  <a:cubicBezTo>
                    <a:pt x="844" y="1421"/>
                    <a:pt x="778" y="1409"/>
                    <a:pt x="716" y="1409"/>
                  </a:cubicBezTo>
                  <a:cubicBezTo>
                    <a:pt x="291" y="1409"/>
                    <a:pt x="29" y="1984"/>
                    <a:pt x="422" y="2292"/>
                  </a:cubicBezTo>
                  <a:lnTo>
                    <a:pt x="883" y="2557"/>
                  </a:lnTo>
                  <a:cubicBezTo>
                    <a:pt x="716" y="3056"/>
                    <a:pt x="716" y="3596"/>
                    <a:pt x="883" y="4096"/>
                  </a:cubicBezTo>
                  <a:lnTo>
                    <a:pt x="422" y="4360"/>
                  </a:lnTo>
                  <a:cubicBezTo>
                    <a:pt x="1" y="4655"/>
                    <a:pt x="268" y="5255"/>
                    <a:pt x="694" y="5255"/>
                  </a:cubicBezTo>
                  <a:cubicBezTo>
                    <a:pt x="763" y="5255"/>
                    <a:pt x="837" y="5239"/>
                    <a:pt x="912" y="5203"/>
                  </a:cubicBezTo>
                  <a:lnTo>
                    <a:pt x="1373" y="4939"/>
                  </a:lnTo>
                  <a:cubicBezTo>
                    <a:pt x="1726" y="5331"/>
                    <a:pt x="2187" y="5595"/>
                    <a:pt x="2706" y="5703"/>
                  </a:cubicBezTo>
                  <a:lnTo>
                    <a:pt x="2706" y="6242"/>
                  </a:lnTo>
                  <a:cubicBezTo>
                    <a:pt x="2657" y="6537"/>
                    <a:pt x="2892" y="6801"/>
                    <a:pt x="3187" y="6801"/>
                  </a:cubicBezTo>
                  <a:cubicBezTo>
                    <a:pt x="3490" y="6801"/>
                    <a:pt x="3716" y="6537"/>
                    <a:pt x="3677" y="6242"/>
                  </a:cubicBezTo>
                  <a:lnTo>
                    <a:pt x="3677" y="5703"/>
                  </a:lnTo>
                  <a:cubicBezTo>
                    <a:pt x="4186" y="5595"/>
                    <a:pt x="4657" y="5331"/>
                    <a:pt x="5000" y="4939"/>
                  </a:cubicBezTo>
                  <a:lnTo>
                    <a:pt x="5461" y="5203"/>
                  </a:lnTo>
                  <a:cubicBezTo>
                    <a:pt x="5526" y="5229"/>
                    <a:pt x="5589" y="5241"/>
                    <a:pt x="5649" y="5241"/>
                  </a:cubicBezTo>
                  <a:cubicBezTo>
                    <a:pt x="6068" y="5241"/>
                    <a:pt x="6327" y="4669"/>
                    <a:pt x="5941" y="4360"/>
                  </a:cubicBezTo>
                  <a:lnTo>
                    <a:pt x="5480" y="4096"/>
                  </a:lnTo>
                  <a:cubicBezTo>
                    <a:pt x="5647" y="3596"/>
                    <a:pt x="5647" y="3056"/>
                    <a:pt x="5480" y="2566"/>
                  </a:cubicBezTo>
                  <a:lnTo>
                    <a:pt x="5941" y="2292"/>
                  </a:lnTo>
                  <a:cubicBezTo>
                    <a:pt x="6176" y="2164"/>
                    <a:pt x="6255" y="1870"/>
                    <a:pt x="6118" y="1635"/>
                  </a:cubicBezTo>
                  <a:lnTo>
                    <a:pt x="6118" y="1625"/>
                  </a:lnTo>
                  <a:cubicBezTo>
                    <a:pt x="6025" y="1473"/>
                    <a:pt x="5861" y="1388"/>
                    <a:pt x="5694" y="1388"/>
                  </a:cubicBezTo>
                  <a:cubicBezTo>
                    <a:pt x="5614" y="1388"/>
                    <a:pt x="5534" y="1407"/>
                    <a:pt x="5461" y="1449"/>
                  </a:cubicBezTo>
                  <a:lnTo>
                    <a:pt x="4990" y="1723"/>
                  </a:lnTo>
                  <a:cubicBezTo>
                    <a:pt x="4647" y="1321"/>
                    <a:pt x="4177" y="1057"/>
                    <a:pt x="3667" y="949"/>
                  </a:cubicBezTo>
                  <a:lnTo>
                    <a:pt x="3667" y="419"/>
                  </a:lnTo>
                  <a:cubicBezTo>
                    <a:pt x="3623" y="140"/>
                    <a:pt x="3402" y="0"/>
                    <a:pt x="31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9" name="Google Shape;1229;p103"/>
            <p:cNvSpPr/>
            <p:nvPr/>
          </p:nvSpPr>
          <p:spPr>
            <a:xfrm>
              <a:off x="1983310" y="2438378"/>
              <a:ext cx="123937" cy="132919"/>
            </a:xfrm>
            <a:custGeom>
              <a:avLst/>
              <a:gdLst/>
              <a:ahLst/>
              <a:cxnLst/>
              <a:rect l="l" t="t" r="r" b="b"/>
              <a:pathLst>
                <a:path w="6333" h="6792" extrusionOk="0">
                  <a:moveTo>
                    <a:pt x="3158" y="2829"/>
                  </a:moveTo>
                  <a:cubicBezTo>
                    <a:pt x="3407" y="2829"/>
                    <a:pt x="3647" y="3024"/>
                    <a:pt x="3647" y="3321"/>
                  </a:cubicBezTo>
                  <a:cubicBezTo>
                    <a:pt x="3647" y="3586"/>
                    <a:pt x="3422" y="3811"/>
                    <a:pt x="3157" y="3811"/>
                  </a:cubicBezTo>
                  <a:cubicBezTo>
                    <a:pt x="2716" y="3811"/>
                    <a:pt x="2500" y="3282"/>
                    <a:pt x="2814" y="2978"/>
                  </a:cubicBezTo>
                  <a:cubicBezTo>
                    <a:pt x="2913" y="2875"/>
                    <a:pt x="3037" y="2829"/>
                    <a:pt x="3158" y="2829"/>
                  </a:cubicBezTo>
                  <a:close/>
                  <a:moveTo>
                    <a:pt x="3148" y="0"/>
                  </a:moveTo>
                  <a:cubicBezTo>
                    <a:pt x="2927" y="0"/>
                    <a:pt x="2706" y="140"/>
                    <a:pt x="2667" y="419"/>
                  </a:cubicBezTo>
                  <a:lnTo>
                    <a:pt x="2667" y="949"/>
                  </a:lnTo>
                  <a:cubicBezTo>
                    <a:pt x="2147" y="1057"/>
                    <a:pt x="1687" y="1321"/>
                    <a:pt x="1343" y="1723"/>
                  </a:cubicBezTo>
                  <a:lnTo>
                    <a:pt x="873" y="1449"/>
                  </a:lnTo>
                  <a:cubicBezTo>
                    <a:pt x="784" y="1382"/>
                    <a:pt x="682" y="1351"/>
                    <a:pt x="580" y="1351"/>
                  </a:cubicBezTo>
                  <a:cubicBezTo>
                    <a:pt x="411" y="1351"/>
                    <a:pt x="245" y="1437"/>
                    <a:pt x="148" y="1596"/>
                  </a:cubicBezTo>
                  <a:cubicBezTo>
                    <a:pt x="0" y="1851"/>
                    <a:pt x="108" y="2174"/>
                    <a:pt x="383" y="2292"/>
                  </a:cubicBezTo>
                  <a:lnTo>
                    <a:pt x="844" y="2557"/>
                  </a:lnTo>
                  <a:cubicBezTo>
                    <a:pt x="677" y="3056"/>
                    <a:pt x="677" y="3596"/>
                    <a:pt x="844" y="4096"/>
                  </a:cubicBezTo>
                  <a:lnTo>
                    <a:pt x="402" y="4360"/>
                  </a:lnTo>
                  <a:cubicBezTo>
                    <a:pt x="128" y="4478"/>
                    <a:pt x="20" y="4801"/>
                    <a:pt x="167" y="5056"/>
                  </a:cubicBezTo>
                  <a:cubicBezTo>
                    <a:pt x="259" y="5215"/>
                    <a:pt x="426" y="5302"/>
                    <a:pt x="597" y="5302"/>
                  </a:cubicBezTo>
                  <a:cubicBezTo>
                    <a:pt x="700" y="5302"/>
                    <a:pt x="804" y="5270"/>
                    <a:pt x="893" y="5203"/>
                  </a:cubicBezTo>
                  <a:lnTo>
                    <a:pt x="1353" y="4929"/>
                  </a:lnTo>
                  <a:cubicBezTo>
                    <a:pt x="1706" y="5321"/>
                    <a:pt x="2167" y="5595"/>
                    <a:pt x="2687" y="5703"/>
                  </a:cubicBezTo>
                  <a:lnTo>
                    <a:pt x="2687" y="6233"/>
                  </a:lnTo>
                  <a:cubicBezTo>
                    <a:pt x="2637" y="6527"/>
                    <a:pt x="2873" y="6791"/>
                    <a:pt x="3167" y="6791"/>
                  </a:cubicBezTo>
                  <a:cubicBezTo>
                    <a:pt x="3471" y="6791"/>
                    <a:pt x="3696" y="6527"/>
                    <a:pt x="3657" y="6233"/>
                  </a:cubicBezTo>
                  <a:lnTo>
                    <a:pt x="3657" y="5703"/>
                  </a:lnTo>
                  <a:cubicBezTo>
                    <a:pt x="4167" y="5595"/>
                    <a:pt x="4637" y="5321"/>
                    <a:pt x="4980" y="4929"/>
                  </a:cubicBezTo>
                  <a:lnTo>
                    <a:pt x="5441" y="5203"/>
                  </a:lnTo>
                  <a:cubicBezTo>
                    <a:pt x="5509" y="5231"/>
                    <a:pt x="5575" y="5244"/>
                    <a:pt x="5638" y="5244"/>
                  </a:cubicBezTo>
                  <a:cubicBezTo>
                    <a:pt x="6064" y="5244"/>
                    <a:pt x="6333" y="4668"/>
                    <a:pt x="5931" y="4360"/>
                  </a:cubicBezTo>
                  <a:lnTo>
                    <a:pt x="5922" y="4360"/>
                  </a:lnTo>
                  <a:lnTo>
                    <a:pt x="5451" y="4096"/>
                  </a:lnTo>
                  <a:cubicBezTo>
                    <a:pt x="5618" y="3596"/>
                    <a:pt x="5618" y="3056"/>
                    <a:pt x="5451" y="2557"/>
                  </a:cubicBezTo>
                  <a:lnTo>
                    <a:pt x="5922" y="2292"/>
                  </a:lnTo>
                  <a:cubicBezTo>
                    <a:pt x="6315" y="1984"/>
                    <a:pt x="6045" y="1409"/>
                    <a:pt x="5625" y="1409"/>
                  </a:cubicBezTo>
                  <a:cubicBezTo>
                    <a:pt x="5563" y="1409"/>
                    <a:pt x="5498" y="1421"/>
                    <a:pt x="5431" y="1449"/>
                  </a:cubicBezTo>
                  <a:lnTo>
                    <a:pt x="4961" y="1723"/>
                  </a:lnTo>
                  <a:cubicBezTo>
                    <a:pt x="4618" y="1321"/>
                    <a:pt x="4147" y="1057"/>
                    <a:pt x="3637" y="949"/>
                  </a:cubicBezTo>
                  <a:lnTo>
                    <a:pt x="3637" y="419"/>
                  </a:lnTo>
                  <a:cubicBezTo>
                    <a:pt x="3593" y="140"/>
                    <a:pt x="3370" y="0"/>
                    <a:pt x="31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0" name="Google Shape;1230;p103"/>
            <p:cNvSpPr/>
            <p:nvPr/>
          </p:nvSpPr>
          <p:spPr>
            <a:xfrm>
              <a:off x="1894677" y="2416831"/>
              <a:ext cx="94973" cy="38005"/>
            </a:xfrm>
            <a:custGeom>
              <a:avLst/>
              <a:gdLst/>
              <a:ahLst/>
              <a:cxnLst/>
              <a:rect l="l" t="t" r="r" b="b"/>
              <a:pathLst>
                <a:path w="4853" h="1942" extrusionOk="0">
                  <a:moveTo>
                    <a:pt x="0" y="1"/>
                  </a:moveTo>
                  <a:lnTo>
                    <a:pt x="0" y="1452"/>
                  </a:lnTo>
                  <a:cubicBezTo>
                    <a:pt x="0" y="1726"/>
                    <a:pt x="216" y="1942"/>
                    <a:pt x="491" y="1942"/>
                  </a:cubicBezTo>
                  <a:lnTo>
                    <a:pt x="4363" y="1942"/>
                  </a:lnTo>
                  <a:cubicBezTo>
                    <a:pt x="4627" y="1942"/>
                    <a:pt x="4853" y="1726"/>
                    <a:pt x="4853" y="1452"/>
                  </a:cubicBezTo>
                  <a:lnTo>
                    <a:pt x="4843" y="1452"/>
                  </a:lnTo>
                  <a:lnTo>
                    <a:pt x="48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1" name="Google Shape;1231;p103"/>
            <p:cNvSpPr/>
            <p:nvPr/>
          </p:nvSpPr>
          <p:spPr>
            <a:xfrm>
              <a:off x="1833286" y="2245946"/>
              <a:ext cx="194174" cy="151922"/>
            </a:xfrm>
            <a:custGeom>
              <a:avLst/>
              <a:gdLst/>
              <a:ahLst/>
              <a:cxnLst/>
              <a:rect l="l" t="t" r="r" b="b"/>
              <a:pathLst>
                <a:path w="9922" h="7763" extrusionOk="0">
                  <a:moveTo>
                    <a:pt x="5558" y="1"/>
                  </a:moveTo>
                  <a:cubicBezTo>
                    <a:pt x="5217" y="1"/>
                    <a:pt x="4869" y="41"/>
                    <a:pt x="4520" y="126"/>
                  </a:cubicBezTo>
                  <a:cubicBezTo>
                    <a:pt x="991" y="979"/>
                    <a:pt x="0" y="5508"/>
                    <a:pt x="2843" y="7762"/>
                  </a:cubicBezTo>
                  <a:lnTo>
                    <a:pt x="5069" y="7762"/>
                  </a:lnTo>
                  <a:lnTo>
                    <a:pt x="5069" y="5537"/>
                  </a:lnTo>
                  <a:lnTo>
                    <a:pt x="4245" y="4714"/>
                  </a:lnTo>
                  <a:cubicBezTo>
                    <a:pt x="4010" y="4537"/>
                    <a:pt x="3981" y="4184"/>
                    <a:pt x="4196" y="3978"/>
                  </a:cubicBezTo>
                  <a:cubicBezTo>
                    <a:pt x="4290" y="3880"/>
                    <a:pt x="4415" y="3833"/>
                    <a:pt x="4539" y="3833"/>
                  </a:cubicBezTo>
                  <a:cubicBezTo>
                    <a:pt x="4688" y="3833"/>
                    <a:pt x="4836" y="3900"/>
                    <a:pt x="4931" y="4028"/>
                  </a:cubicBezTo>
                  <a:lnTo>
                    <a:pt x="5559" y="4655"/>
                  </a:lnTo>
                  <a:lnTo>
                    <a:pt x="6186" y="4028"/>
                  </a:lnTo>
                  <a:cubicBezTo>
                    <a:pt x="6282" y="3900"/>
                    <a:pt x="6427" y="3833"/>
                    <a:pt x="6574" y="3833"/>
                  </a:cubicBezTo>
                  <a:cubicBezTo>
                    <a:pt x="6698" y="3833"/>
                    <a:pt x="6823" y="3880"/>
                    <a:pt x="6921" y="3978"/>
                  </a:cubicBezTo>
                  <a:cubicBezTo>
                    <a:pt x="7127" y="4184"/>
                    <a:pt x="7108" y="4537"/>
                    <a:pt x="6872" y="4714"/>
                  </a:cubicBezTo>
                  <a:lnTo>
                    <a:pt x="6039" y="5537"/>
                  </a:lnTo>
                  <a:lnTo>
                    <a:pt x="6039" y="7762"/>
                  </a:lnTo>
                  <a:lnTo>
                    <a:pt x="8274" y="7762"/>
                  </a:lnTo>
                  <a:cubicBezTo>
                    <a:pt x="9313" y="6949"/>
                    <a:pt x="9921" y="5694"/>
                    <a:pt x="9921" y="4380"/>
                  </a:cubicBezTo>
                  <a:cubicBezTo>
                    <a:pt x="9921" y="1899"/>
                    <a:pt x="7898" y="1"/>
                    <a:pt x="55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2" name="Google Shape;1232;p103"/>
            <p:cNvSpPr/>
            <p:nvPr/>
          </p:nvSpPr>
          <p:spPr>
            <a:xfrm>
              <a:off x="1797219" y="2244968"/>
              <a:ext cx="42995" cy="40177"/>
            </a:xfrm>
            <a:custGeom>
              <a:avLst/>
              <a:gdLst/>
              <a:ahLst/>
              <a:cxnLst/>
              <a:rect l="l" t="t" r="r" b="b"/>
              <a:pathLst>
                <a:path w="2197" h="2053" extrusionOk="0">
                  <a:moveTo>
                    <a:pt x="564" y="1"/>
                  </a:moveTo>
                  <a:cubicBezTo>
                    <a:pt x="440" y="1"/>
                    <a:pt x="315" y="48"/>
                    <a:pt x="216" y="146"/>
                  </a:cubicBezTo>
                  <a:cubicBezTo>
                    <a:pt x="0" y="352"/>
                    <a:pt x="30" y="705"/>
                    <a:pt x="275" y="882"/>
                  </a:cubicBezTo>
                  <a:lnTo>
                    <a:pt x="1236" y="1852"/>
                  </a:lnTo>
                  <a:cubicBezTo>
                    <a:pt x="1337" y="1985"/>
                    <a:pt x="1484" y="2052"/>
                    <a:pt x="1633" y="2052"/>
                  </a:cubicBezTo>
                  <a:cubicBezTo>
                    <a:pt x="1757" y="2052"/>
                    <a:pt x="1882" y="2005"/>
                    <a:pt x="1981" y="1911"/>
                  </a:cubicBezTo>
                  <a:cubicBezTo>
                    <a:pt x="2196" y="1695"/>
                    <a:pt x="2167" y="1342"/>
                    <a:pt x="1922" y="1166"/>
                  </a:cubicBezTo>
                  <a:lnTo>
                    <a:pt x="961" y="196"/>
                  </a:lnTo>
                  <a:cubicBezTo>
                    <a:pt x="860" y="68"/>
                    <a:pt x="712" y="1"/>
                    <a:pt x="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3" name="Google Shape;1233;p103"/>
            <p:cNvSpPr/>
            <p:nvPr/>
          </p:nvSpPr>
          <p:spPr>
            <a:xfrm>
              <a:off x="1797277" y="2358748"/>
              <a:ext cx="42937" cy="38396"/>
            </a:xfrm>
            <a:custGeom>
              <a:avLst/>
              <a:gdLst/>
              <a:ahLst/>
              <a:cxnLst/>
              <a:rect l="l" t="t" r="r" b="b"/>
              <a:pathLst>
                <a:path w="2194" h="1962" extrusionOk="0">
                  <a:moveTo>
                    <a:pt x="1634" y="1"/>
                  </a:moveTo>
                  <a:cubicBezTo>
                    <a:pt x="1486" y="1"/>
                    <a:pt x="1339" y="70"/>
                    <a:pt x="1242" y="205"/>
                  </a:cubicBezTo>
                  <a:lnTo>
                    <a:pt x="272" y="1175"/>
                  </a:lnTo>
                  <a:cubicBezTo>
                    <a:pt x="1" y="1531"/>
                    <a:pt x="299" y="1961"/>
                    <a:pt x="664" y="1961"/>
                  </a:cubicBezTo>
                  <a:cubicBezTo>
                    <a:pt x="760" y="1961"/>
                    <a:pt x="862" y="1931"/>
                    <a:pt x="958" y="1861"/>
                  </a:cubicBezTo>
                  <a:lnTo>
                    <a:pt x="1929" y="891"/>
                  </a:lnTo>
                  <a:cubicBezTo>
                    <a:pt x="2164" y="704"/>
                    <a:pt x="2193" y="361"/>
                    <a:pt x="1978" y="146"/>
                  </a:cubicBezTo>
                  <a:cubicBezTo>
                    <a:pt x="1880" y="48"/>
                    <a:pt x="1757" y="1"/>
                    <a:pt x="16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4" name="Google Shape;1234;p103"/>
            <p:cNvSpPr/>
            <p:nvPr/>
          </p:nvSpPr>
          <p:spPr>
            <a:xfrm>
              <a:off x="2043938" y="2244870"/>
              <a:ext cx="42800" cy="40275"/>
            </a:xfrm>
            <a:custGeom>
              <a:avLst/>
              <a:gdLst/>
              <a:ahLst/>
              <a:cxnLst/>
              <a:rect l="l" t="t" r="r" b="b"/>
              <a:pathLst>
                <a:path w="2187" h="2058" extrusionOk="0">
                  <a:moveTo>
                    <a:pt x="1629" y="1"/>
                  </a:moveTo>
                  <a:cubicBezTo>
                    <a:pt x="1479" y="1"/>
                    <a:pt x="1331" y="67"/>
                    <a:pt x="1235" y="201"/>
                  </a:cubicBezTo>
                  <a:lnTo>
                    <a:pt x="265" y="1171"/>
                  </a:lnTo>
                  <a:cubicBezTo>
                    <a:pt x="20" y="1347"/>
                    <a:pt x="0" y="1700"/>
                    <a:pt x="206" y="1916"/>
                  </a:cubicBezTo>
                  <a:cubicBezTo>
                    <a:pt x="305" y="2010"/>
                    <a:pt x="432" y="2057"/>
                    <a:pt x="557" y="2057"/>
                  </a:cubicBezTo>
                  <a:cubicBezTo>
                    <a:pt x="707" y="2057"/>
                    <a:pt x="855" y="1990"/>
                    <a:pt x="951" y="1857"/>
                  </a:cubicBezTo>
                  <a:lnTo>
                    <a:pt x="1922" y="887"/>
                  </a:lnTo>
                  <a:cubicBezTo>
                    <a:pt x="2167" y="710"/>
                    <a:pt x="2186" y="357"/>
                    <a:pt x="1980" y="142"/>
                  </a:cubicBezTo>
                  <a:cubicBezTo>
                    <a:pt x="1882" y="48"/>
                    <a:pt x="1755" y="1"/>
                    <a:pt x="16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5" name="Google Shape;1235;p103"/>
            <p:cNvSpPr/>
            <p:nvPr/>
          </p:nvSpPr>
          <p:spPr>
            <a:xfrm>
              <a:off x="2043938" y="2358826"/>
              <a:ext cx="42800" cy="40177"/>
            </a:xfrm>
            <a:custGeom>
              <a:avLst/>
              <a:gdLst/>
              <a:ahLst/>
              <a:cxnLst/>
              <a:rect l="l" t="t" r="r" b="b"/>
              <a:pathLst>
                <a:path w="2187" h="2053" extrusionOk="0">
                  <a:moveTo>
                    <a:pt x="557" y="1"/>
                  </a:moveTo>
                  <a:cubicBezTo>
                    <a:pt x="432" y="1"/>
                    <a:pt x="305" y="48"/>
                    <a:pt x="206" y="142"/>
                  </a:cubicBezTo>
                  <a:cubicBezTo>
                    <a:pt x="0" y="357"/>
                    <a:pt x="20" y="710"/>
                    <a:pt x="265" y="887"/>
                  </a:cubicBezTo>
                  <a:lnTo>
                    <a:pt x="1235" y="1857"/>
                  </a:lnTo>
                  <a:cubicBezTo>
                    <a:pt x="1331" y="1985"/>
                    <a:pt x="1479" y="2052"/>
                    <a:pt x="1629" y="2052"/>
                  </a:cubicBezTo>
                  <a:cubicBezTo>
                    <a:pt x="1755" y="2052"/>
                    <a:pt x="1882" y="2005"/>
                    <a:pt x="1980" y="1906"/>
                  </a:cubicBezTo>
                  <a:cubicBezTo>
                    <a:pt x="2186" y="1700"/>
                    <a:pt x="2167" y="1347"/>
                    <a:pt x="1922" y="1171"/>
                  </a:cubicBezTo>
                  <a:lnTo>
                    <a:pt x="951" y="201"/>
                  </a:lnTo>
                  <a:cubicBezTo>
                    <a:pt x="855" y="67"/>
                    <a:pt x="707" y="1"/>
                    <a:pt x="5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36" name="Google Shape;1236;p103"/>
          <p:cNvGrpSpPr/>
          <p:nvPr/>
        </p:nvGrpSpPr>
        <p:grpSpPr>
          <a:xfrm>
            <a:off x="819513" y="1399167"/>
            <a:ext cx="330557" cy="326623"/>
            <a:chOff x="1776690" y="2244870"/>
            <a:chExt cx="330557" cy="326623"/>
          </a:xfrm>
        </p:grpSpPr>
        <p:sp>
          <p:nvSpPr>
            <p:cNvPr id="1237" name="Google Shape;1237;p103"/>
            <p:cNvSpPr/>
            <p:nvPr/>
          </p:nvSpPr>
          <p:spPr>
            <a:xfrm>
              <a:off x="1776690" y="2438378"/>
              <a:ext cx="123839" cy="133115"/>
            </a:xfrm>
            <a:custGeom>
              <a:avLst/>
              <a:gdLst/>
              <a:ahLst/>
              <a:cxnLst/>
              <a:rect l="l" t="t" r="r" b="b"/>
              <a:pathLst>
                <a:path w="6328" h="6802" extrusionOk="0">
                  <a:moveTo>
                    <a:pt x="3178" y="2829"/>
                  </a:moveTo>
                  <a:cubicBezTo>
                    <a:pt x="3427" y="2829"/>
                    <a:pt x="3667" y="3024"/>
                    <a:pt x="3667" y="3321"/>
                  </a:cubicBezTo>
                  <a:cubicBezTo>
                    <a:pt x="3667" y="3586"/>
                    <a:pt x="3451" y="3811"/>
                    <a:pt x="3177" y="3811"/>
                  </a:cubicBezTo>
                  <a:cubicBezTo>
                    <a:pt x="2745" y="3811"/>
                    <a:pt x="2520" y="3282"/>
                    <a:pt x="2834" y="2978"/>
                  </a:cubicBezTo>
                  <a:cubicBezTo>
                    <a:pt x="2933" y="2875"/>
                    <a:pt x="3056" y="2829"/>
                    <a:pt x="3178" y="2829"/>
                  </a:cubicBezTo>
                  <a:close/>
                  <a:moveTo>
                    <a:pt x="3182" y="0"/>
                  </a:moveTo>
                  <a:cubicBezTo>
                    <a:pt x="2961" y="0"/>
                    <a:pt x="2741" y="140"/>
                    <a:pt x="2696" y="419"/>
                  </a:cubicBezTo>
                  <a:lnTo>
                    <a:pt x="2696" y="949"/>
                  </a:lnTo>
                  <a:cubicBezTo>
                    <a:pt x="2187" y="1057"/>
                    <a:pt x="1716" y="1321"/>
                    <a:pt x="1373" y="1723"/>
                  </a:cubicBezTo>
                  <a:lnTo>
                    <a:pt x="912" y="1449"/>
                  </a:lnTo>
                  <a:cubicBezTo>
                    <a:pt x="844" y="1421"/>
                    <a:pt x="778" y="1409"/>
                    <a:pt x="716" y="1409"/>
                  </a:cubicBezTo>
                  <a:cubicBezTo>
                    <a:pt x="291" y="1409"/>
                    <a:pt x="29" y="1984"/>
                    <a:pt x="422" y="2292"/>
                  </a:cubicBezTo>
                  <a:lnTo>
                    <a:pt x="883" y="2557"/>
                  </a:lnTo>
                  <a:cubicBezTo>
                    <a:pt x="716" y="3056"/>
                    <a:pt x="716" y="3596"/>
                    <a:pt x="883" y="4096"/>
                  </a:cubicBezTo>
                  <a:lnTo>
                    <a:pt x="422" y="4360"/>
                  </a:lnTo>
                  <a:cubicBezTo>
                    <a:pt x="1" y="4655"/>
                    <a:pt x="268" y="5255"/>
                    <a:pt x="694" y="5255"/>
                  </a:cubicBezTo>
                  <a:cubicBezTo>
                    <a:pt x="763" y="5255"/>
                    <a:pt x="837" y="5239"/>
                    <a:pt x="912" y="5203"/>
                  </a:cubicBezTo>
                  <a:lnTo>
                    <a:pt x="1373" y="4939"/>
                  </a:lnTo>
                  <a:cubicBezTo>
                    <a:pt x="1726" y="5331"/>
                    <a:pt x="2187" y="5595"/>
                    <a:pt x="2706" y="5703"/>
                  </a:cubicBezTo>
                  <a:lnTo>
                    <a:pt x="2706" y="6242"/>
                  </a:lnTo>
                  <a:cubicBezTo>
                    <a:pt x="2657" y="6537"/>
                    <a:pt x="2892" y="6801"/>
                    <a:pt x="3187" y="6801"/>
                  </a:cubicBezTo>
                  <a:cubicBezTo>
                    <a:pt x="3490" y="6801"/>
                    <a:pt x="3716" y="6537"/>
                    <a:pt x="3677" y="6242"/>
                  </a:cubicBezTo>
                  <a:lnTo>
                    <a:pt x="3677" y="5703"/>
                  </a:lnTo>
                  <a:cubicBezTo>
                    <a:pt x="4186" y="5595"/>
                    <a:pt x="4657" y="5331"/>
                    <a:pt x="5000" y="4939"/>
                  </a:cubicBezTo>
                  <a:lnTo>
                    <a:pt x="5461" y="5203"/>
                  </a:lnTo>
                  <a:cubicBezTo>
                    <a:pt x="5526" y="5229"/>
                    <a:pt x="5589" y="5241"/>
                    <a:pt x="5649" y="5241"/>
                  </a:cubicBezTo>
                  <a:cubicBezTo>
                    <a:pt x="6068" y="5241"/>
                    <a:pt x="6327" y="4669"/>
                    <a:pt x="5941" y="4360"/>
                  </a:cubicBezTo>
                  <a:lnTo>
                    <a:pt x="5480" y="4096"/>
                  </a:lnTo>
                  <a:cubicBezTo>
                    <a:pt x="5647" y="3596"/>
                    <a:pt x="5647" y="3056"/>
                    <a:pt x="5480" y="2566"/>
                  </a:cubicBezTo>
                  <a:lnTo>
                    <a:pt x="5941" y="2292"/>
                  </a:lnTo>
                  <a:cubicBezTo>
                    <a:pt x="6176" y="2164"/>
                    <a:pt x="6255" y="1870"/>
                    <a:pt x="6118" y="1635"/>
                  </a:cubicBezTo>
                  <a:lnTo>
                    <a:pt x="6118" y="1625"/>
                  </a:lnTo>
                  <a:cubicBezTo>
                    <a:pt x="6025" y="1473"/>
                    <a:pt x="5861" y="1388"/>
                    <a:pt x="5694" y="1388"/>
                  </a:cubicBezTo>
                  <a:cubicBezTo>
                    <a:pt x="5614" y="1388"/>
                    <a:pt x="5534" y="1407"/>
                    <a:pt x="5461" y="1449"/>
                  </a:cubicBezTo>
                  <a:lnTo>
                    <a:pt x="4990" y="1723"/>
                  </a:lnTo>
                  <a:cubicBezTo>
                    <a:pt x="4647" y="1321"/>
                    <a:pt x="4177" y="1057"/>
                    <a:pt x="3667" y="949"/>
                  </a:cubicBezTo>
                  <a:lnTo>
                    <a:pt x="3667" y="419"/>
                  </a:lnTo>
                  <a:cubicBezTo>
                    <a:pt x="3623" y="140"/>
                    <a:pt x="3402" y="0"/>
                    <a:pt x="31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8" name="Google Shape;1238;p103"/>
            <p:cNvSpPr/>
            <p:nvPr/>
          </p:nvSpPr>
          <p:spPr>
            <a:xfrm>
              <a:off x="1983310" y="2438378"/>
              <a:ext cx="123937" cy="132919"/>
            </a:xfrm>
            <a:custGeom>
              <a:avLst/>
              <a:gdLst/>
              <a:ahLst/>
              <a:cxnLst/>
              <a:rect l="l" t="t" r="r" b="b"/>
              <a:pathLst>
                <a:path w="6333" h="6792" extrusionOk="0">
                  <a:moveTo>
                    <a:pt x="3158" y="2829"/>
                  </a:moveTo>
                  <a:cubicBezTo>
                    <a:pt x="3407" y="2829"/>
                    <a:pt x="3647" y="3024"/>
                    <a:pt x="3647" y="3321"/>
                  </a:cubicBezTo>
                  <a:cubicBezTo>
                    <a:pt x="3647" y="3586"/>
                    <a:pt x="3422" y="3811"/>
                    <a:pt x="3157" y="3811"/>
                  </a:cubicBezTo>
                  <a:cubicBezTo>
                    <a:pt x="2716" y="3811"/>
                    <a:pt x="2500" y="3282"/>
                    <a:pt x="2814" y="2978"/>
                  </a:cubicBezTo>
                  <a:cubicBezTo>
                    <a:pt x="2913" y="2875"/>
                    <a:pt x="3037" y="2829"/>
                    <a:pt x="3158" y="2829"/>
                  </a:cubicBezTo>
                  <a:close/>
                  <a:moveTo>
                    <a:pt x="3148" y="0"/>
                  </a:moveTo>
                  <a:cubicBezTo>
                    <a:pt x="2927" y="0"/>
                    <a:pt x="2706" y="140"/>
                    <a:pt x="2667" y="419"/>
                  </a:cubicBezTo>
                  <a:lnTo>
                    <a:pt x="2667" y="949"/>
                  </a:lnTo>
                  <a:cubicBezTo>
                    <a:pt x="2147" y="1057"/>
                    <a:pt x="1687" y="1321"/>
                    <a:pt x="1343" y="1723"/>
                  </a:cubicBezTo>
                  <a:lnTo>
                    <a:pt x="873" y="1449"/>
                  </a:lnTo>
                  <a:cubicBezTo>
                    <a:pt x="784" y="1382"/>
                    <a:pt x="682" y="1351"/>
                    <a:pt x="580" y="1351"/>
                  </a:cubicBezTo>
                  <a:cubicBezTo>
                    <a:pt x="411" y="1351"/>
                    <a:pt x="245" y="1437"/>
                    <a:pt x="148" y="1596"/>
                  </a:cubicBezTo>
                  <a:cubicBezTo>
                    <a:pt x="0" y="1851"/>
                    <a:pt x="108" y="2174"/>
                    <a:pt x="383" y="2292"/>
                  </a:cubicBezTo>
                  <a:lnTo>
                    <a:pt x="844" y="2557"/>
                  </a:lnTo>
                  <a:cubicBezTo>
                    <a:pt x="677" y="3056"/>
                    <a:pt x="677" y="3596"/>
                    <a:pt x="844" y="4096"/>
                  </a:cubicBezTo>
                  <a:lnTo>
                    <a:pt x="402" y="4360"/>
                  </a:lnTo>
                  <a:cubicBezTo>
                    <a:pt x="128" y="4478"/>
                    <a:pt x="20" y="4801"/>
                    <a:pt x="167" y="5056"/>
                  </a:cubicBezTo>
                  <a:cubicBezTo>
                    <a:pt x="259" y="5215"/>
                    <a:pt x="426" y="5302"/>
                    <a:pt x="597" y="5302"/>
                  </a:cubicBezTo>
                  <a:cubicBezTo>
                    <a:pt x="700" y="5302"/>
                    <a:pt x="804" y="5270"/>
                    <a:pt x="893" y="5203"/>
                  </a:cubicBezTo>
                  <a:lnTo>
                    <a:pt x="1353" y="4929"/>
                  </a:lnTo>
                  <a:cubicBezTo>
                    <a:pt x="1706" y="5321"/>
                    <a:pt x="2167" y="5595"/>
                    <a:pt x="2687" y="5703"/>
                  </a:cubicBezTo>
                  <a:lnTo>
                    <a:pt x="2687" y="6233"/>
                  </a:lnTo>
                  <a:cubicBezTo>
                    <a:pt x="2637" y="6527"/>
                    <a:pt x="2873" y="6791"/>
                    <a:pt x="3167" y="6791"/>
                  </a:cubicBezTo>
                  <a:cubicBezTo>
                    <a:pt x="3471" y="6791"/>
                    <a:pt x="3696" y="6527"/>
                    <a:pt x="3657" y="6233"/>
                  </a:cubicBezTo>
                  <a:lnTo>
                    <a:pt x="3657" y="5703"/>
                  </a:lnTo>
                  <a:cubicBezTo>
                    <a:pt x="4167" y="5595"/>
                    <a:pt x="4637" y="5321"/>
                    <a:pt x="4980" y="4929"/>
                  </a:cubicBezTo>
                  <a:lnTo>
                    <a:pt x="5441" y="5203"/>
                  </a:lnTo>
                  <a:cubicBezTo>
                    <a:pt x="5509" y="5231"/>
                    <a:pt x="5575" y="5244"/>
                    <a:pt x="5638" y="5244"/>
                  </a:cubicBezTo>
                  <a:cubicBezTo>
                    <a:pt x="6064" y="5244"/>
                    <a:pt x="6333" y="4668"/>
                    <a:pt x="5931" y="4360"/>
                  </a:cubicBezTo>
                  <a:lnTo>
                    <a:pt x="5922" y="4360"/>
                  </a:lnTo>
                  <a:lnTo>
                    <a:pt x="5451" y="4096"/>
                  </a:lnTo>
                  <a:cubicBezTo>
                    <a:pt x="5618" y="3596"/>
                    <a:pt x="5618" y="3056"/>
                    <a:pt x="5451" y="2557"/>
                  </a:cubicBezTo>
                  <a:lnTo>
                    <a:pt x="5922" y="2292"/>
                  </a:lnTo>
                  <a:cubicBezTo>
                    <a:pt x="6315" y="1984"/>
                    <a:pt x="6045" y="1409"/>
                    <a:pt x="5625" y="1409"/>
                  </a:cubicBezTo>
                  <a:cubicBezTo>
                    <a:pt x="5563" y="1409"/>
                    <a:pt x="5498" y="1421"/>
                    <a:pt x="5431" y="1449"/>
                  </a:cubicBezTo>
                  <a:lnTo>
                    <a:pt x="4961" y="1723"/>
                  </a:lnTo>
                  <a:cubicBezTo>
                    <a:pt x="4618" y="1321"/>
                    <a:pt x="4147" y="1057"/>
                    <a:pt x="3637" y="949"/>
                  </a:cubicBezTo>
                  <a:lnTo>
                    <a:pt x="3637" y="419"/>
                  </a:lnTo>
                  <a:cubicBezTo>
                    <a:pt x="3593" y="140"/>
                    <a:pt x="3370" y="0"/>
                    <a:pt x="31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9" name="Google Shape;1239;p103"/>
            <p:cNvSpPr/>
            <p:nvPr/>
          </p:nvSpPr>
          <p:spPr>
            <a:xfrm>
              <a:off x="1894677" y="2416831"/>
              <a:ext cx="94973" cy="38005"/>
            </a:xfrm>
            <a:custGeom>
              <a:avLst/>
              <a:gdLst/>
              <a:ahLst/>
              <a:cxnLst/>
              <a:rect l="l" t="t" r="r" b="b"/>
              <a:pathLst>
                <a:path w="4853" h="1942" extrusionOk="0">
                  <a:moveTo>
                    <a:pt x="0" y="1"/>
                  </a:moveTo>
                  <a:lnTo>
                    <a:pt x="0" y="1452"/>
                  </a:lnTo>
                  <a:cubicBezTo>
                    <a:pt x="0" y="1726"/>
                    <a:pt x="216" y="1942"/>
                    <a:pt x="491" y="1942"/>
                  </a:cubicBezTo>
                  <a:lnTo>
                    <a:pt x="4363" y="1942"/>
                  </a:lnTo>
                  <a:cubicBezTo>
                    <a:pt x="4627" y="1942"/>
                    <a:pt x="4853" y="1726"/>
                    <a:pt x="4853" y="1452"/>
                  </a:cubicBezTo>
                  <a:lnTo>
                    <a:pt x="4843" y="1452"/>
                  </a:lnTo>
                  <a:lnTo>
                    <a:pt x="48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0" name="Google Shape;1240;p103"/>
            <p:cNvSpPr/>
            <p:nvPr/>
          </p:nvSpPr>
          <p:spPr>
            <a:xfrm>
              <a:off x="1833286" y="2245946"/>
              <a:ext cx="194174" cy="151922"/>
            </a:xfrm>
            <a:custGeom>
              <a:avLst/>
              <a:gdLst/>
              <a:ahLst/>
              <a:cxnLst/>
              <a:rect l="l" t="t" r="r" b="b"/>
              <a:pathLst>
                <a:path w="9922" h="7763" extrusionOk="0">
                  <a:moveTo>
                    <a:pt x="5558" y="1"/>
                  </a:moveTo>
                  <a:cubicBezTo>
                    <a:pt x="5217" y="1"/>
                    <a:pt x="4869" y="41"/>
                    <a:pt x="4520" y="126"/>
                  </a:cubicBezTo>
                  <a:cubicBezTo>
                    <a:pt x="991" y="979"/>
                    <a:pt x="0" y="5508"/>
                    <a:pt x="2843" y="7762"/>
                  </a:cubicBezTo>
                  <a:lnTo>
                    <a:pt x="5069" y="7762"/>
                  </a:lnTo>
                  <a:lnTo>
                    <a:pt x="5069" y="5537"/>
                  </a:lnTo>
                  <a:lnTo>
                    <a:pt x="4245" y="4714"/>
                  </a:lnTo>
                  <a:cubicBezTo>
                    <a:pt x="4010" y="4537"/>
                    <a:pt x="3981" y="4184"/>
                    <a:pt x="4196" y="3978"/>
                  </a:cubicBezTo>
                  <a:cubicBezTo>
                    <a:pt x="4290" y="3880"/>
                    <a:pt x="4415" y="3833"/>
                    <a:pt x="4539" y="3833"/>
                  </a:cubicBezTo>
                  <a:cubicBezTo>
                    <a:pt x="4688" y="3833"/>
                    <a:pt x="4836" y="3900"/>
                    <a:pt x="4931" y="4028"/>
                  </a:cubicBezTo>
                  <a:lnTo>
                    <a:pt x="5559" y="4655"/>
                  </a:lnTo>
                  <a:lnTo>
                    <a:pt x="6186" y="4028"/>
                  </a:lnTo>
                  <a:cubicBezTo>
                    <a:pt x="6282" y="3900"/>
                    <a:pt x="6427" y="3833"/>
                    <a:pt x="6574" y="3833"/>
                  </a:cubicBezTo>
                  <a:cubicBezTo>
                    <a:pt x="6698" y="3833"/>
                    <a:pt x="6823" y="3880"/>
                    <a:pt x="6921" y="3978"/>
                  </a:cubicBezTo>
                  <a:cubicBezTo>
                    <a:pt x="7127" y="4184"/>
                    <a:pt x="7108" y="4537"/>
                    <a:pt x="6872" y="4714"/>
                  </a:cubicBezTo>
                  <a:lnTo>
                    <a:pt x="6039" y="5537"/>
                  </a:lnTo>
                  <a:lnTo>
                    <a:pt x="6039" y="7762"/>
                  </a:lnTo>
                  <a:lnTo>
                    <a:pt x="8274" y="7762"/>
                  </a:lnTo>
                  <a:cubicBezTo>
                    <a:pt x="9313" y="6949"/>
                    <a:pt x="9921" y="5694"/>
                    <a:pt x="9921" y="4380"/>
                  </a:cubicBezTo>
                  <a:cubicBezTo>
                    <a:pt x="9921" y="1899"/>
                    <a:pt x="7898" y="1"/>
                    <a:pt x="55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1" name="Google Shape;1241;p103"/>
            <p:cNvSpPr/>
            <p:nvPr/>
          </p:nvSpPr>
          <p:spPr>
            <a:xfrm>
              <a:off x="1797219" y="2244968"/>
              <a:ext cx="42995" cy="40177"/>
            </a:xfrm>
            <a:custGeom>
              <a:avLst/>
              <a:gdLst/>
              <a:ahLst/>
              <a:cxnLst/>
              <a:rect l="l" t="t" r="r" b="b"/>
              <a:pathLst>
                <a:path w="2197" h="2053" extrusionOk="0">
                  <a:moveTo>
                    <a:pt x="564" y="1"/>
                  </a:moveTo>
                  <a:cubicBezTo>
                    <a:pt x="440" y="1"/>
                    <a:pt x="315" y="48"/>
                    <a:pt x="216" y="146"/>
                  </a:cubicBezTo>
                  <a:cubicBezTo>
                    <a:pt x="0" y="352"/>
                    <a:pt x="30" y="705"/>
                    <a:pt x="275" y="882"/>
                  </a:cubicBezTo>
                  <a:lnTo>
                    <a:pt x="1236" y="1852"/>
                  </a:lnTo>
                  <a:cubicBezTo>
                    <a:pt x="1337" y="1985"/>
                    <a:pt x="1484" y="2052"/>
                    <a:pt x="1633" y="2052"/>
                  </a:cubicBezTo>
                  <a:cubicBezTo>
                    <a:pt x="1757" y="2052"/>
                    <a:pt x="1882" y="2005"/>
                    <a:pt x="1981" y="1911"/>
                  </a:cubicBezTo>
                  <a:cubicBezTo>
                    <a:pt x="2196" y="1695"/>
                    <a:pt x="2167" y="1342"/>
                    <a:pt x="1922" y="1166"/>
                  </a:cubicBezTo>
                  <a:lnTo>
                    <a:pt x="961" y="196"/>
                  </a:lnTo>
                  <a:cubicBezTo>
                    <a:pt x="860" y="68"/>
                    <a:pt x="712" y="1"/>
                    <a:pt x="5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2" name="Google Shape;1242;p103"/>
            <p:cNvSpPr/>
            <p:nvPr/>
          </p:nvSpPr>
          <p:spPr>
            <a:xfrm>
              <a:off x="1797277" y="2358748"/>
              <a:ext cx="42937" cy="38396"/>
            </a:xfrm>
            <a:custGeom>
              <a:avLst/>
              <a:gdLst/>
              <a:ahLst/>
              <a:cxnLst/>
              <a:rect l="l" t="t" r="r" b="b"/>
              <a:pathLst>
                <a:path w="2194" h="1962" extrusionOk="0">
                  <a:moveTo>
                    <a:pt x="1634" y="1"/>
                  </a:moveTo>
                  <a:cubicBezTo>
                    <a:pt x="1486" y="1"/>
                    <a:pt x="1339" y="70"/>
                    <a:pt x="1242" y="205"/>
                  </a:cubicBezTo>
                  <a:lnTo>
                    <a:pt x="272" y="1175"/>
                  </a:lnTo>
                  <a:cubicBezTo>
                    <a:pt x="1" y="1531"/>
                    <a:pt x="299" y="1961"/>
                    <a:pt x="664" y="1961"/>
                  </a:cubicBezTo>
                  <a:cubicBezTo>
                    <a:pt x="760" y="1961"/>
                    <a:pt x="862" y="1931"/>
                    <a:pt x="958" y="1861"/>
                  </a:cubicBezTo>
                  <a:lnTo>
                    <a:pt x="1929" y="891"/>
                  </a:lnTo>
                  <a:cubicBezTo>
                    <a:pt x="2164" y="704"/>
                    <a:pt x="2193" y="361"/>
                    <a:pt x="1978" y="146"/>
                  </a:cubicBezTo>
                  <a:cubicBezTo>
                    <a:pt x="1880" y="48"/>
                    <a:pt x="1757" y="1"/>
                    <a:pt x="16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3" name="Google Shape;1243;p103"/>
            <p:cNvSpPr/>
            <p:nvPr/>
          </p:nvSpPr>
          <p:spPr>
            <a:xfrm>
              <a:off x="2043938" y="2244870"/>
              <a:ext cx="42800" cy="40275"/>
            </a:xfrm>
            <a:custGeom>
              <a:avLst/>
              <a:gdLst/>
              <a:ahLst/>
              <a:cxnLst/>
              <a:rect l="l" t="t" r="r" b="b"/>
              <a:pathLst>
                <a:path w="2187" h="2058" extrusionOk="0">
                  <a:moveTo>
                    <a:pt x="1629" y="1"/>
                  </a:moveTo>
                  <a:cubicBezTo>
                    <a:pt x="1479" y="1"/>
                    <a:pt x="1331" y="67"/>
                    <a:pt x="1235" y="201"/>
                  </a:cubicBezTo>
                  <a:lnTo>
                    <a:pt x="265" y="1171"/>
                  </a:lnTo>
                  <a:cubicBezTo>
                    <a:pt x="20" y="1347"/>
                    <a:pt x="0" y="1700"/>
                    <a:pt x="206" y="1916"/>
                  </a:cubicBezTo>
                  <a:cubicBezTo>
                    <a:pt x="305" y="2010"/>
                    <a:pt x="432" y="2057"/>
                    <a:pt x="557" y="2057"/>
                  </a:cubicBezTo>
                  <a:cubicBezTo>
                    <a:pt x="707" y="2057"/>
                    <a:pt x="855" y="1990"/>
                    <a:pt x="951" y="1857"/>
                  </a:cubicBezTo>
                  <a:lnTo>
                    <a:pt x="1922" y="887"/>
                  </a:lnTo>
                  <a:cubicBezTo>
                    <a:pt x="2167" y="710"/>
                    <a:pt x="2186" y="357"/>
                    <a:pt x="1980" y="142"/>
                  </a:cubicBezTo>
                  <a:cubicBezTo>
                    <a:pt x="1882" y="48"/>
                    <a:pt x="1755" y="1"/>
                    <a:pt x="16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4" name="Google Shape;1244;p103"/>
            <p:cNvSpPr/>
            <p:nvPr/>
          </p:nvSpPr>
          <p:spPr>
            <a:xfrm>
              <a:off x="2043938" y="2358826"/>
              <a:ext cx="42800" cy="40177"/>
            </a:xfrm>
            <a:custGeom>
              <a:avLst/>
              <a:gdLst/>
              <a:ahLst/>
              <a:cxnLst/>
              <a:rect l="l" t="t" r="r" b="b"/>
              <a:pathLst>
                <a:path w="2187" h="2053" extrusionOk="0">
                  <a:moveTo>
                    <a:pt x="557" y="1"/>
                  </a:moveTo>
                  <a:cubicBezTo>
                    <a:pt x="432" y="1"/>
                    <a:pt x="305" y="48"/>
                    <a:pt x="206" y="142"/>
                  </a:cubicBezTo>
                  <a:cubicBezTo>
                    <a:pt x="0" y="357"/>
                    <a:pt x="20" y="710"/>
                    <a:pt x="265" y="887"/>
                  </a:cubicBezTo>
                  <a:lnTo>
                    <a:pt x="1235" y="1857"/>
                  </a:lnTo>
                  <a:cubicBezTo>
                    <a:pt x="1331" y="1985"/>
                    <a:pt x="1479" y="2052"/>
                    <a:pt x="1629" y="2052"/>
                  </a:cubicBezTo>
                  <a:cubicBezTo>
                    <a:pt x="1755" y="2052"/>
                    <a:pt x="1882" y="2005"/>
                    <a:pt x="1980" y="1906"/>
                  </a:cubicBezTo>
                  <a:cubicBezTo>
                    <a:pt x="2186" y="1700"/>
                    <a:pt x="2167" y="1347"/>
                    <a:pt x="1922" y="1171"/>
                  </a:cubicBezTo>
                  <a:lnTo>
                    <a:pt x="951" y="201"/>
                  </a:lnTo>
                  <a:cubicBezTo>
                    <a:pt x="855" y="67"/>
                    <a:pt x="707" y="1"/>
                    <a:pt x="5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45" name="Google Shape;1245;p103"/>
          <p:cNvSpPr/>
          <p:nvPr/>
        </p:nvSpPr>
        <p:spPr>
          <a:xfrm>
            <a:off x="2704676" y="1458111"/>
            <a:ext cx="324236" cy="208734"/>
          </a:xfrm>
          <a:custGeom>
            <a:avLst/>
            <a:gdLst/>
            <a:ahLst/>
            <a:cxnLst/>
            <a:rect l="l" t="t" r="r" b="b"/>
            <a:pathLst>
              <a:path w="16568" h="10666" extrusionOk="0">
                <a:moveTo>
                  <a:pt x="6420" y="3868"/>
                </a:moveTo>
                <a:cubicBezTo>
                  <a:pt x="6686" y="3868"/>
                  <a:pt x="6912" y="4082"/>
                  <a:pt x="6912" y="4363"/>
                </a:cubicBezTo>
                <a:cubicBezTo>
                  <a:pt x="6912" y="4630"/>
                  <a:pt x="6692" y="4849"/>
                  <a:pt x="6431" y="4849"/>
                </a:cubicBezTo>
                <a:cubicBezTo>
                  <a:pt x="6405" y="4849"/>
                  <a:pt x="6379" y="4847"/>
                  <a:pt x="6353" y="4843"/>
                </a:cubicBezTo>
                <a:lnTo>
                  <a:pt x="2442" y="4843"/>
                </a:lnTo>
                <a:cubicBezTo>
                  <a:pt x="1883" y="4764"/>
                  <a:pt x="1883" y="3961"/>
                  <a:pt x="2442" y="3872"/>
                </a:cubicBezTo>
                <a:lnTo>
                  <a:pt x="6353" y="3872"/>
                </a:lnTo>
                <a:cubicBezTo>
                  <a:pt x="6375" y="3869"/>
                  <a:pt x="6398" y="3868"/>
                  <a:pt x="6420" y="3868"/>
                </a:cubicBezTo>
                <a:close/>
                <a:moveTo>
                  <a:pt x="4479" y="5809"/>
                </a:moveTo>
                <a:cubicBezTo>
                  <a:pt x="4745" y="5809"/>
                  <a:pt x="4971" y="6023"/>
                  <a:pt x="4971" y="6304"/>
                </a:cubicBezTo>
                <a:cubicBezTo>
                  <a:pt x="4971" y="6571"/>
                  <a:pt x="4751" y="6790"/>
                  <a:pt x="4490" y="6790"/>
                </a:cubicBezTo>
                <a:cubicBezTo>
                  <a:pt x="4464" y="6790"/>
                  <a:pt x="4438" y="6788"/>
                  <a:pt x="4412" y="6784"/>
                </a:cubicBezTo>
                <a:lnTo>
                  <a:pt x="2442" y="6784"/>
                </a:lnTo>
                <a:cubicBezTo>
                  <a:pt x="1883" y="6696"/>
                  <a:pt x="1883" y="5902"/>
                  <a:pt x="2442" y="5813"/>
                </a:cubicBezTo>
                <a:lnTo>
                  <a:pt x="4412" y="5813"/>
                </a:lnTo>
                <a:cubicBezTo>
                  <a:pt x="4434" y="5810"/>
                  <a:pt x="4457" y="5809"/>
                  <a:pt x="4479" y="5809"/>
                </a:cubicBezTo>
                <a:close/>
                <a:moveTo>
                  <a:pt x="11186" y="1863"/>
                </a:moveTo>
                <a:cubicBezTo>
                  <a:pt x="11490" y="1863"/>
                  <a:pt x="11715" y="2127"/>
                  <a:pt x="11676" y="2422"/>
                </a:cubicBezTo>
                <a:lnTo>
                  <a:pt x="11676" y="4157"/>
                </a:lnTo>
                <a:lnTo>
                  <a:pt x="14441" y="6931"/>
                </a:lnTo>
                <a:cubicBezTo>
                  <a:pt x="14627" y="7117"/>
                  <a:pt x="14627" y="7421"/>
                  <a:pt x="14441" y="7607"/>
                </a:cubicBezTo>
                <a:lnTo>
                  <a:pt x="14450" y="7607"/>
                </a:lnTo>
                <a:cubicBezTo>
                  <a:pt x="14352" y="7700"/>
                  <a:pt x="14227" y="7747"/>
                  <a:pt x="14104" y="7747"/>
                </a:cubicBezTo>
                <a:cubicBezTo>
                  <a:pt x="13980" y="7747"/>
                  <a:pt x="13857" y="7700"/>
                  <a:pt x="13764" y="7607"/>
                </a:cubicBezTo>
                <a:lnTo>
                  <a:pt x="11676" y="5529"/>
                </a:lnTo>
                <a:lnTo>
                  <a:pt x="11676" y="7068"/>
                </a:lnTo>
                <a:lnTo>
                  <a:pt x="12509" y="7892"/>
                </a:lnTo>
                <a:cubicBezTo>
                  <a:pt x="12745" y="8068"/>
                  <a:pt x="12774" y="8421"/>
                  <a:pt x="12558" y="8637"/>
                </a:cubicBezTo>
                <a:cubicBezTo>
                  <a:pt x="12464" y="8731"/>
                  <a:pt x="12340" y="8778"/>
                  <a:pt x="12215" y="8778"/>
                </a:cubicBezTo>
                <a:cubicBezTo>
                  <a:pt x="12067" y="8778"/>
                  <a:pt x="11919" y="8711"/>
                  <a:pt x="11823" y="8578"/>
                </a:cubicBezTo>
                <a:lnTo>
                  <a:pt x="11196" y="7950"/>
                </a:lnTo>
                <a:lnTo>
                  <a:pt x="10568" y="8578"/>
                </a:lnTo>
                <a:cubicBezTo>
                  <a:pt x="10472" y="8711"/>
                  <a:pt x="10324" y="8778"/>
                  <a:pt x="10175" y="8778"/>
                </a:cubicBezTo>
                <a:cubicBezTo>
                  <a:pt x="10049" y="8778"/>
                  <a:pt x="9922" y="8731"/>
                  <a:pt x="9823" y="8637"/>
                </a:cubicBezTo>
                <a:cubicBezTo>
                  <a:pt x="9608" y="8421"/>
                  <a:pt x="9637" y="8068"/>
                  <a:pt x="9882" y="7892"/>
                </a:cubicBezTo>
                <a:lnTo>
                  <a:pt x="10706" y="7068"/>
                </a:lnTo>
                <a:lnTo>
                  <a:pt x="10706" y="5529"/>
                </a:lnTo>
                <a:lnTo>
                  <a:pt x="8627" y="7617"/>
                </a:lnTo>
                <a:cubicBezTo>
                  <a:pt x="8534" y="7684"/>
                  <a:pt x="8435" y="7713"/>
                  <a:pt x="8341" y="7713"/>
                </a:cubicBezTo>
                <a:cubicBezTo>
                  <a:pt x="7979" y="7713"/>
                  <a:pt x="7677" y="7288"/>
                  <a:pt x="7941" y="6931"/>
                </a:cubicBezTo>
                <a:lnTo>
                  <a:pt x="10706" y="4166"/>
                </a:lnTo>
                <a:lnTo>
                  <a:pt x="10706" y="2422"/>
                </a:lnTo>
                <a:cubicBezTo>
                  <a:pt x="10657" y="2127"/>
                  <a:pt x="10892" y="1863"/>
                  <a:pt x="11186" y="1863"/>
                </a:cubicBezTo>
                <a:close/>
                <a:moveTo>
                  <a:pt x="491" y="0"/>
                </a:moveTo>
                <a:cubicBezTo>
                  <a:pt x="216" y="0"/>
                  <a:pt x="1" y="226"/>
                  <a:pt x="1" y="490"/>
                </a:cubicBezTo>
                <a:lnTo>
                  <a:pt x="1" y="10186"/>
                </a:lnTo>
                <a:cubicBezTo>
                  <a:pt x="10" y="10450"/>
                  <a:pt x="226" y="10666"/>
                  <a:pt x="491" y="10666"/>
                </a:cubicBezTo>
                <a:lnTo>
                  <a:pt x="3432" y="10666"/>
                </a:lnTo>
                <a:cubicBezTo>
                  <a:pt x="3696" y="10666"/>
                  <a:pt x="3912" y="10450"/>
                  <a:pt x="3922" y="10186"/>
                </a:cubicBezTo>
                <a:cubicBezTo>
                  <a:pt x="3873" y="9882"/>
                  <a:pt x="4108" y="9617"/>
                  <a:pt x="4402" y="9617"/>
                </a:cubicBezTo>
                <a:cubicBezTo>
                  <a:pt x="4706" y="9617"/>
                  <a:pt x="4932" y="9882"/>
                  <a:pt x="4892" y="10186"/>
                </a:cubicBezTo>
                <a:cubicBezTo>
                  <a:pt x="4892" y="10450"/>
                  <a:pt x="5108" y="10666"/>
                  <a:pt x="5382" y="10666"/>
                </a:cubicBezTo>
                <a:lnTo>
                  <a:pt x="16078" y="10666"/>
                </a:lnTo>
                <a:cubicBezTo>
                  <a:pt x="16342" y="10666"/>
                  <a:pt x="16558" y="10450"/>
                  <a:pt x="16568" y="10186"/>
                </a:cubicBezTo>
                <a:lnTo>
                  <a:pt x="16568" y="490"/>
                </a:lnTo>
                <a:cubicBezTo>
                  <a:pt x="16568" y="216"/>
                  <a:pt x="16342" y="0"/>
                  <a:pt x="16078" y="0"/>
                </a:cubicBezTo>
                <a:lnTo>
                  <a:pt x="5382" y="0"/>
                </a:lnTo>
                <a:cubicBezTo>
                  <a:pt x="5108" y="0"/>
                  <a:pt x="4892" y="216"/>
                  <a:pt x="4892" y="490"/>
                </a:cubicBezTo>
                <a:cubicBezTo>
                  <a:pt x="4848" y="770"/>
                  <a:pt x="4625" y="909"/>
                  <a:pt x="4403" y="909"/>
                </a:cubicBezTo>
                <a:cubicBezTo>
                  <a:pt x="4182" y="909"/>
                  <a:pt x="3961" y="770"/>
                  <a:pt x="3922" y="490"/>
                </a:cubicBezTo>
                <a:cubicBezTo>
                  <a:pt x="3922" y="216"/>
                  <a:pt x="3696" y="0"/>
                  <a:pt x="343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246" name="Google Shape;1246;p103"/>
          <p:cNvGrpSpPr/>
          <p:nvPr/>
        </p:nvGrpSpPr>
        <p:grpSpPr>
          <a:xfrm>
            <a:off x="2713222" y="2963284"/>
            <a:ext cx="307151" cy="323864"/>
            <a:chOff x="2343222" y="2246064"/>
            <a:chExt cx="307151" cy="323864"/>
          </a:xfrm>
        </p:grpSpPr>
        <p:sp>
          <p:nvSpPr>
            <p:cNvPr id="1247" name="Google Shape;1247;p103"/>
            <p:cNvSpPr/>
            <p:nvPr/>
          </p:nvSpPr>
          <p:spPr>
            <a:xfrm>
              <a:off x="2589354" y="2340097"/>
              <a:ext cx="61019" cy="133115"/>
            </a:xfrm>
            <a:custGeom>
              <a:avLst/>
              <a:gdLst/>
              <a:ahLst/>
              <a:cxnLst/>
              <a:rect l="l" t="t" r="r" b="b"/>
              <a:pathLst>
                <a:path w="3118" h="6802" extrusionOk="0">
                  <a:moveTo>
                    <a:pt x="1559" y="1"/>
                  </a:moveTo>
                  <a:cubicBezTo>
                    <a:pt x="1265" y="1"/>
                    <a:pt x="1030" y="265"/>
                    <a:pt x="1079" y="560"/>
                  </a:cubicBezTo>
                  <a:lnTo>
                    <a:pt x="1079" y="1128"/>
                  </a:lnTo>
                  <a:cubicBezTo>
                    <a:pt x="402" y="1363"/>
                    <a:pt x="0" y="2050"/>
                    <a:pt x="128" y="2746"/>
                  </a:cubicBezTo>
                  <a:cubicBezTo>
                    <a:pt x="244" y="3445"/>
                    <a:pt x="842" y="3952"/>
                    <a:pt x="1549" y="3952"/>
                  </a:cubicBezTo>
                  <a:cubicBezTo>
                    <a:pt x="1555" y="3952"/>
                    <a:pt x="1562" y="3951"/>
                    <a:pt x="1569" y="3951"/>
                  </a:cubicBezTo>
                  <a:cubicBezTo>
                    <a:pt x="2000" y="3951"/>
                    <a:pt x="2226" y="4481"/>
                    <a:pt x="1912" y="4785"/>
                  </a:cubicBezTo>
                  <a:cubicBezTo>
                    <a:pt x="1813" y="4887"/>
                    <a:pt x="1689" y="4933"/>
                    <a:pt x="1568" y="4933"/>
                  </a:cubicBezTo>
                  <a:cubicBezTo>
                    <a:pt x="1319" y="4933"/>
                    <a:pt x="1079" y="4738"/>
                    <a:pt x="1079" y="4442"/>
                  </a:cubicBezTo>
                  <a:cubicBezTo>
                    <a:pt x="1118" y="4147"/>
                    <a:pt x="892" y="3883"/>
                    <a:pt x="589" y="3883"/>
                  </a:cubicBezTo>
                  <a:cubicBezTo>
                    <a:pt x="294" y="3883"/>
                    <a:pt x="59" y="4147"/>
                    <a:pt x="108" y="4442"/>
                  </a:cubicBezTo>
                  <a:cubicBezTo>
                    <a:pt x="108" y="5059"/>
                    <a:pt x="500" y="5608"/>
                    <a:pt x="1079" y="5814"/>
                  </a:cubicBezTo>
                  <a:lnTo>
                    <a:pt x="1079" y="6383"/>
                  </a:lnTo>
                  <a:cubicBezTo>
                    <a:pt x="1118" y="6662"/>
                    <a:pt x="1339" y="6802"/>
                    <a:pt x="1560" y="6802"/>
                  </a:cubicBezTo>
                  <a:cubicBezTo>
                    <a:pt x="1782" y="6802"/>
                    <a:pt x="2005" y="6662"/>
                    <a:pt x="2049" y="6383"/>
                  </a:cubicBezTo>
                  <a:lnTo>
                    <a:pt x="2049" y="5814"/>
                  </a:lnTo>
                  <a:cubicBezTo>
                    <a:pt x="2716" y="5579"/>
                    <a:pt x="3118" y="4892"/>
                    <a:pt x="3000" y="4196"/>
                  </a:cubicBezTo>
                  <a:cubicBezTo>
                    <a:pt x="2873" y="3500"/>
                    <a:pt x="2275" y="2991"/>
                    <a:pt x="1559" y="2991"/>
                  </a:cubicBezTo>
                  <a:lnTo>
                    <a:pt x="1559" y="2981"/>
                  </a:lnTo>
                  <a:cubicBezTo>
                    <a:pt x="1555" y="2981"/>
                    <a:pt x="1551" y="2981"/>
                    <a:pt x="1547" y="2981"/>
                  </a:cubicBezTo>
                  <a:cubicBezTo>
                    <a:pt x="1114" y="2981"/>
                    <a:pt x="905" y="2458"/>
                    <a:pt x="1206" y="2148"/>
                  </a:cubicBezTo>
                  <a:cubicBezTo>
                    <a:pt x="1307" y="2047"/>
                    <a:pt x="1431" y="2001"/>
                    <a:pt x="1551" y="2001"/>
                  </a:cubicBezTo>
                  <a:cubicBezTo>
                    <a:pt x="1806" y="2001"/>
                    <a:pt x="2049" y="2201"/>
                    <a:pt x="2049" y="2501"/>
                  </a:cubicBezTo>
                  <a:cubicBezTo>
                    <a:pt x="2088" y="2780"/>
                    <a:pt x="2309" y="2920"/>
                    <a:pt x="2531" y="2920"/>
                  </a:cubicBezTo>
                  <a:cubicBezTo>
                    <a:pt x="2753" y="2920"/>
                    <a:pt x="2976" y="2780"/>
                    <a:pt x="3020" y="2501"/>
                  </a:cubicBezTo>
                  <a:cubicBezTo>
                    <a:pt x="3010" y="1883"/>
                    <a:pt x="2628" y="1334"/>
                    <a:pt x="2049" y="1128"/>
                  </a:cubicBezTo>
                  <a:lnTo>
                    <a:pt x="2049" y="560"/>
                  </a:lnTo>
                  <a:cubicBezTo>
                    <a:pt x="2088" y="265"/>
                    <a:pt x="1863" y="1"/>
                    <a:pt x="15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8" name="Google Shape;1248;p103"/>
            <p:cNvSpPr/>
            <p:nvPr/>
          </p:nvSpPr>
          <p:spPr>
            <a:xfrm>
              <a:off x="2493050" y="2303462"/>
              <a:ext cx="22466" cy="19296"/>
            </a:xfrm>
            <a:custGeom>
              <a:avLst/>
              <a:gdLst/>
              <a:ahLst/>
              <a:cxnLst/>
              <a:rect l="l" t="t" r="r" b="b"/>
              <a:pathLst>
                <a:path w="1148" h="986" extrusionOk="0">
                  <a:moveTo>
                    <a:pt x="667" y="0"/>
                  </a:moveTo>
                  <a:cubicBezTo>
                    <a:pt x="226" y="0"/>
                    <a:pt x="0" y="530"/>
                    <a:pt x="314" y="843"/>
                  </a:cubicBezTo>
                  <a:cubicBezTo>
                    <a:pt x="412" y="941"/>
                    <a:pt x="533" y="985"/>
                    <a:pt x="652" y="985"/>
                  </a:cubicBezTo>
                  <a:cubicBezTo>
                    <a:pt x="904" y="985"/>
                    <a:pt x="1147" y="790"/>
                    <a:pt x="1147" y="491"/>
                  </a:cubicBezTo>
                  <a:cubicBezTo>
                    <a:pt x="1147" y="226"/>
                    <a:pt x="932" y="10"/>
                    <a:pt x="6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9" name="Google Shape;1249;p103"/>
            <p:cNvSpPr/>
            <p:nvPr/>
          </p:nvSpPr>
          <p:spPr>
            <a:xfrm>
              <a:off x="2343222" y="2246064"/>
              <a:ext cx="278188" cy="323864"/>
            </a:xfrm>
            <a:custGeom>
              <a:avLst/>
              <a:gdLst/>
              <a:ahLst/>
              <a:cxnLst/>
              <a:rect l="l" t="t" r="r" b="b"/>
              <a:pathLst>
                <a:path w="14215" h="16549" extrusionOk="0">
                  <a:moveTo>
                    <a:pt x="8338" y="1968"/>
                  </a:moveTo>
                  <a:cubicBezTo>
                    <a:pt x="8695" y="1968"/>
                    <a:pt x="9058" y="2100"/>
                    <a:pt x="9352" y="2394"/>
                  </a:cubicBezTo>
                  <a:cubicBezTo>
                    <a:pt x="10274" y="3316"/>
                    <a:pt x="9617" y="4884"/>
                    <a:pt x="8323" y="4884"/>
                  </a:cubicBezTo>
                  <a:cubicBezTo>
                    <a:pt x="7519" y="4884"/>
                    <a:pt x="6872" y="4227"/>
                    <a:pt x="6872" y="3424"/>
                  </a:cubicBezTo>
                  <a:cubicBezTo>
                    <a:pt x="6872" y="2547"/>
                    <a:pt x="7591" y="1968"/>
                    <a:pt x="8338" y="1968"/>
                  </a:cubicBezTo>
                  <a:close/>
                  <a:moveTo>
                    <a:pt x="8270" y="1"/>
                  </a:moveTo>
                  <a:cubicBezTo>
                    <a:pt x="7177" y="1"/>
                    <a:pt x="6076" y="216"/>
                    <a:pt x="5029" y="659"/>
                  </a:cubicBezTo>
                  <a:cubicBezTo>
                    <a:pt x="1980" y="1963"/>
                    <a:pt x="0" y="4963"/>
                    <a:pt x="0" y="8276"/>
                  </a:cubicBezTo>
                  <a:cubicBezTo>
                    <a:pt x="0" y="11589"/>
                    <a:pt x="1980" y="14589"/>
                    <a:pt x="5029" y="15883"/>
                  </a:cubicBezTo>
                  <a:cubicBezTo>
                    <a:pt x="6078" y="16330"/>
                    <a:pt x="7183" y="16548"/>
                    <a:pt x="8278" y="16548"/>
                  </a:cubicBezTo>
                  <a:cubicBezTo>
                    <a:pt x="10375" y="16548"/>
                    <a:pt x="12437" y="15750"/>
                    <a:pt x="14009" y="14236"/>
                  </a:cubicBezTo>
                  <a:cubicBezTo>
                    <a:pt x="14215" y="14040"/>
                    <a:pt x="14205" y="13717"/>
                    <a:pt x="13999" y="13530"/>
                  </a:cubicBezTo>
                  <a:lnTo>
                    <a:pt x="8088" y="8276"/>
                  </a:lnTo>
                  <a:lnTo>
                    <a:pt x="13999" y="3022"/>
                  </a:lnTo>
                  <a:cubicBezTo>
                    <a:pt x="14205" y="2835"/>
                    <a:pt x="14215" y="2502"/>
                    <a:pt x="14009" y="2306"/>
                  </a:cubicBezTo>
                  <a:cubicBezTo>
                    <a:pt x="12435" y="797"/>
                    <a:pt x="10370" y="1"/>
                    <a:pt x="82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50" name="Google Shape;1250;p103"/>
          <p:cNvSpPr/>
          <p:nvPr/>
        </p:nvSpPr>
        <p:spPr>
          <a:xfrm>
            <a:off x="713173" y="2963284"/>
            <a:ext cx="208949" cy="323864"/>
          </a:xfrm>
          <a:custGeom>
            <a:avLst/>
            <a:gdLst/>
            <a:ahLst/>
            <a:cxnLst/>
            <a:rect l="l" t="t" r="r" b="b"/>
            <a:pathLst>
              <a:path w="10677" h="16549" extrusionOk="0">
                <a:moveTo>
                  <a:pt x="5334" y="2001"/>
                </a:moveTo>
                <a:cubicBezTo>
                  <a:pt x="5775" y="2001"/>
                  <a:pt x="6000" y="2530"/>
                  <a:pt x="5696" y="2834"/>
                </a:cubicBezTo>
                <a:cubicBezTo>
                  <a:pt x="5594" y="2937"/>
                  <a:pt x="5468" y="2983"/>
                  <a:pt x="5345" y="2983"/>
                </a:cubicBezTo>
                <a:cubicBezTo>
                  <a:pt x="5093" y="2983"/>
                  <a:pt x="4853" y="2788"/>
                  <a:pt x="4853" y="2491"/>
                </a:cubicBezTo>
                <a:cubicBezTo>
                  <a:pt x="4853" y="2226"/>
                  <a:pt x="5069" y="2011"/>
                  <a:pt x="5334" y="2001"/>
                </a:cubicBezTo>
                <a:close/>
                <a:moveTo>
                  <a:pt x="5334" y="5902"/>
                </a:moveTo>
                <a:lnTo>
                  <a:pt x="2912" y="6716"/>
                </a:lnTo>
                <a:lnTo>
                  <a:pt x="2912" y="6853"/>
                </a:lnTo>
                <a:lnTo>
                  <a:pt x="7755" y="6853"/>
                </a:lnTo>
                <a:lnTo>
                  <a:pt x="7755" y="6716"/>
                </a:lnTo>
                <a:lnTo>
                  <a:pt x="5334" y="5902"/>
                </a:lnTo>
                <a:close/>
                <a:moveTo>
                  <a:pt x="3873" y="7824"/>
                </a:moveTo>
                <a:lnTo>
                  <a:pt x="3883" y="9755"/>
                </a:lnTo>
                <a:lnTo>
                  <a:pt x="4853" y="9755"/>
                </a:lnTo>
                <a:lnTo>
                  <a:pt x="4853" y="7824"/>
                </a:lnTo>
                <a:close/>
                <a:moveTo>
                  <a:pt x="5814" y="7824"/>
                </a:moveTo>
                <a:lnTo>
                  <a:pt x="5814" y="9755"/>
                </a:lnTo>
                <a:lnTo>
                  <a:pt x="6794" y="9755"/>
                </a:lnTo>
                <a:lnTo>
                  <a:pt x="6794" y="7824"/>
                </a:lnTo>
                <a:close/>
                <a:moveTo>
                  <a:pt x="5319" y="4912"/>
                </a:moveTo>
                <a:cubicBezTo>
                  <a:pt x="5370" y="4912"/>
                  <a:pt x="5422" y="4922"/>
                  <a:pt x="5471" y="4942"/>
                </a:cubicBezTo>
                <a:lnTo>
                  <a:pt x="8382" y="5902"/>
                </a:lnTo>
                <a:cubicBezTo>
                  <a:pt x="8578" y="5971"/>
                  <a:pt x="8716" y="6157"/>
                  <a:pt x="8716" y="6363"/>
                </a:cubicBezTo>
                <a:lnTo>
                  <a:pt x="8725" y="7343"/>
                </a:lnTo>
                <a:cubicBezTo>
                  <a:pt x="8716" y="7608"/>
                  <a:pt x="8500" y="7824"/>
                  <a:pt x="8235" y="7824"/>
                </a:cubicBezTo>
                <a:lnTo>
                  <a:pt x="7745" y="7824"/>
                </a:lnTo>
                <a:lnTo>
                  <a:pt x="7745" y="9765"/>
                </a:lnTo>
                <a:lnTo>
                  <a:pt x="8235" y="9765"/>
                </a:lnTo>
                <a:cubicBezTo>
                  <a:pt x="8262" y="9760"/>
                  <a:pt x="8289" y="9758"/>
                  <a:pt x="8316" y="9758"/>
                </a:cubicBezTo>
                <a:cubicBezTo>
                  <a:pt x="8576" y="9758"/>
                  <a:pt x="8794" y="9969"/>
                  <a:pt x="8794" y="10245"/>
                </a:cubicBezTo>
                <a:cubicBezTo>
                  <a:pt x="8794" y="10526"/>
                  <a:pt x="8568" y="10740"/>
                  <a:pt x="8302" y="10740"/>
                </a:cubicBezTo>
                <a:cubicBezTo>
                  <a:pt x="8280" y="10740"/>
                  <a:pt x="8258" y="10738"/>
                  <a:pt x="8235" y="10735"/>
                </a:cubicBezTo>
                <a:lnTo>
                  <a:pt x="2422" y="10735"/>
                </a:lnTo>
                <a:cubicBezTo>
                  <a:pt x="2399" y="10738"/>
                  <a:pt x="2376" y="10740"/>
                  <a:pt x="2353" y="10740"/>
                </a:cubicBezTo>
                <a:cubicBezTo>
                  <a:pt x="2079" y="10740"/>
                  <a:pt x="1853" y="10526"/>
                  <a:pt x="1853" y="10245"/>
                </a:cubicBezTo>
                <a:cubicBezTo>
                  <a:pt x="1853" y="9969"/>
                  <a:pt x="2071" y="9758"/>
                  <a:pt x="2339" y="9758"/>
                </a:cubicBezTo>
                <a:cubicBezTo>
                  <a:pt x="2366" y="9758"/>
                  <a:pt x="2394" y="9760"/>
                  <a:pt x="2422" y="9765"/>
                </a:cubicBezTo>
                <a:lnTo>
                  <a:pt x="2912" y="9765"/>
                </a:lnTo>
                <a:lnTo>
                  <a:pt x="2912" y="7824"/>
                </a:lnTo>
                <a:lnTo>
                  <a:pt x="2422" y="7824"/>
                </a:lnTo>
                <a:cubicBezTo>
                  <a:pt x="2148" y="7824"/>
                  <a:pt x="1932" y="7598"/>
                  <a:pt x="1932" y="7334"/>
                </a:cubicBezTo>
                <a:lnTo>
                  <a:pt x="1932" y="6363"/>
                </a:lnTo>
                <a:cubicBezTo>
                  <a:pt x="1932" y="6157"/>
                  <a:pt x="2059" y="5971"/>
                  <a:pt x="2255" y="5902"/>
                </a:cubicBezTo>
                <a:lnTo>
                  <a:pt x="5167" y="4942"/>
                </a:lnTo>
                <a:cubicBezTo>
                  <a:pt x="5216" y="4922"/>
                  <a:pt x="5267" y="4912"/>
                  <a:pt x="5319" y="4912"/>
                </a:cubicBezTo>
                <a:close/>
                <a:moveTo>
                  <a:pt x="6375" y="13630"/>
                </a:moveTo>
                <a:cubicBezTo>
                  <a:pt x="6643" y="13630"/>
                  <a:pt x="6863" y="13849"/>
                  <a:pt x="6863" y="14117"/>
                </a:cubicBezTo>
                <a:cubicBezTo>
                  <a:pt x="6863" y="14398"/>
                  <a:pt x="6637" y="14612"/>
                  <a:pt x="6363" y="14612"/>
                </a:cubicBezTo>
                <a:cubicBezTo>
                  <a:pt x="6340" y="14612"/>
                  <a:pt x="6317" y="14610"/>
                  <a:pt x="6294" y="14607"/>
                </a:cubicBezTo>
                <a:lnTo>
                  <a:pt x="4363" y="14607"/>
                </a:lnTo>
                <a:cubicBezTo>
                  <a:pt x="3804" y="14519"/>
                  <a:pt x="3804" y="13715"/>
                  <a:pt x="4363" y="13637"/>
                </a:cubicBezTo>
                <a:lnTo>
                  <a:pt x="6294" y="13637"/>
                </a:lnTo>
                <a:cubicBezTo>
                  <a:pt x="6321" y="13633"/>
                  <a:pt x="6348" y="13630"/>
                  <a:pt x="6375" y="13630"/>
                </a:cubicBezTo>
                <a:close/>
                <a:moveTo>
                  <a:pt x="491" y="1"/>
                </a:moveTo>
                <a:cubicBezTo>
                  <a:pt x="226" y="1"/>
                  <a:pt x="1" y="217"/>
                  <a:pt x="1" y="481"/>
                </a:cubicBezTo>
                <a:lnTo>
                  <a:pt x="1" y="16058"/>
                </a:lnTo>
                <a:cubicBezTo>
                  <a:pt x="1" y="16333"/>
                  <a:pt x="226" y="16548"/>
                  <a:pt x="491" y="16548"/>
                </a:cubicBezTo>
                <a:lnTo>
                  <a:pt x="10186" y="16548"/>
                </a:lnTo>
                <a:cubicBezTo>
                  <a:pt x="10451" y="16548"/>
                  <a:pt x="10676" y="16333"/>
                  <a:pt x="10676" y="16058"/>
                </a:cubicBezTo>
                <a:lnTo>
                  <a:pt x="10676" y="481"/>
                </a:lnTo>
                <a:cubicBezTo>
                  <a:pt x="10676" y="217"/>
                  <a:pt x="10451" y="1"/>
                  <a:pt x="101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104"/>
          <p:cNvSpPr txBox="1"/>
          <p:nvPr>
            <p:ph type="subTitle" idx="1"/>
          </p:nvPr>
        </p:nvSpPr>
        <p:spPr>
          <a:xfrm>
            <a:off x="4916850" y="1894200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</a:t>
            </a:r>
            <a:endParaRPr lang="en-GB"/>
          </a:p>
        </p:txBody>
      </p:sp>
      <p:sp>
        <p:nvSpPr>
          <p:cNvPr id="1256" name="Google Shape;1256;p104"/>
          <p:cNvSpPr txBox="1"/>
          <p:nvPr>
            <p:ph type="subTitle" idx="2"/>
          </p:nvPr>
        </p:nvSpPr>
        <p:spPr>
          <a:xfrm>
            <a:off x="5058900" y="229647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 has a beautiful name</a:t>
            </a:r>
            <a:endParaRPr lang="en-GB"/>
          </a:p>
        </p:txBody>
      </p:sp>
      <p:sp>
        <p:nvSpPr>
          <p:cNvPr id="1257" name="Google Shape;1257;p104"/>
          <p:cNvSpPr txBox="1"/>
          <p:nvPr>
            <p:ph type="subTitle" idx="3"/>
          </p:nvPr>
        </p:nvSpPr>
        <p:spPr>
          <a:xfrm>
            <a:off x="1911150" y="1894200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</a:t>
            </a:r>
            <a:endParaRPr lang="en-GB"/>
          </a:p>
        </p:txBody>
      </p:sp>
      <p:sp>
        <p:nvSpPr>
          <p:cNvPr id="1258" name="Google Shape;1258;p104"/>
          <p:cNvSpPr txBox="1"/>
          <p:nvPr>
            <p:ph type="subTitle" idx="4"/>
          </p:nvPr>
        </p:nvSpPr>
        <p:spPr>
          <a:xfrm>
            <a:off x="2053300" y="229647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 is actually a cold place</a:t>
            </a:r>
            <a:endParaRPr lang="en-GB"/>
          </a:p>
        </p:txBody>
      </p:sp>
      <p:sp>
        <p:nvSpPr>
          <p:cNvPr id="1259" name="Google Shape;1259;p104"/>
          <p:cNvSpPr txBox="1"/>
          <p:nvPr>
            <p:ph type="subTitle" idx="5"/>
          </p:nvPr>
        </p:nvSpPr>
        <p:spPr>
          <a:xfrm>
            <a:off x="4916850" y="3528902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Jupiter</a:t>
            </a:r>
            <a:endParaRPr lang="en-GB"/>
          </a:p>
        </p:txBody>
      </p:sp>
      <p:sp>
        <p:nvSpPr>
          <p:cNvPr id="1260" name="Google Shape;1260;p104"/>
          <p:cNvSpPr txBox="1"/>
          <p:nvPr>
            <p:ph type="subTitle" idx="6"/>
          </p:nvPr>
        </p:nvSpPr>
        <p:spPr>
          <a:xfrm>
            <a:off x="5058900" y="392373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Jupiter is the biggest planet</a:t>
            </a:r>
            <a:endParaRPr lang="en-GB"/>
          </a:p>
        </p:txBody>
      </p:sp>
      <p:sp>
        <p:nvSpPr>
          <p:cNvPr id="1261" name="Google Shape;1261;p104"/>
          <p:cNvSpPr txBox="1"/>
          <p:nvPr>
            <p:ph type="subTitle" idx="7"/>
          </p:nvPr>
        </p:nvSpPr>
        <p:spPr>
          <a:xfrm>
            <a:off x="1911150" y="3528902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Neptune</a:t>
            </a:r>
            <a:endParaRPr lang="en-GB"/>
          </a:p>
        </p:txBody>
      </p:sp>
      <p:sp>
        <p:nvSpPr>
          <p:cNvPr id="1262" name="Google Shape;1262;p104"/>
          <p:cNvSpPr txBox="1"/>
          <p:nvPr>
            <p:ph type="subTitle" idx="8"/>
          </p:nvPr>
        </p:nvSpPr>
        <p:spPr>
          <a:xfrm>
            <a:off x="2053200" y="392373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It’s the farthest planet from the Sun</a:t>
            </a:r>
            <a:endParaRPr lang="en-GB"/>
          </a:p>
        </p:txBody>
      </p:sp>
      <p:grpSp>
        <p:nvGrpSpPr>
          <p:cNvPr id="1263" name="Google Shape;1263;p104"/>
          <p:cNvGrpSpPr/>
          <p:nvPr/>
        </p:nvGrpSpPr>
        <p:grpSpPr>
          <a:xfrm>
            <a:off x="2873489" y="1456820"/>
            <a:ext cx="391512" cy="391512"/>
            <a:chOff x="-65145700" y="3727425"/>
            <a:chExt cx="317425" cy="317425"/>
          </a:xfrm>
        </p:grpSpPr>
        <p:sp>
          <p:nvSpPr>
            <p:cNvPr id="1264" name="Google Shape;1264;p104"/>
            <p:cNvSpPr/>
            <p:nvPr/>
          </p:nvSpPr>
          <p:spPr>
            <a:xfrm>
              <a:off x="-65145700" y="3769150"/>
              <a:ext cx="275675" cy="275700"/>
            </a:xfrm>
            <a:custGeom>
              <a:avLst/>
              <a:gdLst/>
              <a:ahLst/>
              <a:cxnLst/>
              <a:rect l="l" t="t" r="r" b="b"/>
              <a:pathLst>
                <a:path w="11027" h="11028" extrusionOk="0">
                  <a:moveTo>
                    <a:pt x="5514" y="1"/>
                  </a:moveTo>
                  <a:cubicBezTo>
                    <a:pt x="2489" y="1"/>
                    <a:pt x="0" y="2458"/>
                    <a:pt x="0" y="5514"/>
                  </a:cubicBezTo>
                  <a:cubicBezTo>
                    <a:pt x="0" y="8539"/>
                    <a:pt x="2489" y="11027"/>
                    <a:pt x="5514" y="11027"/>
                  </a:cubicBezTo>
                  <a:cubicBezTo>
                    <a:pt x="8538" y="11027"/>
                    <a:pt x="11027" y="8539"/>
                    <a:pt x="11027" y="5514"/>
                  </a:cubicBezTo>
                  <a:cubicBezTo>
                    <a:pt x="11027" y="5294"/>
                    <a:pt x="10869" y="5105"/>
                    <a:pt x="10649" y="5105"/>
                  </a:cubicBezTo>
                  <a:lnTo>
                    <a:pt x="5955" y="5105"/>
                  </a:lnTo>
                  <a:lnTo>
                    <a:pt x="5955" y="410"/>
                  </a:lnTo>
                  <a:cubicBezTo>
                    <a:pt x="5955" y="190"/>
                    <a:pt x="5766" y="1"/>
                    <a:pt x="55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5" name="Google Shape;1265;p104"/>
            <p:cNvSpPr/>
            <p:nvPr/>
          </p:nvSpPr>
          <p:spPr>
            <a:xfrm>
              <a:off x="-64977150" y="3727425"/>
              <a:ext cx="148875" cy="147300"/>
            </a:xfrm>
            <a:custGeom>
              <a:avLst/>
              <a:gdLst/>
              <a:ahLst/>
              <a:cxnLst/>
              <a:rect l="l" t="t" r="r" b="b"/>
              <a:pathLst>
                <a:path w="5955" h="5892" extrusionOk="0">
                  <a:moveTo>
                    <a:pt x="441" y="0"/>
                  </a:moveTo>
                  <a:cubicBezTo>
                    <a:pt x="189" y="0"/>
                    <a:pt x="0" y="158"/>
                    <a:pt x="0" y="378"/>
                  </a:cubicBezTo>
                  <a:lnTo>
                    <a:pt x="0" y="5513"/>
                  </a:lnTo>
                  <a:cubicBezTo>
                    <a:pt x="0" y="5702"/>
                    <a:pt x="189" y="5891"/>
                    <a:pt x="441" y="5891"/>
                  </a:cubicBezTo>
                  <a:lnTo>
                    <a:pt x="5514" y="5891"/>
                  </a:lnTo>
                  <a:cubicBezTo>
                    <a:pt x="5734" y="5891"/>
                    <a:pt x="5955" y="5702"/>
                    <a:pt x="5955" y="5513"/>
                  </a:cubicBezTo>
                  <a:cubicBezTo>
                    <a:pt x="5955" y="2489"/>
                    <a:pt x="3466" y="0"/>
                    <a:pt x="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266" name="Google Shape;1266;p104"/>
          <p:cNvGrpSpPr/>
          <p:nvPr/>
        </p:nvGrpSpPr>
        <p:grpSpPr>
          <a:xfrm>
            <a:off x="5882509" y="1456819"/>
            <a:ext cx="384697" cy="391512"/>
            <a:chOff x="-65144125" y="4094450"/>
            <a:chExt cx="311900" cy="317425"/>
          </a:xfrm>
        </p:grpSpPr>
        <p:sp>
          <p:nvSpPr>
            <p:cNvPr id="1267" name="Google Shape;1267;p104"/>
            <p:cNvSpPr/>
            <p:nvPr/>
          </p:nvSpPr>
          <p:spPr>
            <a:xfrm>
              <a:off x="-65079550" y="4183450"/>
              <a:ext cx="185900" cy="185900"/>
            </a:xfrm>
            <a:custGeom>
              <a:avLst/>
              <a:gdLst/>
              <a:ahLst/>
              <a:cxnLst/>
              <a:rect l="l" t="t" r="r" b="b"/>
              <a:pathLst>
                <a:path w="7436" h="7436" extrusionOk="0">
                  <a:moveTo>
                    <a:pt x="3687" y="0"/>
                  </a:moveTo>
                  <a:cubicBezTo>
                    <a:pt x="1639" y="0"/>
                    <a:pt x="1" y="1639"/>
                    <a:pt x="1" y="3686"/>
                  </a:cubicBezTo>
                  <a:cubicBezTo>
                    <a:pt x="1" y="5734"/>
                    <a:pt x="1639" y="7435"/>
                    <a:pt x="3687" y="7435"/>
                  </a:cubicBezTo>
                  <a:cubicBezTo>
                    <a:pt x="5735" y="7435"/>
                    <a:pt x="7436" y="5797"/>
                    <a:pt x="7436" y="3686"/>
                  </a:cubicBezTo>
                  <a:cubicBezTo>
                    <a:pt x="7436" y="3466"/>
                    <a:pt x="7247" y="3308"/>
                    <a:pt x="7058" y="3308"/>
                  </a:cubicBezTo>
                  <a:lnTo>
                    <a:pt x="4096" y="3308"/>
                  </a:lnTo>
                  <a:lnTo>
                    <a:pt x="4096" y="378"/>
                  </a:lnTo>
                  <a:cubicBezTo>
                    <a:pt x="4096" y="158"/>
                    <a:pt x="3907" y="0"/>
                    <a:pt x="3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8" name="Google Shape;1268;p104"/>
            <p:cNvSpPr/>
            <p:nvPr/>
          </p:nvSpPr>
          <p:spPr>
            <a:xfrm>
              <a:off x="-65039375" y="4094450"/>
              <a:ext cx="104775" cy="19700"/>
            </a:xfrm>
            <a:custGeom>
              <a:avLst/>
              <a:gdLst/>
              <a:ahLst/>
              <a:cxnLst/>
              <a:rect l="l" t="t" r="r" b="b"/>
              <a:pathLst>
                <a:path w="4191" h="788" extrusionOk="0">
                  <a:moveTo>
                    <a:pt x="473" y="0"/>
                  </a:moveTo>
                  <a:cubicBezTo>
                    <a:pt x="252" y="0"/>
                    <a:pt x="32" y="221"/>
                    <a:pt x="32" y="410"/>
                  </a:cubicBezTo>
                  <a:cubicBezTo>
                    <a:pt x="0" y="599"/>
                    <a:pt x="158" y="756"/>
                    <a:pt x="347" y="788"/>
                  </a:cubicBezTo>
                  <a:lnTo>
                    <a:pt x="3813" y="788"/>
                  </a:lnTo>
                  <a:cubicBezTo>
                    <a:pt x="4033" y="756"/>
                    <a:pt x="4191" y="599"/>
                    <a:pt x="4191" y="410"/>
                  </a:cubicBezTo>
                  <a:cubicBezTo>
                    <a:pt x="4191" y="158"/>
                    <a:pt x="3970" y="0"/>
                    <a:pt x="37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69" name="Google Shape;1269;p104"/>
            <p:cNvSpPr/>
            <p:nvPr/>
          </p:nvSpPr>
          <p:spPr>
            <a:xfrm>
              <a:off x="-65144125" y="4121025"/>
              <a:ext cx="311900" cy="290850"/>
            </a:xfrm>
            <a:custGeom>
              <a:avLst/>
              <a:gdLst/>
              <a:ahLst/>
              <a:cxnLst/>
              <a:rect l="l" t="t" r="r" b="b"/>
              <a:pathLst>
                <a:path w="12476" h="11634" extrusionOk="0">
                  <a:moveTo>
                    <a:pt x="6321" y="1678"/>
                  </a:moveTo>
                  <a:cubicBezTo>
                    <a:pt x="7437" y="1678"/>
                    <a:pt x="8570" y="2088"/>
                    <a:pt x="9483" y="3001"/>
                  </a:cubicBezTo>
                  <a:cubicBezTo>
                    <a:pt x="10334" y="3884"/>
                    <a:pt x="10806" y="5018"/>
                    <a:pt x="10806" y="6246"/>
                  </a:cubicBezTo>
                  <a:cubicBezTo>
                    <a:pt x="10806" y="8767"/>
                    <a:pt x="8759" y="10815"/>
                    <a:pt x="6238" y="10815"/>
                  </a:cubicBezTo>
                  <a:cubicBezTo>
                    <a:pt x="3718" y="10815"/>
                    <a:pt x="1702" y="8767"/>
                    <a:pt x="1702" y="6246"/>
                  </a:cubicBezTo>
                  <a:cubicBezTo>
                    <a:pt x="1702" y="3492"/>
                    <a:pt x="3974" y="1678"/>
                    <a:pt x="6321" y="1678"/>
                  </a:cubicBezTo>
                  <a:close/>
                  <a:moveTo>
                    <a:pt x="1367" y="1"/>
                  </a:moveTo>
                  <a:cubicBezTo>
                    <a:pt x="1048" y="1"/>
                    <a:pt x="725" y="119"/>
                    <a:pt x="473" y="355"/>
                  </a:cubicBezTo>
                  <a:cubicBezTo>
                    <a:pt x="0" y="828"/>
                    <a:pt x="0" y="1615"/>
                    <a:pt x="473" y="2119"/>
                  </a:cubicBezTo>
                  <a:cubicBezTo>
                    <a:pt x="696" y="2363"/>
                    <a:pt x="997" y="2488"/>
                    <a:pt x="1327" y="2488"/>
                  </a:cubicBezTo>
                  <a:cubicBezTo>
                    <a:pt x="1509" y="2488"/>
                    <a:pt x="1700" y="2450"/>
                    <a:pt x="1891" y="2371"/>
                  </a:cubicBezTo>
                  <a:lnTo>
                    <a:pt x="2237" y="2718"/>
                  </a:lnTo>
                  <a:cubicBezTo>
                    <a:pt x="1386" y="3695"/>
                    <a:pt x="914" y="4923"/>
                    <a:pt x="914" y="6215"/>
                  </a:cubicBezTo>
                  <a:cubicBezTo>
                    <a:pt x="914" y="9176"/>
                    <a:pt x="3340" y="11634"/>
                    <a:pt x="6301" y="11634"/>
                  </a:cubicBezTo>
                  <a:cubicBezTo>
                    <a:pt x="9231" y="11634"/>
                    <a:pt x="11689" y="9208"/>
                    <a:pt x="11689" y="6215"/>
                  </a:cubicBezTo>
                  <a:cubicBezTo>
                    <a:pt x="11689" y="4923"/>
                    <a:pt x="11216" y="3695"/>
                    <a:pt x="10365" y="2718"/>
                  </a:cubicBezTo>
                  <a:lnTo>
                    <a:pt x="10743" y="2371"/>
                  </a:lnTo>
                  <a:cubicBezTo>
                    <a:pt x="10901" y="2466"/>
                    <a:pt x="11059" y="2497"/>
                    <a:pt x="11248" y="2497"/>
                  </a:cubicBezTo>
                  <a:cubicBezTo>
                    <a:pt x="11909" y="2497"/>
                    <a:pt x="12476" y="1930"/>
                    <a:pt x="12476" y="1269"/>
                  </a:cubicBezTo>
                  <a:cubicBezTo>
                    <a:pt x="12476" y="607"/>
                    <a:pt x="11909" y="8"/>
                    <a:pt x="11248" y="8"/>
                  </a:cubicBezTo>
                  <a:cubicBezTo>
                    <a:pt x="10586" y="8"/>
                    <a:pt x="10019" y="544"/>
                    <a:pt x="10019" y="1269"/>
                  </a:cubicBezTo>
                  <a:cubicBezTo>
                    <a:pt x="10019" y="1458"/>
                    <a:pt x="10050" y="1615"/>
                    <a:pt x="10145" y="1773"/>
                  </a:cubicBezTo>
                  <a:lnTo>
                    <a:pt x="9798" y="2119"/>
                  </a:lnTo>
                  <a:cubicBezTo>
                    <a:pt x="9137" y="1584"/>
                    <a:pt x="8381" y="1206"/>
                    <a:pt x="7561" y="985"/>
                  </a:cubicBezTo>
                  <a:lnTo>
                    <a:pt x="7561" y="544"/>
                  </a:lnTo>
                  <a:lnTo>
                    <a:pt x="5073" y="544"/>
                  </a:lnTo>
                  <a:lnTo>
                    <a:pt x="5073" y="985"/>
                  </a:lnTo>
                  <a:cubicBezTo>
                    <a:pt x="4222" y="1206"/>
                    <a:pt x="3434" y="1584"/>
                    <a:pt x="2836" y="2119"/>
                  </a:cubicBezTo>
                  <a:lnTo>
                    <a:pt x="2458" y="1773"/>
                  </a:lnTo>
                  <a:cubicBezTo>
                    <a:pt x="2710" y="1269"/>
                    <a:pt x="2584" y="733"/>
                    <a:pt x="2237" y="355"/>
                  </a:cubicBezTo>
                  <a:cubicBezTo>
                    <a:pt x="2001" y="119"/>
                    <a:pt x="1686" y="1"/>
                    <a:pt x="13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70" name="Google Shape;1270;p104"/>
          <p:cNvSpPr/>
          <p:nvPr/>
        </p:nvSpPr>
        <p:spPr>
          <a:xfrm>
            <a:off x="2902533" y="3120841"/>
            <a:ext cx="333234" cy="391512"/>
          </a:xfrm>
          <a:custGeom>
            <a:avLst/>
            <a:gdLst/>
            <a:ahLst/>
            <a:cxnLst/>
            <a:rect l="l" t="t" r="r" b="b"/>
            <a:pathLst>
              <a:path w="10807" h="12697" extrusionOk="0">
                <a:moveTo>
                  <a:pt x="6617" y="9924"/>
                </a:moveTo>
                <a:lnTo>
                  <a:pt x="6617" y="10775"/>
                </a:lnTo>
                <a:lnTo>
                  <a:pt x="4159" y="10775"/>
                </a:lnTo>
                <a:lnTo>
                  <a:pt x="4159" y="9924"/>
                </a:lnTo>
                <a:close/>
                <a:moveTo>
                  <a:pt x="4159" y="0"/>
                </a:moveTo>
                <a:cubicBezTo>
                  <a:pt x="3561" y="0"/>
                  <a:pt x="2994" y="315"/>
                  <a:pt x="2742" y="851"/>
                </a:cubicBezTo>
                <a:lnTo>
                  <a:pt x="2490" y="851"/>
                </a:lnTo>
                <a:cubicBezTo>
                  <a:pt x="1797" y="851"/>
                  <a:pt x="1166" y="1324"/>
                  <a:pt x="914" y="1954"/>
                </a:cubicBezTo>
                <a:cubicBezTo>
                  <a:pt x="1324" y="1985"/>
                  <a:pt x="1702" y="2143"/>
                  <a:pt x="1986" y="2426"/>
                </a:cubicBezTo>
                <a:cubicBezTo>
                  <a:pt x="2143" y="2584"/>
                  <a:pt x="2143" y="2836"/>
                  <a:pt x="1986" y="2993"/>
                </a:cubicBezTo>
                <a:cubicBezTo>
                  <a:pt x="1907" y="3072"/>
                  <a:pt x="1797" y="3111"/>
                  <a:pt x="1686" y="3111"/>
                </a:cubicBezTo>
                <a:cubicBezTo>
                  <a:pt x="1576" y="3111"/>
                  <a:pt x="1466" y="3072"/>
                  <a:pt x="1387" y="2993"/>
                </a:cubicBezTo>
                <a:cubicBezTo>
                  <a:pt x="1198" y="2804"/>
                  <a:pt x="946" y="2773"/>
                  <a:pt x="725" y="2773"/>
                </a:cubicBezTo>
                <a:cubicBezTo>
                  <a:pt x="284" y="3088"/>
                  <a:pt x="1" y="3560"/>
                  <a:pt x="1" y="4159"/>
                </a:cubicBezTo>
                <a:cubicBezTo>
                  <a:pt x="1" y="4411"/>
                  <a:pt x="95" y="4726"/>
                  <a:pt x="253" y="4978"/>
                </a:cubicBezTo>
                <a:cubicBezTo>
                  <a:pt x="95" y="5199"/>
                  <a:pt x="1" y="5514"/>
                  <a:pt x="1" y="5797"/>
                </a:cubicBezTo>
                <a:cubicBezTo>
                  <a:pt x="1" y="6144"/>
                  <a:pt x="127" y="6459"/>
                  <a:pt x="316" y="6742"/>
                </a:cubicBezTo>
                <a:cubicBezTo>
                  <a:pt x="599" y="6522"/>
                  <a:pt x="1009" y="6364"/>
                  <a:pt x="1387" y="6364"/>
                </a:cubicBezTo>
                <a:cubicBezTo>
                  <a:pt x="1639" y="6364"/>
                  <a:pt x="1797" y="6553"/>
                  <a:pt x="1797" y="6742"/>
                </a:cubicBezTo>
                <a:cubicBezTo>
                  <a:pt x="1797" y="6994"/>
                  <a:pt x="1576" y="7152"/>
                  <a:pt x="1387" y="7152"/>
                </a:cubicBezTo>
                <a:cubicBezTo>
                  <a:pt x="1198" y="7152"/>
                  <a:pt x="1009" y="7215"/>
                  <a:pt x="851" y="7341"/>
                </a:cubicBezTo>
                <a:lnTo>
                  <a:pt x="851" y="7404"/>
                </a:lnTo>
                <a:cubicBezTo>
                  <a:pt x="851" y="8318"/>
                  <a:pt x="1576" y="9074"/>
                  <a:pt x="2490" y="9074"/>
                </a:cubicBezTo>
                <a:lnTo>
                  <a:pt x="2742" y="9074"/>
                </a:lnTo>
                <a:cubicBezTo>
                  <a:pt x="2899" y="9357"/>
                  <a:pt x="3088" y="9546"/>
                  <a:pt x="3309" y="9704"/>
                </a:cubicBezTo>
                <a:lnTo>
                  <a:pt x="3309" y="10617"/>
                </a:lnTo>
                <a:cubicBezTo>
                  <a:pt x="3309" y="11752"/>
                  <a:pt x="4254" y="12697"/>
                  <a:pt x="5420" y="12697"/>
                </a:cubicBezTo>
                <a:cubicBezTo>
                  <a:pt x="6554" y="12697"/>
                  <a:pt x="7499" y="11752"/>
                  <a:pt x="7499" y="10617"/>
                </a:cubicBezTo>
                <a:lnTo>
                  <a:pt x="7499" y="9704"/>
                </a:lnTo>
                <a:cubicBezTo>
                  <a:pt x="7719" y="9546"/>
                  <a:pt x="7971" y="9357"/>
                  <a:pt x="8097" y="9074"/>
                </a:cubicBezTo>
                <a:lnTo>
                  <a:pt x="8318" y="9074"/>
                </a:lnTo>
                <a:cubicBezTo>
                  <a:pt x="9232" y="9074"/>
                  <a:pt x="9988" y="8318"/>
                  <a:pt x="9988" y="7404"/>
                </a:cubicBezTo>
                <a:lnTo>
                  <a:pt x="9988" y="7341"/>
                </a:lnTo>
                <a:cubicBezTo>
                  <a:pt x="9830" y="7215"/>
                  <a:pt x="9610" y="7152"/>
                  <a:pt x="9421" y="7152"/>
                </a:cubicBezTo>
                <a:cubicBezTo>
                  <a:pt x="9200" y="7152"/>
                  <a:pt x="9043" y="6931"/>
                  <a:pt x="9043" y="6742"/>
                </a:cubicBezTo>
                <a:cubicBezTo>
                  <a:pt x="9043" y="6522"/>
                  <a:pt x="9232" y="6364"/>
                  <a:pt x="9421" y="6364"/>
                </a:cubicBezTo>
                <a:cubicBezTo>
                  <a:pt x="9830" y="6364"/>
                  <a:pt x="10208" y="6522"/>
                  <a:pt x="10492" y="6742"/>
                </a:cubicBezTo>
                <a:cubicBezTo>
                  <a:pt x="10681" y="6459"/>
                  <a:pt x="10807" y="6144"/>
                  <a:pt x="10807" y="5797"/>
                </a:cubicBezTo>
                <a:cubicBezTo>
                  <a:pt x="10807" y="5514"/>
                  <a:pt x="10712" y="5199"/>
                  <a:pt x="10555" y="4978"/>
                </a:cubicBezTo>
                <a:cubicBezTo>
                  <a:pt x="10681" y="4726"/>
                  <a:pt x="10775" y="4411"/>
                  <a:pt x="10775" y="4159"/>
                </a:cubicBezTo>
                <a:cubicBezTo>
                  <a:pt x="10775" y="3592"/>
                  <a:pt x="10492" y="3088"/>
                  <a:pt x="10051" y="2773"/>
                </a:cubicBezTo>
                <a:cubicBezTo>
                  <a:pt x="10015" y="2768"/>
                  <a:pt x="9978" y="2765"/>
                  <a:pt x="9939" y="2765"/>
                </a:cubicBezTo>
                <a:cubicBezTo>
                  <a:pt x="9742" y="2765"/>
                  <a:pt x="9521" y="2835"/>
                  <a:pt x="9389" y="2993"/>
                </a:cubicBezTo>
                <a:cubicBezTo>
                  <a:pt x="9310" y="3072"/>
                  <a:pt x="9200" y="3111"/>
                  <a:pt x="9090" y="3111"/>
                </a:cubicBezTo>
                <a:cubicBezTo>
                  <a:pt x="8980" y="3111"/>
                  <a:pt x="8869" y="3072"/>
                  <a:pt x="8791" y="2993"/>
                </a:cubicBezTo>
                <a:cubicBezTo>
                  <a:pt x="8633" y="2836"/>
                  <a:pt x="8633" y="2584"/>
                  <a:pt x="8791" y="2426"/>
                </a:cubicBezTo>
                <a:cubicBezTo>
                  <a:pt x="9074" y="2143"/>
                  <a:pt x="9452" y="1954"/>
                  <a:pt x="9862" y="1954"/>
                </a:cubicBezTo>
                <a:cubicBezTo>
                  <a:pt x="9610" y="1324"/>
                  <a:pt x="9043" y="851"/>
                  <a:pt x="8287" y="851"/>
                </a:cubicBezTo>
                <a:lnTo>
                  <a:pt x="8034" y="851"/>
                </a:lnTo>
                <a:cubicBezTo>
                  <a:pt x="7782" y="315"/>
                  <a:pt x="7215" y="0"/>
                  <a:pt x="6617" y="0"/>
                </a:cubicBezTo>
                <a:cubicBezTo>
                  <a:pt x="6302" y="0"/>
                  <a:pt x="6050" y="95"/>
                  <a:pt x="5798" y="252"/>
                </a:cubicBezTo>
                <a:lnTo>
                  <a:pt x="5798" y="4190"/>
                </a:lnTo>
                <a:cubicBezTo>
                  <a:pt x="6743" y="4379"/>
                  <a:pt x="7467" y="5199"/>
                  <a:pt x="7467" y="6207"/>
                </a:cubicBezTo>
                <a:cubicBezTo>
                  <a:pt x="7467" y="6427"/>
                  <a:pt x="7247" y="6585"/>
                  <a:pt x="7058" y="6585"/>
                </a:cubicBezTo>
                <a:cubicBezTo>
                  <a:pt x="6869" y="6585"/>
                  <a:pt x="6617" y="6396"/>
                  <a:pt x="6617" y="6207"/>
                </a:cubicBezTo>
                <a:cubicBezTo>
                  <a:pt x="6617" y="5640"/>
                  <a:pt x="6270" y="5199"/>
                  <a:pt x="5798" y="5010"/>
                </a:cubicBezTo>
                <a:lnTo>
                  <a:pt x="5798" y="9074"/>
                </a:lnTo>
                <a:lnTo>
                  <a:pt x="4979" y="9074"/>
                </a:lnTo>
                <a:lnTo>
                  <a:pt x="4979" y="5010"/>
                </a:lnTo>
                <a:cubicBezTo>
                  <a:pt x="4506" y="5167"/>
                  <a:pt x="4159" y="5640"/>
                  <a:pt x="4159" y="6207"/>
                </a:cubicBezTo>
                <a:cubicBezTo>
                  <a:pt x="4159" y="6427"/>
                  <a:pt x="3939" y="6585"/>
                  <a:pt x="3718" y="6585"/>
                </a:cubicBezTo>
                <a:cubicBezTo>
                  <a:pt x="3466" y="6585"/>
                  <a:pt x="3309" y="6396"/>
                  <a:pt x="3309" y="6207"/>
                </a:cubicBezTo>
                <a:cubicBezTo>
                  <a:pt x="3309" y="5199"/>
                  <a:pt x="4033" y="4348"/>
                  <a:pt x="4979" y="4190"/>
                </a:cubicBezTo>
                <a:lnTo>
                  <a:pt x="4979" y="252"/>
                </a:lnTo>
                <a:cubicBezTo>
                  <a:pt x="4726" y="95"/>
                  <a:pt x="4474" y="0"/>
                  <a:pt x="415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271" name="Google Shape;1271;p104"/>
          <p:cNvGrpSpPr/>
          <p:nvPr/>
        </p:nvGrpSpPr>
        <p:grpSpPr>
          <a:xfrm>
            <a:off x="5879563" y="3134983"/>
            <a:ext cx="390556" cy="391543"/>
            <a:chOff x="-61783350" y="3743950"/>
            <a:chExt cx="316650" cy="317450"/>
          </a:xfrm>
        </p:grpSpPr>
        <p:sp>
          <p:nvSpPr>
            <p:cNvPr id="1272" name="Google Shape;1272;p104"/>
            <p:cNvSpPr/>
            <p:nvPr/>
          </p:nvSpPr>
          <p:spPr>
            <a:xfrm>
              <a:off x="-61783350" y="3743950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73" name="Google Shape;1273;p104"/>
            <p:cNvSpPr/>
            <p:nvPr/>
          </p:nvSpPr>
          <p:spPr>
            <a:xfrm>
              <a:off x="-61739225" y="3833750"/>
              <a:ext cx="272525" cy="149675"/>
            </a:xfrm>
            <a:custGeom>
              <a:avLst/>
              <a:gdLst/>
              <a:ahLst/>
              <a:cxnLst/>
              <a:rect l="l" t="t" r="r" b="b"/>
              <a:pathLst>
                <a:path w="10901" h="5987" extrusionOk="0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74" name="Google Shape;1274;p104"/>
          <p:cNvSpPr txBox="1"/>
          <p:nvPr>
            <p:ph type="title"/>
          </p:nvPr>
        </p:nvSpPr>
        <p:spPr>
          <a:xfrm>
            <a:off x="713225" y="445025"/>
            <a:ext cx="648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You can use four columns</a:t>
            </a:r>
            <a:endParaRPr lang="en-GB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105"/>
          <p:cNvSpPr txBox="1"/>
          <p:nvPr>
            <p:ph type="subTitle" idx="1"/>
          </p:nvPr>
        </p:nvSpPr>
        <p:spPr>
          <a:xfrm>
            <a:off x="3571925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</a:t>
            </a:r>
            <a:endParaRPr lang="en-GB"/>
          </a:p>
        </p:txBody>
      </p:sp>
      <p:sp>
        <p:nvSpPr>
          <p:cNvPr id="1280" name="Google Shape;1280;p105"/>
          <p:cNvSpPr txBox="1"/>
          <p:nvPr>
            <p:ph type="subTitle" idx="2"/>
          </p:nvPr>
        </p:nvSpPr>
        <p:spPr>
          <a:xfrm>
            <a:off x="3571925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Mars is actually a cold place</a:t>
            </a:r>
            <a:endParaRPr lang="en-GB"/>
          </a:p>
        </p:txBody>
      </p:sp>
      <p:sp>
        <p:nvSpPr>
          <p:cNvPr id="1281" name="Google Shape;1281;p105"/>
          <p:cNvSpPr txBox="1"/>
          <p:nvPr>
            <p:ph type="subTitle" idx="3"/>
          </p:nvPr>
        </p:nvSpPr>
        <p:spPr>
          <a:xfrm>
            <a:off x="1088400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Neptune</a:t>
            </a:r>
            <a:endParaRPr lang="en-GB"/>
          </a:p>
        </p:txBody>
      </p:sp>
      <p:sp>
        <p:nvSpPr>
          <p:cNvPr id="1282" name="Google Shape;1282;p105"/>
          <p:cNvSpPr txBox="1"/>
          <p:nvPr>
            <p:ph type="subTitle" idx="4"/>
          </p:nvPr>
        </p:nvSpPr>
        <p:spPr>
          <a:xfrm>
            <a:off x="1088400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Neptune is far away from Earth</a:t>
            </a:r>
            <a:endParaRPr lang="en-GB"/>
          </a:p>
        </p:txBody>
      </p:sp>
      <p:sp>
        <p:nvSpPr>
          <p:cNvPr id="1283" name="Google Shape;1283;p105"/>
          <p:cNvSpPr txBox="1"/>
          <p:nvPr>
            <p:ph type="subTitle" idx="5"/>
          </p:nvPr>
        </p:nvSpPr>
        <p:spPr>
          <a:xfrm>
            <a:off x="6055450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Jupiter</a:t>
            </a:r>
            <a:endParaRPr lang="en-GB"/>
          </a:p>
        </p:txBody>
      </p:sp>
      <p:sp>
        <p:nvSpPr>
          <p:cNvPr id="1284" name="Google Shape;1284;p105"/>
          <p:cNvSpPr txBox="1"/>
          <p:nvPr>
            <p:ph type="subTitle" idx="6"/>
          </p:nvPr>
        </p:nvSpPr>
        <p:spPr>
          <a:xfrm>
            <a:off x="6055450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Jupiter is the biggest planet</a:t>
            </a:r>
            <a:endParaRPr lang="en-GB"/>
          </a:p>
        </p:txBody>
      </p:sp>
      <p:grpSp>
        <p:nvGrpSpPr>
          <p:cNvPr id="1285" name="Google Shape;1285;p105"/>
          <p:cNvGrpSpPr/>
          <p:nvPr/>
        </p:nvGrpSpPr>
        <p:grpSpPr>
          <a:xfrm>
            <a:off x="1590600" y="1752050"/>
            <a:ext cx="1011000" cy="930000"/>
            <a:chOff x="3173876" y="1739175"/>
            <a:chExt cx="1011000" cy="930000"/>
          </a:xfrm>
        </p:grpSpPr>
        <p:sp>
          <p:nvSpPr>
            <p:cNvPr id="1286" name="Google Shape;1286;p105"/>
            <p:cNvSpPr/>
            <p:nvPr/>
          </p:nvSpPr>
          <p:spPr>
            <a:xfrm>
              <a:off x="3214375" y="1739175"/>
              <a:ext cx="930000" cy="9300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7" name="Google Shape;1287;p105"/>
            <p:cNvSpPr txBox="1"/>
            <p:nvPr/>
          </p:nvSpPr>
          <p:spPr>
            <a:xfrm>
              <a:off x="3173876" y="1870425"/>
              <a:ext cx="10110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01</a:t>
              </a:r>
              <a:endParaRPr sz="35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</p:grpSp>
      <p:grpSp>
        <p:nvGrpSpPr>
          <p:cNvPr id="1288" name="Google Shape;1288;p105"/>
          <p:cNvGrpSpPr/>
          <p:nvPr/>
        </p:nvGrpSpPr>
        <p:grpSpPr>
          <a:xfrm>
            <a:off x="4074125" y="1752050"/>
            <a:ext cx="1011000" cy="930000"/>
            <a:chOff x="3173876" y="1739175"/>
            <a:chExt cx="1011000" cy="930000"/>
          </a:xfrm>
        </p:grpSpPr>
        <p:sp>
          <p:nvSpPr>
            <p:cNvPr id="1289" name="Google Shape;1289;p105"/>
            <p:cNvSpPr/>
            <p:nvPr/>
          </p:nvSpPr>
          <p:spPr>
            <a:xfrm>
              <a:off x="3214375" y="1739175"/>
              <a:ext cx="930000" cy="9300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0" name="Google Shape;1290;p105"/>
            <p:cNvSpPr txBox="1"/>
            <p:nvPr/>
          </p:nvSpPr>
          <p:spPr>
            <a:xfrm>
              <a:off x="3173876" y="1870425"/>
              <a:ext cx="10110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02</a:t>
              </a:r>
              <a:endParaRPr sz="35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</p:grpSp>
      <p:grpSp>
        <p:nvGrpSpPr>
          <p:cNvPr id="1291" name="Google Shape;1291;p105"/>
          <p:cNvGrpSpPr/>
          <p:nvPr/>
        </p:nvGrpSpPr>
        <p:grpSpPr>
          <a:xfrm>
            <a:off x="6557650" y="1752050"/>
            <a:ext cx="1011000" cy="930000"/>
            <a:chOff x="3173876" y="1739175"/>
            <a:chExt cx="1011000" cy="930000"/>
          </a:xfrm>
        </p:grpSpPr>
        <p:sp>
          <p:nvSpPr>
            <p:cNvPr id="1292" name="Google Shape;1292;p105"/>
            <p:cNvSpPr/>
            <p:nvPr/>
          </p:nvSpPr>
          <p:spPr>
            <a:xfrm>
              <a:off x="3214375" y="1739175"/>
              <a:ext cx="930000" cy="9300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93" name="Google Shape;1293;p105"/>
            <p:cNvSpPr txBox="1"/>
            <p:nvPr/>
          </p:nvSpPr>
          <p:spPr>
            <a:xfrm>
              <a:off x="3173876" y="1870425"/>
              <a:ext cx="10110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rPr>
                <a:t>03</a:t>
              </a:r>
              <a:endParaRPr sz="35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</p:grpSp>
      <p:sp>
        <p:nvSpPr>
          <p:cNvPr id="1294" name="Google Shape;1294;p105"/>
          <p:cNvSpPr txBox="1"/>
          <p:nvPr>
            <p:ph type="title"/>
          </p:nvPr>
        </p:nvSpPr>
        <p:spPr>
          <a:xfrm>
            <a:off x="713225" y="445025"/>
            <a:ext cx="5517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You can use three columns</a:t>
            </a:r>
            <a:endParaRPr lang="en-GB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10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an infographic</a:t>
            </a:r>
            <a:endParaRPr lang="en-GB"/>
          </a:p>
        </p:txBody>
      </p:sp>
      <p:sp>
        <p:nvSpPr>
          <p:cNvPr id="1300" name="Google Shape;1300;p106"/>
          <p:cNvSpPr txBox="1"/>
          <p:nvPr/>
        </p:nvSpPr>
        <p:spPr>
          <a:xfrm>
            <a:off x="1091616" y="3306025"/>
            <a:ext cx="1828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Jupiter</a:t>
            </a:r>
            <a:endParaRPr sz="24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301" name="Google Shape;1301;p106"/>
          <p:cNvSpPr txBox="1"/>
          <p:nvPr/>
        </p:nvSpPr>
        <p:spPr>
          <a:xfrm>
            <a:off x="1091638" y="3646025"/>
            <a:ext cx="1666200" cy="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Jupiter is the biggest planet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2" name="Google Shape;1302;p106"/>
          <p:cNvSpPr txBox="1"/>
          <p:nvPr/>
        </p:nvSpPr>
        <p:spPr>
          <a:xfrm>
            <a:off x="1091538" y="1739175"/>
            <a:ext cx="1828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Mars</a:t>
            </a:r>
            <a:endParaRPr sz="24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303" name="Google Shape;1303;p106"/>
          <p:cNvSpPr txBox="1"/>
          <p:nvPr/>
        </p:nvSpPr>
        <p:spPr>
          <a:xfrm>
            <a:off x="1091638" y="2079175"/>
            <a:ext cx="1666200" cy="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Mars is a cold place, not hot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4" name="Google Shape;1304;p106"/>
          <p:cNvSpPr txBox="1"/>
          <p:nvPr/>
        </p:nvSpPr>
        <p:spPr>
          <a:xfrm>
            <a:off x="6386313" y="3306025"/>
            <a:ext cx="1828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Saturn</a:t>
            </a:r>
            <a:endParaRPr sz="24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305" name="Google Shape;1305;p106"/>
          <p:cNvSpPr txBox="1"/>
          <p:nvPr/>
        </p:nvSpPr>
        <p:spPr>
          <a:xfrm>
            <a:off x="6548288" y="3646025"/>
            <a:ext cx="1666200" cy="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Saturn is a gas giant with rings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6" name="Google Shape;1306;p106"/>
          <p:cNvSpPr txBox="1"/>
          <p:nvPr/>
        </p:nvSpPr>
        <p:spPr>
          <a:xfrm>
            <a:off x="6386313" y="1739175"/>
            <a:ext cx="1828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Venus</a:t>
            </a:r>
            <a:endParaRPr sz="24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307" name="Google Shape;1307;p106"/>
          <p:cNvSpPr txBox="1"/>
          <p:nvPr/>
        </p:nvSpPr>
        <p:spPr>
          <a:xfrm>
            <a:off x="6548263" y="2079175"/>
            <a:ext cx="1666200" cy="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Venus has a beautiful name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08" name="Google Shape;1308;p106"/>
          <p:cNvGrpSpPr/>
          <p:nvPr/>
        </p:nvGrpSpPr>
        <p:grpSpPr>
          <a:xfrm>
            <a:off x="3254913" y="1739175"/>
            <a:ext cx="2958275" cy="2496845"/>
            <a:chOff x="3254913" y="1739175"/>
            <a:chExt cx="2958275" cy="2496845"/>
          </a:xfrm>
        </p:grpSpPr>
        <p:grpSp>
          <p:nvGrpSpPr>
            <p:cNvPr id="1309" name="Google Shape;1309;p106"/>
            <p:cNvGrpSpPr/>
            <p:nvPr/>
          </p:nvGrpSpPr>
          <p:grpSpPr>
            <a:xfrm>
              <a:off x="3730408" y="1973899"/>
              <a:ext cx="2007300" cy="2007300"/>
              <a:chOff x="3730408" y="1973899"/>
              <a:chExt cx="2007300" cy="2007300"/>
            </a:xfrm>
          </p:grpSpPr>
          <p:sp>
            <p:nvSpPr>
              <p:cNvPr id="1310" name="Google Shape;1310;p106"/>
              <p:cNvSpPr/>
              <p:nvPr/>
            </p:nvSpPr>
            <p:spPr>
              <a:xfrm>
                <a:off x="3730408" y="1973899"/>
                <a:ext cx="2007300" cy="2007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311" name="Google Shape;1311;p106"/>
              <p:cNvGrpSpPr/>
              <p:nvPr/>
            </p:nvGrpSpPr>
            <p:grpSpPr>
              <a:xfrm>
                <a:off x="4383980" y="2628191"/>
                <a:ext cx="700534" cy="698647"/>
                <a:chOff x="6553275" y="3604550"/>
                <a:chExt cx="296975" cy="296175"/>
              </a:xfrm>
            </p:grpSpPr>
            <p:sp>
              <p:nvSpPr>
                <p:cNvPr id="1312" name="Google Shape;1312;p106"/>
                <p:cNvSpPr/>
                <p:nvPr/>
              </p:nvSpPr>
              <p:spPr>
                <a:xfrm>
                  <a:off x="6657250" y="3604550"/>
                  <a:ext cx="86650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66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cubicBezTo>
                        <a:pt x="0" y="2678"/>
                        <a:pt x="788" y="3466"/>
                        <a:pt x="1733" y="3466"/>
                      </a:cubicBezTo>
                      <a:cubicBezTo>
                        <a:pt x="2678" y="3466"/>
                        <a:pt x="3466" y="2678"/>
                        <a:pt x="3466" y="1733"/>
                      </a:cubicBez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13" name="Google Shape;1313;p106"/>
                <p:cNvSpPr/>
                <p:nvPr/>
              </p:nvSpPr>
              <p:spPr>
                <a:xfrm>
                  <a:off x="6553275" y="3777825"/>
                  <a:ext cx="296975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9" h="4916" extrusionOk="0">
                      <a:moveTo>
                        <a:pt x="694" y="0"/>
                      </a:moveTo>
                      <a:cubicBezTo>
                        <a:pt x="316" y="0"/>
                        <a:pt x="1" y="315"/>
                        <a:pt x="1" y="693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lnTo>
                        <a:pt x="694" y="4569"/>
                      </a:lnTo>
                      <a:cubicBezTo>
                        <a:pt x="694" y="4758"/>
                        <a:pt x="851" y="4915"/>
                        <a:pt x="1040" y="4915"/>
                      </a:cubicBezTo>
                      <a:lnTo>
                        <a:pt x="10807" y="4915"/>
                      </a:lnTo>
                      <a:cubicBezTo>
                        <a:pt x="11028" y="4915"/>
                        <a:pt x="11185" y="4758"/>
                        <a:pt x="11185" y="4569"/>
                      </a:cubicBezTo>
                      <a:lnTo>
                        <a:pt x="11185" y="1418"/>
                      </a:lnTo>
                      <a:cubicBezTo>
                        <a:pt x="11563" y="1418"/>
                        <a:pt x="11878" y="1103"/>
                        <a:pt x="11878" y="693"/>
                      </a:cubicBezTo>
                      <a:cubicBezTo>
                        <a:pt x="11815" y="315"/>
                        <a:pt x="11500" y="0"/>
                        <a:pt x="1112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14" name="Google Shape;1314;p106"/>
                <p:cNvSpPr/>
                <p:nvPr/>
              </p:nvSpPr>
              <p:spPr>
                <a:xfrm>
                  <a:off x="6755700" y="3640000"/>
                  <a:ext cx="748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4" h="4852" extrusionOk="0">
                      <a:moveTo>
                        <a:pt x="190" y="0"/>
                      </a:moveTo>
                      <a:cubicBezTo>
                        <a:pt x="190" y="126"/>
                        <a:pt x="253" y="221"/>
                        <a:pt x="253" y="347"/>
                      </a:cubicBezTo>
                      <a:cubicBezTo>
                        <a:pt x="253" y="693"/>
                        <a:pt x="158" y="1071"/>
                        <a:pt x="1" y="1386"/>
                      </a:cubicBezTo>
                      <a:cubicBezTo>
                        <a:pt x="977" y="2079"/>
                        <a:pt x="1607" y="3182"/>
                        <a:pt x="1607" y="4474"/>
                      </a:cubicBezTo>
                      <a:lnTo>
                        <a:pt x="1607" y="4852"/>
                      </a:lnTo>
                      <a:lnTo>
                        <a:pt x="2994" y="4852"/>
                      </a:lnTo>
                      <a:lnTo>
                        <a:pt x="2489" y="756"/>
                      </a:lnTo>
                      <a:cubicBezTo>
                        <a:pt x="2363" y="315"/>
                        <a:pt x="1922" y="0"/>
                        <a:pt x="145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15" name="Google Shape;1315;p106"/>
                <p:cNvSpPr/>
                <p:nvPr/>
              </p:nvSpPr>
              <p:spPr>
                <a:xfrm>
                  <a:off x="6570600" y="3640000"/>
                  <a:ext cx="748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4" h="4852" extrusionOk="0">
                      <a:moveTo>
                        <a:pt x="1545" y="0"/>
                      </a:moveTo>
                      <a:cubicBezTo>
                        <a:pt x="1072" y="0"/>
                        <a:pt x="663" y="315"/>
                        <a:pt x="505" y="788"/>
                      </a:cubicBezTo>
                      <a:lnTo>
                        <a:pt x="1" y="4852"/>
                      </a:lnTo>
                      <a:lnTo>
                        <a:pt x="1356" y="4852"/>
                      </a:lnTo>
                      <a:lnTo>
                        <a:pt x="1356" y="4474"/>
                      </a:lnTo>
                      <a:lnTo>
                        <a:pt x="1387" y="4474"/>
                      </a:lnTo>
                      <a:cubicBezTo>
                        <a:pt x="1387" y="3182"/>
                        <a:pt x="2017" y="2048"/>
                        <a:pt x="2994" y="1386"/>
                      </a:cubicBezTo>
                      <a:cubicBezTo>
                        <a:pt x="2836" y="1071"/>
                        <a:pt x="2773" y="693"/>
                        <a:pt x="2773" y="347"/>
                      </a:cubicBezTo>
                      <a:cubicBezTo>
                        <a:pt x="2773" y="221"/>
                        <a:pt x="2773" y="95"/>
                        <a:pt x="28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16" name="Google Shape;1316;p106"/>
                <p:cNvSpPr/>
                <p:nvPr/>
              </p:nvSpPr>
              <p:spPr>
                <a:xfrm>
                  <a:off x="6707650" y="3688025"/>
                  <a:ext cx="70925" cy="7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" h="2837" extrusionOk="0">
                      <a:moveTo>
                        <a:pt x="1482" y="1"/>
                      </a:moveTo>
                      <a:cubicBezTo>
                        <a:pt x="1450" y="32"/>
                        <a:pt x="1418" y="64"/>
                        <a:pt x="1324" y="127"/>
                      </a:cubicBezTo>
                      <a:cubicBezTo>
                        <a:pt x="1324" y="190"/>
                        <a:pt x="1292" y="253"/>
                        <a:pt x="1261" y="284"/>
                      </a:cubicBezTo>
                      <a:lnTo>
                        <a:pt x="1" y="1923"/>
                      </a:lnTo>
                      <a:lnTo>
                        <a:pt x="1" y="2836"/>
                      </a:lnTo>
                      <a:lnTo>
                        <a:pt x="2742" y="2836"/>
                      </a:lnTo>
                      <a:lnTo>
                        <a:pt x="2742" y="2553"/>
                      </a:lnTo>
                      <a:lnTo>
                        <a:pt x="2836" y="2553"/>
                      </a:lnTo>
                      <a:cubicBezTo>
                        <a:pt x="2836" y="1513"/>
                        <a:pt x="2332" y="599"/>
                        <a:pt x="148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317" name="Google Shape;1317;p106"/>
                <p:cNvSpPr/>
                <p:nvPr/>
              </p:nvSpPr>
              <p:spPr>
                <a:xfrm>
                  <a:off x="6621025" y="3688825"/>
                  <a:ext cx="70900" cy="7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6" h="2931" extrusionOk="0">
                      <a:moveTo>
                        <a:pt x="1323" y="0"/>
                      </a:moveTo>
                      <a:cubicBezTo>
                        <a:pt x="536" y="567"/>
                        <a:pt x="0" y="1513"/>
                        <a:pt x="0" y="2584"/>
                      </a:cubicBezTo>
                      <a:lnTo>
                        <a:pt x="0" y="2930"/>
                      </a:lnTo>
                      <a:lnTo>
                        <a:pt x="2741" y="2930"/>
                      </a:lnTo>
                      <a:lnTo>
                        <a:pt x="2741" y="1922"/>
                      </a:lnTo>
                      <a:lnTo>
                        <a:pt x="2836" y="1922"/>
                      </a:lnTo>
                      <a:lnTo>
                        <a:pt x="1575" y="284"/>
                      </a:lnTo>
                      <a:cubicBezTo>
                        <a:pt x="1512" y="252"/>
                        <a:pt x="1512" y="158"/>
                        <a:pt x="1481" y="126"/>
                      </a:cubicBezTo>
                      <a:cubicBezTo>
                        <a:pt x="1449" y="95"/>
                        <a:pt x="1355" y="63"/>
                        <a:pt x="132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grpSp>
          <p:nvGrpSpPr>
            <p:cNvPr id="1318" name="Google Shape;1318;p106"/>
            <p:cNvGrpSpPr/>
            <p:nvPr/>
          </p:nvGrpSpPr>
          <p:grpSpPr>
            <a:xfrm>
              <a:off x="3254913" y="1739175"/>
              <a:ext cx="1011000" cy="930000"/>
              <a:chOff x="3173876" y="1739175"/>
              <a:chExt cx="1011000" cy="930000"/>
            </a:xfrm>
          </p:grpSpPr>
          <p:sp>
            <p:nvSpPr>
              <p:cNvPr id="1319" name="Google Shape;1319;p106"/>
              <p:cNvSpPr/>
              <p:nvPr/>
            </p:nvSpPr>
            <p:spPr>
              <a:xfrm>
                <a:off x="3214375" y="1739175"/>
                <a:ext cx="930000" cy="930000"/>
              </a:xfrm>
              <a:prstGeom prst="rect">
                <a:avLst/>
              </a:prstGeom>
              <a:solidFill>
                <a:schemeClr val="lt1"/>
              </a:solidFill>
              <a:ln w="2857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0" name="Google Shape;1320;p106"/>
              <p:cNvSpPr txBox="1"/>
              <p:nvPr/>
            </p:nvSpPr>
            <p:spPr>
              <a:xfrm>
                <a:off x="3173876" y="1870425"/>
                <a:ext cx="1011000" cy="66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500">
                    <a:solidFill>
                      <a:schemeClr val="accent1"/>
                    </a:solidFill>
                    <a:latin typeface="Vidaloka"/>
                    <a:ea typeface="Vidaloka"/>
                    <a:cs typeface="Vidaloka"/>
                    <a:sym typeface="Vidaloka"/>
                  </a:rPr>
                  <a:t>01</a:t>
                </a:r>
                <a:endParaRPr sz="3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endParaRPr>
              </a:p>
            </p:txBody>
          </p:sp>
        </p:grpSp>
        <p:grpSp>
          <p:nvGrpSpPr>
            <p:cNvPr id="1321" name="Google Shape;1321;p106"/>
            <p:cNvGrpSpPr/>
            <p:nvPr/>
          </p:nvGrpSpPr>
          <p:grpSpPr>
            <a:xfrm>
              <a:off x="5202188" y="1739175"/>
              <a:ext cx="1011000" cy="930000"/>
              <a:chOff x="5121151" y="1739175"/>
              <a:chExt cx="1011000" cy="930000"/>
            </a:xfrm>
          </p:grpSpPr>
          <p:sp>
            <p:nvSpPr>
              <p:cNvPr id="1322" name="Google Shape;1322;p106"/>
              <p:cNvSpPr/>
              <p:nvPr/>
            </p:nvSpPr>
            <p:spPr>
              <a:xfrm>
                <a:off x="5161644" y="1739175"/>
                <a:ext cx="930000" cy="930000"/>
              </a:xfrm>
              <a:prstGeom prst="rect">
                <a:avLst/>
              </a:prstGeom>
              <a:solidFill>
                <a:schemeClr val="lt1"/>
              </a:solidFill>
              <a:ln w="2857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3" name="Google Shape;1323;p106"/>
              <p:cNvSpPr txBox="1"/>
              <p:nvPr/>
            </p:nvSpPr>
            <p:spPr>
              <a:xfrm>
                <a:off x="5121151" y="1870425"/>
                <a:ext cx="1011000" cy="66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500">
                    <a:solidFill>
                      <a:schemeClr val="accent1"/>
                    </a:solidFill>
                    <a:latin typeface="Vidaloka"/>
                    <a:ea typeface="Vidaloka"/>
                    <a:cs typeface="Vidaloka"/>
                    <a:sym typeface="Vidaloka"/>
                  </a:rPr>
                  <a:t>02</a:t>
                </a:r>
                <a:endParaRPr sz="3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endParaRPr>
              </a:p>
            </p:txBody>
          </p:sp>
        </p:grpSp>
        <p:grpSp>
          <p:nvGrpSpPr>
            <p:cNvPr id="1324" name="Google Shape;1324;p106"/>
            <p:cNvGrpSpPr/>
            <p:nvPr/>
          </p:nvGrpSpPr>
          <p:grpSpPr>
            <a:xfrm>
              <a:off x="3254913" y="3306020"/>
              <a:ext cx="1011000" cy="930000"/>
              <a:chOff x="3173876" y="3306020"/>
              <a:chExt cx="1011000" cy="930000"/>
            </a:xfrm>
          </p:grpSpPr>
          <p:sp>
            <p:nvSpPr>
              <p:cNvPr id="1325" name="Google Shape;1325;p106"/>
              <p:cNvSpPr/>
              <p:nvPr/>
            </p:nvSpPr>
            <p:spPr>
              <a:xfrm>
                <a:off x="3214375" y="3306020"/>
                <a:ext cx="930000" cy="930000"/>
              </a:xfrm>
              <a:prstGeom prst="rect">
                <a:avLst/>
              </a:prstGeom>
              <a:solidFill>
                <a:schemeClr val="lt1"/>
              </a:solidFill>
              <a:ln w="2857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6" name="Google Shape;1326;p106"/>
              <p:cNvSpPr txBox="1"/>
              <p:nvPr/>
            </p:nvSpPr>
            <p:spPr>
              <a:xfrm>
                <a:off x="3173876" y="3437275"/>
                <a:ext cx="1011000" cy="66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500">
                    <a:solidFill>
                      <a:schemeClr val="accent1"/>
                    </a:solidFill>
                    <a:latin typeface="Vidaloka"/>
                    <a:ea typeface="Vidaloka"/>
                    <a:cs typeface="Vidaloka"/>
                    <a:sym typeface="Vidaloka"/>
                  </a:rPr>
                  <a:t>03</a:t>
                </a:r>
                <a:endParaRPr sz="3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endParaRPr>
              </a:p>
            </p:txBody>
          </p:sp>
        </p:grpSp>
        <p:grpSp>
          <p:nvGrpSpPr>
            <p:cNvPr id="1327" name="Google Shape;1327;p106"/>
            <p:cNvGrpSpPr/>
            <p:nvPr/>
          </p:nvGrpSpPr>
          <p:grpSpPr>
            <a:xfrm>
              <a:off x="5202188" y="3306020"/>
              <a:ext cx="1011000" cy="930000"/>
              <a:chOff x="5121151" y="3306020"/>
              <a:chExt cx="1011000" cy="930000"/>
            </a:xfrm>
          </p:grpSpPr>
          <p:sp>
            <p:nvSpPr>
              <p:cNvPr id="1328" name="Google Shape;1328;p106"/>
              <p:cNvSpPr/>
              <p:nvPr/>
            </p:nvSpPr>
            <p:spPr>
              <a:xfrm>
                <a:off x="5161644" y="3306020"/>
                <a:ext cx="930000" cy="930000"/>
              </a:xfrm>
              <a:prstGeom prst="rect">
                <a:avLst/>
              </a:prstGeom>
              <a:solidFill>
                <a:schemeClr val="lt1"/>
              </a:solidFill>
              <a:ln w="2857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29" name="Google Shape;1329;p106"/>
              <p:cNvSpPr txBox="1"/>
              <p:nvPr/>
            </p:nvSpPr>
            <p:spPr>
              <a:xfrm>
                <a:off x="5121151" y="3437275"/>
                <a:ext cx="1011000" cy="66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3500">
                    <a:solidFill>
                      <a:schemeClr val="accent1"/>
                    </a:solidFill>
                    <a:latin typeface="Vidaloka"/>
                    <a:ea typeface="Vidaloka"/>
                    <a:cs typeface="Vidaloka"/>
                    <a:sym typeface="Vidaloka"/>
                  </a:rPr>
                  <a:t>04</a:t>
                </a:r>
                <a:endParaRPr sz="3500">
                  <a:solidFill>
                    <a:schemeClr val="accent1"/>
                  </a:solidFill>
                  <a:latin typeface="Vidaloka"/>
                  <a:ea typeface="Vidaloka"/>
                  <a:cs typeface="Vidaloka"/>
                  <a:sym typeface="Vidaloka"/>
                </a:endParaRPr>
              </a:p>
            </p:txBody>
          </p:sp>
        </p:grp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10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This is an infographic</a:t>
            </a:r>
            <a:endParaRPr lang="en-GB"/>
          </a:p>
        </p:txBody>
      </p:sp>
      <p:sp>
        <p:nvSpPr>
          <p:cNvPr id="1335" name="Google Shape;1335;p107"/>
          <p:cNvSpPr/>
          <p:nvPr/>
        </p:nvSpPr>
        <p:spPr>
          <a:xfrm>
            <a:off x="736586" y="2473806"/>
            <a:ext cx="1627800" cy="752400"/>
          </a:xfrm>
          <a:prstGeom prst="roundRect">
            <a:avLst>
              <a:gd name="adj" fmla="val 0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6" name="Google Shape;1336;p107"/>
          <p:cNvSpPr txBox="1"/>
          <p:nvPr>
            <p:ph type="title" idx="4294967295"/>
          </p:nvPr>
        </p:nvSpPr>
        <p:spPr>
          <a:xfrm>
            <a:off x="3790530" y="1006131"/>
            <a:ext cx="2690100" cy="4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</a:rPr>
              <a:t>Mercury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337" name="Google Shape;1337;p107"/>
          <p:cNvSpPr txBox="1"/>
          <p:nvPr>
            <p:ph type="subTitle" idx="4294967295"/>
          </p:nvPr>
        </p:nvSpPr>
        <p:spPr>
          <a:xfrm>
            <a:off x="3790530" y="1480781"/>
            <a:ext cx="2690100" cy="5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Mercury is </a:t>
            </a:r>
            <a:r>
              <a:rPr lang="en-GB" sz="1400">
                <a:solidFill>
                  <a:schemeClr val="dk1"/>
                </a:solidFill>
              </a:rPr>
              <a:t>the closest planet to the Sun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338" name="Google Shape;1338;p107"/>
          <p:cNvSpPr txBox="1"/>
          <p:nvPr>
            <p:ph type="title" idx="4294967295"/>
          </p:nvPr>
        </p:nvSpPr>
        <p:spPr>
          <a:xfrm>
            <a:off x="3790530" y="3569331"/>
            <a:ext cx="2690100" cy="4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</a:rPr>
              <a:t>Mars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339" name="Google Shape;1339;p107"/>
          <p:cNvSpPr txBox="1"/>
          <p:nvPr>
            <p:ph type="subTitle" idx="4294967295"/>
          </p:nvPr>
        </p:nvSpPr>
        <p:spPr>
          <a:xfrm>
            <a:off x="3790530" y="4044205"/>
            <a:ext cx="2690100" cy="5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 panose="020B0604020202090204"/>
              <a:buNone/>
            </a:pPr>
            <a:r>
              <a:rPr lang="en-GB" sz="1400">
                <a:solidFill>
                  <a:schemeClr val="dk1"/>
                </a:solidFill>
              </a:rPr>
              <a:t>Despite being red, Mars is actually a cold place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340" name="Google Shape;1340;p107"/>
          <p:cNvSpPr txBox="1"/>
          <p:nvPr>
            <p:ph type="title" idx="4294967295"/>
          </p:nvPr>
        </p:nvSpPr>
        <p:spPr>
          <a:xfrm>
            <a:off x="3790530" y="2287826"/>
            <a:ext cx="2690100" cy="4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</a:rPr>
              <a:t>Venus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341" name="Google Shape;1341;p107"/>
          <p:cNvSpPr txBox="1"/>
          <p:nvPr>
            <p:ph type="subTitle" idx="4294967295"/>
          </p:nvPr>
        </p:nvSpPr>
        <p:spPr>
          <a:xfrm>
            <a:off x="3790530" y="2762493"/>
            <a:ext cx="2690100" cy="5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Venus is the second planet from the Sun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342" name="Google Shape;1342;p107"/>
          <p:cNvSpPr txBox="1"/>
          <p:nvPr>
            <p:ph type="title" idx="4294967295"/>
          </p:nvPr>
        </p:nvSpPr>
        <p:spPr>
          <a:xfrm>
            <a:off x="906836" y="2577306"/>
            <a:ext cx="128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Idea</a:t>
            </a:r>
            <a:endParaRPr sz="2400"/>
          </a:p>
        </p:txBody>
      </p:sp>
      <p:grpSp>
        <p:nvGrpSpPr>
          <p:cNvPr id="1343" name="Google Shape;1343;p107"/>
          <p:cNvGrpSpPr/>
          <p:nvPr/>
        </p:nvGrpSpPr>
        <p:grpSpPr>
          <a:xfrm>
            <a:off x="3108881" y="1384750"/>
            <a:ext cx="367261" cy="366364"/>
            <a:chOff x="-64410850" y="4094450"/>
            <a:chExt cx="317425" cy="316650"/>
          </a:xfrm>
        </p:grpSpPr>
        <p:sp>
          <p:nvSpPr>
            <p:cNvPr id="1344" name="Google Shape;1344;p107"/>
            <p:cNvSpPr/>
            <p:nvPr/>
          </p:nvSpPr>
          <p:spPr>
            <a:xfrm>
              <a:off x="-64410850" y="4348850"/>
              <a:ext cx="317425" cy="62250"/>
            </a:xfrm>
            <a:custGeom>
              <a:avLst/>
              <a:gdLst/>
              <a:ahLst/>
              <a:cxnLst/>
              <a:rect l="l" t="t" r="r" b="b"/>
              <a:pathLst>
                <a:path w="12697" h="2490" extrusionOk="0">
                  <a:moveTo>
                    <a:pt x="3403" y="0"/>
                  </a:moveTo>
                  <a:cubicBezTo>
                    <a:pt x="2741" y="0"/>
                    <a:pt x="2206" y="536"/>
                    <a:pt x="2206" y="1229"/>
                  </a:cubicBezTo>
                  <a:lnTo>
                    <a:pt x="2206" y="1639"/>
                  </a:lnTo>
                  <a:lnTo>
                    <a:pt x="410" y="1639"/>
                  </a:lnTo>
                  <a:cubicBezTo>
                    <a:pt x="189" y="1639"/>
                    <a:pt x="0" y="1859"/>
                    <a:pt x="0" y="2048"/>
                  </a:cubicBezTo>
                  <a:cubicBezTo>
                    <a:pt x="0" y="2269"/>
                    <a:pt x="189" y="2489"/>
                    <a:pt x="410" y="2489"/>
                  </a:cubicBezTo>
                  <a:lnTo>
                    <a:pt x="12287" y="2489"/>
                  </a:lnTo>
                  <a:cubicBezTo>
                    <a:pt x="12508" y="2489"/>
                    <a:pt x="12697" y="2269"/>
                    <a:pt x="12697" y="2048"/>
                  </a:cubicBezTo>
                  <a:cubicBezTo>
                    <a:pt x="12634" y="1859"/>
                    <a:pt x="12445" y="1639"/>
                    <a:pt x="12193" y="1639"/>
                  </a:cubicBezTo>
                  <a:lnTo>
                    <a:pt x="10429" y="1639"/>
                  </a:lnTo>
                  <a:lnTo>
                    <a:pt x="10429" y="1229"/>
                  </a:lnTo>
                  <a:cubicBezTo>
                    <a:pt x="10429" y="536"/>
                    <a:pt x="9861" y="0"/>
                    <a:pt x="9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5" name="Google Shape;1345;p107"/>
            <p:cNvSpPr/>
            <p:nvPr/>
          </p:nvSpPr>
          <p:spPr>
            <a:xfrm>
              <a:off x="-64315550" y="4094450"/>
              <a:ext cx="122100" cy="192200"/>
            </a:xfrm>
            <a:custGeom>
              <a:avLst/>
              <a:gdLst/>
              <a:ahLst/>
              <a:cxnLst/>
              <a:rect l="l" t="t" r="r" b="b"/>
              <a:pathLst>
                <a:path w="4884" h="7688" extrusionOk="0">
                  <a:moveTo>
                    <a:pt x="2489" y="0"/>
                  </a:moveTo>
                  <a:cubicBezTo>
                    <a:pt x="2269" y="0"/>
                    <a:pt x="2080" y="189"/>
                    <a:pt x="2080" y="410"/>
                  </a:cubicBezTo>
                  <a:lnTo>
                    <a:pt x="2080" y="819"/>
                  </a:lnTo>
                  <a:lnTo>
                    <a:pt x="1639" y="819"/>
                  </a:lnTo>
                  <a:cubicBezTo>
                    <a:pt x="1418" y="819"/>
                    <a:pt x="1261" y="1040"/>
                    <a:pt x="1261" y="1229"/>
                  </a:cubicBezTo>
                  <a:cubicBezTo>
                    <a:pt x="1261" y="1450"/>
                    <a:pt x="1450" y="1670"/>
                    <a:pt x="1639" y="1670"/>
                  </a:cubicBezTo>
                  <a:lnTo>
                    <a:pt x="2080" y="1670"/>
                  </a:lnTo>
                  <a:lnTo>
                    <a:pt x="2080" y="2489"/>
                  </a:lnTo>
                  <a:lnTo>
                    <a:pt x="1481" y="2489"/>
                  </a:lnTo>
                  <a:cubicBezTo>
                    <a:pt x="820" y="2489"/>
                    <a:pt x="347" y="3151"/>
                    <a:pt x="599" y="3781"/>
                  </a:cubicBezTo>
                  <a:cubicBezTo>
                    <a:pt x="662" y="3970"/>
                    <a:pt x="694" y="4222"/>
                    <a:pt x="788" y="4411"/>
                  </a:cubicBezTo>
                  <a:lnTo>
                    <a:pt x="473" y="4411"/>
                  </a:lnTo>
                  <a:cubicBezTo>
                    <a:pt x="221" y="4411"/>
                    <a:pt x="63" y="4632"/>
                    <a:pt x="63" y="4821"/>
                  </a:cubicBezTo>
                  <a:cubicBezTo>
                    <a:pt x="0" y="5010"/>
                    <a:pt x="158" y="5199"/>
                    <a:pt x="379" y="5199"/>
                  </a:cubicBezTo>
                  <a:lnTo>
                    <a:pt x="820" y="5199"/>
                  </a:lnTo>
                  <a:cubicBezTo>
                    <a:pt x="851" y="6081"/>
                    <a:pt x="694" y="6900"/>
                    <a:pt x="316" y="7687"/>
                  </a:cubicBezTo>
                  <a:lnTo>
                    <a:pt x="4569" y="7687"/>
                  </a:lnTo>
                  <a:cubicBezTo>
                    <a:pt x="4159" y="6900"/>
                    <a:pt x="4002" y="6081"/>
                    <a:pt x="4065" y="5199"/>
                  </a:cubicBezTo>
                  <a:lnTo>
                    <a:pt x="4474" y="5199"/>
                  </a:lnTo>
                  <a:cubicBezTo>
                    <a:pt x="4726" y="5199"/>
                    <a:pt x="4884" y="5010"/>
                    <a:pt x="4884" y="4821"/>
                  </a:cubicBezTo>
                  <a:cubicBezTo>
                    <a:pt x="4884" y="4568"/>
                    <a:pt x="4695" y="4411"/>
                    <a:pt x="4474" y="4411"/>
                  </a:cubicBezTo>
                  <a:lnTo>
                    <a:pt x="4159" y="4411"/>
                  </a:lnTo>
                  <a:cubicBezTo>
                    <a:pt x="4222" y="4222"/>
                    <a:pt x="4285" y="3970"/>
                    <a:pt x="4380" y="3781"/>
                  </a:cubicBezTo>
                  <a:cubicBezTo>
                    <a:pt x="4600" y="3151"/>
                    <a:pt x="4128" y="2489"/>
                    <a:pt x="3466" y="2489"/>
                  </a:cubicBezTo>
                  <a:lnTo>
                    <a:pt x="2867" y="2489"/>
                  </a:lnTo>
                  <a:lnTo>
                    <a:pt x="2867" y="1670"/>
                  </a:lnTo>
                  <a:lnTo>
                    <a:pt x="3309" y="1670"/>
                  </a:lnTo>
                  <a:cubicBezTo>
                    <a:pt x="3561" y="1670"/>
                    <a:pt x="3687" y="1450"/>
                    <a:pt x="3687" y="1229"/>
                  </a:cubicBezTo>
                  <a:cubicBezTo>
                    <a:pt x="3687" y="977"/>
                    <a:pt x="3498" y="819"/>
                    <a:pt x="3309" y="819"/>
                  </a:cubicBezTo>
                  <a:lnTo>
                    <a:pt x="2867" y="819"/>
                  </a:lnTo>
                  <a:lnTo>
                    <a:pt x="2867" y="410"/>
                  </a:lnTo>
                  <a:cubicBezTo>
                    <a:pt x="2867" y="158"/>
                    <a:pt x="2678" y="0"/>
                    <a:pt x="2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6" name="Google Shape;1346;p107"/>
            <p:cNvSpPr/>
            <p:nvPr/>
          </p:nvSpPr>
          <p:spPr>
            <a:xfrm>
              <a:off x="-64335250" y="4307100"/>
              <a:ext cx="161500" cy="21300"/>
            </a:xfrm>
            <a:custGeom>
              <a:avLst/>
              <a:gdLst/>
              <a:ahLst/>
              <a:cxnLst/>
              <a:rect l="l" t="t" r="r" b="b"/>
              <a:pathLst>
                <a:path w="6460" h="852" extrusionOk="0">
                  <a:moveTo>
                    <a:pt x="1167" y="1"/>
                  </a:moveTo>
                  <a:cubicBezTo>
                    <a:pt x="631" y="1"/>
                    <a:pt x="190" y="379"/>
                    <a:pt x="1" y="851"/>
                  </a:cubicBezTo>
                  <a:lnTo>
                    <a:pt x="6459" y="851"/>
                  </a:lnTo>
                  <a:cubicBezTo>
                    <a:pt x="6302" y="379"/>
                    <a:pt x="5861" y="1"/>
                    <a:pt x="53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47" name="Google Shape;1347;p107"/>
          <p:cNvGrpSpPr/>
          <p:nvPr/>
        </p:nvGrpSpPr>
        <p:grpSpPr>
          <a:xfrm>
            <a:off x="3109329" y="2666883"/>
            <a:ext cx="366364" cy="366248"/>
            <a:chOff x="-60255350" y="3733825"/>
            <a:chExt cx="316650" cy="316550"/>
          </a:xfrm>
        </p:grpSpPr>
        <p:sp>
          <p:nvSpPr>
            <p:cNvPr id="1348" name="Google Shape;1348;p107"/>
            <p:cNvSpPr/>
            <p:nvPr/>
          </p:nvSpPr>
          <p:spPr>
            <a:xfrm>
              <a:off x="-60218325" y="3733825"/>
              <a:ext cx="235525" cy="316550"/>
            </a:xfrm>
            <a:custGeom>
              <a:avLst/>
              <a:gdLst/>
              <a:ahLst/>
              <a:cxnLst/>
              <a:rect l="l" t="t" r="r" b="b"/>
              <a:pathLst>
                <a:path w="9421" h="12662" extrusionOk="0">
                  <a:moveTo>
                    <a:pt x="4821" y="1666"/>
                  </a:moveTo>
                  <a:cubicBezTo>
                    <a:pt x="5073" y="1666"/>
                    <a:pt x="5262" y="1886"/>
                    <a:pt x="5262" y="2075"/>
                  </a:cubicBezTo>
                  <a:lnTo>
                    <a:pt x="5262" y="2359"/>
                  </a:lnTo>
                  <a:cubicBezTo>
                    <a:pt x="5734" y="2485"/>
                    <a:pt x="6081" y="2989"/>
                    <a:pt x="6081" y="3525"/>
                  </a:cubicBezTo>
                  <a:cubicBezTo>
                    <a:pt x="6081" y="3777"/>
                    <a:pt x="5892" y="3934"/>
                    <a:pt x="5640" y="3934"/>
                  </a:cubicBezTo>
                  <a:cubicBezTo>
                    <a:pt x="5419" y="3934"/>
                    <a:pt x="5262" y="3714"/>
                    <a:pt x="5262" y="3525"/>
                  </a:cubicBezTo>
                  <a:cubicBezTo>
                    <a:pt x="5262" y="3273"/>
                    <a:pt x="5073" y="3084"/>
                    <a:pt x="4821" y="3084"/>
                  </a:cubicBezTo>
                  <a:cubicBezTo>
                    <a:pt x="4569" y="3084"/>
                    <a:pt x="4411" y="3273"/>
                    <a:pt x="4411" y="3525"/>
                  </a:cubicBezTo>
                  <a:cubicBezTo>
                    <a:pt x="4411" y="3777"/>
                    <a:pt x="4789" y="3997"/>
                    <a:pt x="5104" y="4249"/>
                  </a:cubicBezTo>
                  <a:cubicBezTo>
                    <a:pt x="5514" y="4564"/>
                    <a:pt x="6081" y="4942"/>
                    <a:pt x="6081" y="5604"/>
                  </a:cubicBezTo>
                  <a:cubicBezTo>
                    <a:pt x="6081" y="6171"/>
                    <a:pt x="5734" y="6612"/>
                    <a:pt x="5262" y="6801"/>
                  </a:cubicBezTo>
                  <a:lnTo>
                    <a:pt x="5262" y="7085"/>
                  </a:lnTo>
                  <a:cubicBezTo>
                    <a:pt x="5262" y="7305"/>
                    <a:pt x="5041" y="7463"/>
                    <a:pt x="4821" y="7463"/>
                  </a:cubicBezTo>
                  <a:cubicBezTo>
                    <a:pt x="4569" y="7463"/>
                    <a:pt x="4411" y="7274"/>
                    <a:pt x="4411" y="7085"/>
                  </a:cubicBezTo>
                  <a:lnTo>
                    <a:pt x="4411" y="6801"/>
                  </a:lnTo>
                  <a:cubicBezTo>
                    <a:pt x="3938" y="6644"/>
                    <a:pt x="3592" y="6171"/>
                    <a:pt x="3592" y="5604"/>
                  </a:cubicBezTo>
                  <a:cubicBezTo>
                    <a:pt x="3592" y="5383"/>
                    <a:pt x="3781" y="5194"/>
                    <a:pt x="4033" y="5194"/>
                  </a:cubicBezTo>
                  <a:cubicBezTo>
                    <a:pt x="4253" y="5194"/>
                    <a:pt x="4411" y="5383"/>
                    <a:pt x="4411" y="5604"/>
                  </a:cubicBezTo>
                  <a:cubicBezTo>
                    <a:pt x="4411" y="5856"/>
                    <a:pt x="4632" y="6014"/>
                    <a:pt x="4821" y="6014"/>
                  </a:cubicBezTo>
                  <a:cubicBezTo>
                    <a:pt x="5041" y="6014"/>
                    <a:pt x="5262" y="5824"/>
                    <a:pt x="5262" y="5604"/>
                  </a:cubicBezTo>
                  <a:cubicBezTo>
                    <a:pt x="5262" y="5383"/>
                    <a:pt x="4947" y="5131"/>
                    <a:pt x="4569" y="4911"/>
                  </a:cubicBezTo>
                  <a:cubicBezTo>
                    <a:pt x="4159" y="4596"/>
                    <a:pt x="3592" y="4186"/>
                    <a:pt x="3592" y="3525"/>
                  </a:cubicBezTo>
                  <a:cubicBezTo>
                    <a:pt x="3592" y="2989"/>
                    <a:pt x="3938" y="2548"/>
                    <a:pt x="4411" y="2359"/>
                  </a:cubicBezTo>
                  <a:lnTo>
                    <a:pt x="4411" y="2075"/>
                  </a:lnTo>
                  <a:cubicBezTo>
                    <a:pt x="4411" y="1823"/>
                    <a:pt x="4632" y="1666"/>
                    <a:pt x="4821" y="1666"/>
                  </a:cubicBezTo>
                  <a:close/>
                  <a:moveTo>
                    <a:pt x="6081" y="9385"/>
                  </a:moveTo>
                  <a:lnTo>
                    <a:pt x="6081" y="10235"/>
                  </a:lnTo>
                  <a:lnTo>
                    <a:pt x="3592" y="10235"/>
                  </a:lnTo>
                  <a:lnTo>
                    <a:pt x="3592" y="9385"/>
                  </a:lnTo>
                  <a:close/>
                  <a:moveTo>
                    <a:pt x="4801" y="0"/>
                  </a:moveTo>
                  <a:cubicBezTo>
                    <a:pt x="4498" y="0"/>
                    <a:pt x="4188" y="29"/>
                    <a:pt x="3875" y="91"/>
                  </a:cubicBezTo>
                  <a:cubicBezTo>
                    <a:pt x="2111" y="500"/>
                    <a:pt x="693" y="1949"/>
                    <a:pt x="378" y="3714"/>
                  </a:cubicBezTo>
                  <a:cubicBezTo>
                    <a:pt x="0" y="5698"/>
                    <a:pt x="1008" y="7652"/>
                    <a:pt x="2773" y="8565"/>
                  </a:cubicBezTo>
                  <a:lnTo>
                    <a:pt x="2773" y="10582"/>
                  </a:lnTo>
                  <a:cubicBezTo>
                    <a:pt x="2773" y="11716"/>
                    <a:pt x="3718" y="12661"/>
                    <a:pt x="4852" y="12661"/>
                  </a:cubicBezTo>
                  <a:cubicBezTo>
                    <a:pt x="5986" y="12661"/>
                    <a:pt x="6963" y="11716"/>
                    <a:pt x="6963" y="10582"/>
                  </a:cubicBezTo>
                  <a:lnTo>
                    <a:pt x="6963" y="8565"/>
                  </a:lnTo>
                  <a:cubicBezTo>
                    <a:pt x="8444" y="7778"/>
                    <a:pt x="9420" y="6234"/>
                    <a:pt x="9420" y="4501"/>
                  </a:cubicBezTo>
                  <a:cubicBezTo>
                    <a:pt x="9392" y="2000"/>
                    <a:pt x="7308" y="0"/>
                    <a:pt x="48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9" name="Google Shape;1349;p107"/>
            <p:cNvSpPr/>
            <p:nvPr/>
          </p:nvSpPr>
          <p:spPr>
            <a:xfrm>
              <a:off x="-60255350" y="3844775"/>
              <a:ext cx="34675" cy="20500"/>
            </a:xfrm>
            <a:custGeom>
              <a:avLst/>
              <a:gdLst/>
              <a:ahLst/>
              <a:cxnLst/>
              <a:rect l="l" t="t" r="r" b="b"/>
              <a:pathLst>
                <a:path w="1387" h="820" extrusionOk="0">
                  <a:moveTo>
                    <a:pt x="379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630"/>
                    <a:pt x="190" y="819"/>
                    <a:pt x="379" y="819"/>
                  </a:cubicBezTo>
                  <a:lnTo>
                    <a:pt x="946" y="819"/>
                  </a:lnTo>
                  <a:cubicBezTo>
                    <a:pt x="1166" y="819"/>
                    <a:pt x="1387" y="630"/>
                    <a:pt x="1387" y="378"/>
                  </a:cubicBezTo>
                  <a:cubicBezTo>
                    <a:pt x="1387" y="158"/>
                    <a:pt x="1166" y="0"/>
                    <a:pt x="9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0" name="Google Shape;1350;p107"/>
            <p:cNvSpPr/>
            <p:nvPr/>
          </p:nvSpPr>
          <p:spPr>
            <a:xfrm>
              <a:off x="-59974175" y="3844775"/>
              <a:ext cx="35475" cy="20500"/>
            </a:xfrm>
            <a:custGeom>
              <a:avLst/>
              <a:gdLst/>
              <a:ahLst/>
              <a:cxnLst/>
              <a:rect l="l" t="t" r="r" b="b"/>
              <a:pathLst>
                <a:path w="1419" h="820" extrusionOk="0">
                  <a:moveTo>
                    <a:pt x="442" y="0"/>
                  </a:moveTo>
                  <a:cubicBezTo>
                    <a:pt x="221" y="0"/>
                    <a:pt x="1" y="189"/>
                    <a:pt x="1" y="378"/>
                  </a:cubicBezTo>
                  <a:cubicBezTo>
                    <a:pt x="1" y="630"/>
                    <a:pt x="221" y="819"/>
                    <a:pt x="442" y="819"/>
                  </a:cubicBezTo>
                  <a:lnTo>
                    <a:pt x="1009" y="819"/>
                  </a:lnTo>
                  <a:cubicBezTo>
                    <a:pt x="1230" y="819"/>
                    <a:pt x="1387" y="630"/>
                    <a:pt x="1387" y="378"/>
                  </a:cubicBezTo>
                  <a:cubicBezTo>
                    <a:pt x="1419" y="158"/>
                    <a:pt x="1230" y="0"/>
                    <a:pt x="10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1" name="Google Shape;1351;p107"/>
            <p:cNvSpPr/>
            <p:nvPr/>
          </p:nvSpPr>
          <p:spPr>
            <a:xfrm>
              <a:off x="-60212825" y="3939475"/>
              <a:ext cx="32325" cy="30350"/>
            </a:xfrm>
            <a:custGeom>
              <a:avLst/>
              <a:gdLst/>
              <a:ahLst/>
              <a:cxnLst/>
              <a:rect l="l" t="t" r="r" b="b"/>
              <a:pathLst>
                <a:path w="1293" h="1214" extrusionOk="0">
                  <a:moveTo>
                    <a:pt x="836" y="1"/>
                  </a:moveTo>
                  <a:cubicBezTo>
                    <a:pt x="725" y="1"/>
                    <a:pt x="615" y="40"/>
                    <a:pt x="536" y="119"/>
                  </a:cubicBezTo>
                  <a:lnTo>
                    <a:pt x="158" y="497"/>
                  </a:lnTo>
                  <a:cubicBezTo>
                    <a:pt x="1" y="654"/>
                    <a:pt x="1" y="938"/>
                    <a:pt x="158" y="1096"/>
                  </a:cubicBezTo>
                  <a:cubicBezTo>
                    <a:pt x="237" y="1174"/>
                    <a:pt x="340" y="1214"/>
                    <a:pt x="442" y="1214"/>
                  </a:cubicBezTo>
                  <a:cubicBezTo>
                    <a:pt x="544" y="1214"/>
                    <a:pt x="647" y="1174"/>
                    <a:pt x="725" y="1096"/>
                  </a:cubicBezTo>
                  <a:lnTo>
                    <a:pt x="1135" y="686"/>
                  </a:lnTo>
                  <a:cubicBezTo>
                    <a:pt x="1293" y="528"/>
                    <a:pt x="1293" y="245"/>
                    <a:pt x="1135" y="119"/>
                  </a:cubicBezTo>
                  <a:cubicBezTo>
                    <a:pt x="1056" y="40"/>
                    <a:pt x="946" y="1"/>
                    <a:pt x="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2" name="Google Shape;1352;p107"/>
            <p:cNvSpPr/>
            <p:nvPr/>
          </p:nvSpPr>
          <p:spPr>
            <a:xfrm>
              <a:off x="-60012750" y="3739425"/>
              <a:ext cx="32300" cy="30350"/>
            </a:xfrm>
            <a:custGeom>
              <a:avLst/>
              <a:gdLst/>
              <a:ahLst/>
              <a:cxnLst/>
              <a:rect l="l" t="t" r="r" b="b"/>
              <a:pathLst>
                <a:path w="1292" h="1214" extrusionOk="0">
                  <a:moveTo>
                    <a:pt x="835" y="1"/>
                  </a:moveTo>
                  <a:cubicBezTo>
                    <a:pt x="725" y="1"/>
                    <a:pt x="614" y="40"/>
                    <a:pt x="536" y="119"/>
                  </a:cubicBezTo>
                  <a:lnTo>
                    <a:pt x="126" y="497"/>
                  </a:lnTo>
                  <a:cubicBezTo>
                    <a:pt x="0" y="654"/>
                    <a:pt x="0" y="938"/>
                    <a:pt x="126" y="1095"/>
                  </a:cubicBezTo>
                  <a:cubicBezTo>
                    <a:pt x="205" y="1174"/>
                    <a:pt x="315" y="1213"/>
                    <a:pt x="425" y="1213"/>
                  </a:cubicBezTo>
                  <a:cubicBezTo>
                    <a:pt x="536" y="1213"/>
                    <a:pt x="646" y="1174"/>
                    <a:pt x="725" y="1095"/>
                  </a:cubicBezTo>
                  <a:lnTo>
                    <a:pt x="1134" y="686"/>
                  </a:lnTo>
                  <a:cubicBezTo>
                    <a:pt x="1292" y="560"/>
                    <a:pt x="1292" y="276"/>
                    <a:pt x="1134" y="119"/>
                  </a:cubicBezTo>
                  <a:cubicBezTo>
                    <a:pt x="1056" y="40"/>
                    <a:pt x="945" y="1"/>
                    <a:pt x="8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3" name="Google Shape;1353;p107"/>
            <p:cNvSpPr/>
            <p:nvPr/>
          </p:nvSpPr>
          <p:spPr>
            <a:xfrm>
              <a:off x="-60012750" y="3939475"/>
              <a:ext cx="32300" cy="30350"/>
            </a:xfrm>
            <a:custGeom>
              <a:avLst/>
              <a:gdLst/>
              <a:ahLst/>
              <a:cxnLst/>
              <a:rect l="l" t="t" r="r" b="b"/>
              <a:pathLst>
                <a:path w="1292" h="1214" extrusionOk="0">
                  <a:moveTo>
                    <a:pt x="425" y="1"/>
                  </a:moveTo>
                  <a:cubicBezTo>
                    <a:pt x="315" y="1"/>
                    <a:pt x="205" y="40"/>
                    <a:pt x="126" y="119"/>
                  </a:cubicBezTo>
                  <a:cubicBezTo>
                    <a:pt x="0" y="245"/>
                    <a:pt x="0" y="528"/>
                    <a:pt x="126" y="686"/>
                  </a:cubicBezTo>
                  <a:lnTo>
                    <a:pt x="536" y="1096"/>
                  </a:lnTo>
                  <a:cubicBezTo>
                    <a:pt x="614" y="1174"/>
                    <a:pt x="725" y="1214"/>
                    <a:pt x="835" y="1214"/>
                  </a:cubicBezTo>
                  <a:cubicBezTo>
                    <a:pt x="945" y="1214"/>
                    <a:pt x="1056" y="1174"/>
                    <a:pt x="1134" y="1096"/>
                  </a:cubicBezTo>
                  <a:cubicBezTo>
                    <a:pt x="1292" y="938"/>
                    <a:pt x="1292" y="654"/>
                    <a:pt x="1134" y="497"/>
                  </a:cubicBezTo>
                  <a:lnTo>
                    <a:pt x="725" y="119"/>
                  </a:lnTo>
                  <a:cubicBezTo>
                    <a:pt x="646" y="40"/>
                    <a:pt x="536" y="1"/>
                    <a:pt x="4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4" name="Google Shape;1354;p107"/>
            <p:cNvSpPr/>
            <p:nvPr/>
          </p:nvSpPr>
          <p:spPr>
            <a:xfrm>
              <a:off x="-60212825" y="3739425"/>
              <a:ext cx="32325" cy="30350"/>
            </a:xfrm>
            <a:custGeom>
              <a:avLst/>
              <a:gdLst/>
              <a:ahLst/>
              <a:cxnLst/>
              <a:rect l="l" t="t" r="r" b="b"/>
              <a:pathLst>
                <a:path w="1293" h="1214" extrusionOk="0">
                  <a:moveTo>
                    <a:pt x="442" y="1"/>
                  </a:moveTo>
                  <a:cubicBezTo>
                    <a:pt x="340" y="1"/>
                    <a:pt x="237" y="40"/>
                    <a:pt x="158" y="119"/>
                  </a:cubicBezTo>
                  <a:cubicBezTo>
                    <a:pt x="1" y="276"/>
                    <a:pt x="1" y="560"/>
                    <a:pt x="158" y="686"/>
                  </a:cubicBezTo>
                  <a:lnTo>
                    <a:pt x="536" y="1095"/>
                  </a:lnTo>
                  <a:cubicBezTo>
                    <a:pt x="615" y="1174"/>
                    <a:pt x="725" y="1213"/>
                    <a:pt x="836" y="1213"/>
                  </a:cubicBezTo>
                  <a:cubicBezTo>
                    <a:pt x="946" y="1213"/>
                    <a:pt x="1056" y="1174"/>
                    <a:pt x="1135" y="1095"/>
                  </a:cubicBezTo>
                  <a:cubicBezTo>
                    <a:pt x="1293" y="938"/>
                    <a:pt x="1293" y="654"/>
                    <a:pt x="1135" y="497"/>
                  </a:cubicBezTo>
                  <a:lnTo>
                    <a:pt x="725" y="119"/>
                  </a:lnTo>
                  <a:cubicBezTo>
                    <a:pt x="647" y="40"/>
                    <a:pt x="544" y="1"/>
                    <a:pt x="4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55" name="Google Shape;1355;p107"/>
          <p:cNvGrpSpPr/>
          <p:nvPr/>
        </p:nvGrpSpPr>
        <p:grpSpPr>
          <a:xfrm>
            <a:off x="3107955" y="3948896"/>
            <a:ext cx="369112" cy="364657"/>
            <a:chOff x="-59869425" y="4102225"/>
            <a:chExt cx="319025" cy="315175"/>
          </a:xfrm>
        </p:grpSpPr>
        <p:sp>
          <p:nvSpPr>
            <p:cNvPr id="1356" name="Google Shape;1356;p107"/>
            <p:cNvSpPr/>
            <p:nvPr/>
          </p:nvSpPr>
          <p:spPr>
            <a:xfrm>
              <a:off x="-59869425" y="4102225"/>
              <a:ext cx="149675" cy="256825"/>
            </a:xfrm>
            <a:custGeom>
              <a:avLst/>
              <a:gdLst/>
              <a:ahLst/>
              <a:cxnLst/>
              <a:rect l="l" t="t" r="r" b="b"/>
              <a:pathLst>
                <a:path w="5987" h="10273" extrusionOk="0">
                  <a:moveTo>
                    <a:pt x="5532" y="1"/>
                  </a:moveTo>
                  <a:cubicBezTo>
                    <a:pt x="5515" y="1"/>
                    <a:pt x="5499" y="2"/>
                    <a:pt x="5483" y="4"/>
                  </a:cubicBezTo>
                  <a:cubicBezTo>
                    <a:pt x="2364" y="445"/>
                    <a:pt x="1" y="3123"/>
                    <a:pt x="1" y="6274"/>
                  </a:cubicBezTo>
                  <a:cubicBezTo>
                    <a:pt x="1" y="7692"/>
                    <a:pt x="442" y="8983"/>
                    <a:pt x="1293" y="10086"/>
                  </a:cubicBezTo>
                  <a:cubicBezTo>
                    <a:pt x="1381" y="10209"/>
                    <a:pt x="1507" y="10273"/>
                    <a:pt x="1635" y="10273"/>
                  </a:cubicBezTo>
                  <a:cubicBezTo>
                    <a:pt x="1737" y="10273"/>
                    <a:pt x="1839" y="10233"/>
                    <a:pt x="1923" y="10149"/>
                  </a:cubicBezTo>
                  <a:lnTo>
                    <a:pt x="3719" y="8353"/>
                  </a:lnTo>
                  <a:cubicBezTo>
                    <a:pt x="3813" y="8259"/>
                    <a:pt x="3845" y="8007"/>
                    <a:pt x="3782" y="7849"/>
                  </a:cubicBezTo>
                  <a:cubicBezTo>
                    <a:pt x="3498" y="7376"/>
                    <a:pt x="3341" y="6809"/>
                    <a:pt x="3341" y="6274"/>
                  </a:cubicBezTo>
                  <a:cubicBezTo>
                    <a:pt x="3341" y="4888"/>
                    <a:pt x="4286" y="3659"/>
                    <a:pt x="5672" y="3312"/>
                  </a:cubicBezTo>
                  <a:cubicBezTo>
                    <a:pt x="5861" y="3281"/>
                    <a:pt x="5987" y="3123"/>
                    <a:pt x="5987" y="2934"/>
                  </a:cubicBezTo>
                  <a:lnTo>
                    <a:pt x="5987" y="414"/>
                  </a:lnTo>
                  <a:cubicBezTo>
                    <a:pt x="5958" y="180"/>
                    <a:pt x="5739" y="1"/>
                    <a:pt x="55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7" name="Google Shape;1357;p107"/>
            <p:cNvSpPr/>
            <p:nvPr/>
          </p:nvSpPr>
          <p:spPr>
            <a:xfrm>
              <a:off x="-59811125" y="4322075"/>
              <a:ext cx="201650" cy="95325"/>
            </a:xfrm>
            <a:custGeom>
              <a:avLst/>
              <a:gdLst/>
              <a:ahLst/>
              <a:cxnLst/>
              <a:rect l="l" t="t" r="r" b="b"/>
              <a:pathLst>
                <a:path w="8066" h="3813" extrusionOk="0">
                  <a:moveTo>
                    <a:pt x="5758" y="0"/>
                  </a:moveTo>
                  <a:cubicBezTo>
                    <a:pt x="5692" y="0"/>
                    <a:pt x="5629" y="11"/>
                    <a:pt x="5577" y="32"/>
                  </a:cubicBezTo>
                  <a:cubicBezTo>
                    <a:pt x="5091" y="339"/>
                    <a:pt x="4530" y="489"/>
                    <a:pt x="3972" y="489"/>
                  </a:cubicBezTo>
                  <a:cubicBezTo>
                    <a:pt x="3444" y="489"/>
                    <a:pt x="2917" y="355"/>
                    <a:pt x="2458" y="95"/>
                  </a:cubicBezTo>
                  <a:cubicBezTo>
                    <a:pt x="2389" y="53"/>
                    <a:pt x="2314" y="30"/>
                    <a:pt x="2239" y="30"/>
                  </a:cubicBezTo>
                  <a:cubicBezTo>
                    <a:pt x="2141" y="30"/>
                    <a:pt x="2042" y="69"/>
                    <a:pt x="1954" y="158"/>
                  </a:cubicBezTo>
                  <a:lnTo>
                    <a:pt x="189" y="1922"/>
                  </a:lnTo>
                  <a:cubicBezTo>
                    <a:pt x="0" y="2143"/>
                    <a:pt x="32" y="2395"/>
                    <a:pt x="221" y="2552"/>
                  </a:cubicBezTo>
                  <a:cubicBezTo>
                    <a:pt x="1324" y="3403"/>
                    <a:pt x="2615" y="3812"/>
                    <a:pt x="4001" y="3812"/>
                  </a:cubicBezTo>
                  <a:cubicBezTo>
                    <a:pt x="5388" y="3812"/>
                    <a:pt x="6711" y="3403"/>
                    <a:pt x="7814" y="2521"/>
                  </a:cubicBezTo>
                  <a:cubicBezTo>
                    <a:pt x="8034" y="2363"/>
                    <a:pt x="8066" y="2080"/>
                    <a:pt x="7877" y="1890"/>
                  </a:cubicBezTo>
                  <a:lnTo>
                    <a:pt x="6112" y="126"/>
                  </a:lnTo>
                  <a:cubicBezTo>
                    <a:pt x="6028" y="42"/>
                    <a:pt x="5888" y="0"/>
                    <a:pt x="5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8" name="Google Shape;1358;p107"/>
            <p:cNvSpPr/>
            <p:nvPr/>
          </p:nvSpPr>
          <p:spPr>
            <a:xfrm>
              <a:off x="-59700075" y="4102225"/>
              <a:ext cx="149675" cy="256525"/>
            </a:xfrm>
            <a:custGeom>
              <a:avLst/>
              <a:gdLst/>
              <a:ahLst/>
              <a:cxnLst/>
              <a:rect l="l" t="t" r="r" b="b"/>
              <a:pathLst>
                <a:path w="5987" h="10261" extrusionOk="0">
                  <a:moveTo>
                    <a:pt x="418" y="1"/>
                  </a:moveTo>
                  <a:cubicBezTo>
                    <a:pt x="190" y="1"/>
                    <a:pt x="1" y="180"/>
                    <a:pt x="1" y="414"/>
                  </a:cubicBezTo>
                  <a:lnTo>
                    <a:pt x="1" y="2934"/>
                  </a:lnTo>
                  <a:cubicBezTo>
                    <a:pt x="1" y="3123"/>
                    <a:pt x="127" y="3281"/>
                    <a:pt x="316" y="3312"/>
                  </a:cubicBezTo>
                  <a:cubicBezTo>
                    <a:pt x="1639" y="3659"/>
                    <a:pt x="2647" y="4856"/>
                    <a:pt x="2647" y="6274"/>
                  </a:cubicBezTo>
                  <a:cubicBezTo>
                    <a:pt x="2647" y="6809"/>
                    <a:pt x="2489" y="7376"/>
                    <a:pt x="2206" y="7849"/>
                  </a:cubicBezTo>
                  <a:cubicBezTo>
                    <a:pt x="2080" y="8007"/>
                    <a:pt x="2111" y="8196"/>
                    <a:pt x="2269" y="8353"/>
                  </a:cubicBezTo>
                  <a:lnTo>
                    <a:pt x="4065" y="10149"/>
                  </a:lnTo>
                  <a:cubicBezTo>
                    <a:pt x="4137" y="10221"/>
                    <a:pt x="4242" y="10260"/>
                    <a:pt x="4350" y="10260"/>
                  </a:cubicBezTo>
                  <a:cubicBezTo>
                    <a:pt x="4478" y="10260"/>
                    <a:pt x="4609" y="10205"/>
                    <a:pt x="4695" y="10086"/>
                  </a:cubicBezTo>
                  <a:cubicBezTo>
                    <a:pt x="5514" y="8983"/>
                    <a:pt x="5987" y="7660"/>
                    <a:pt x="5987" y="6274"/>
                  </a:cubicBezTo>
                  <a:cubicBezTo>
                    <a:pt x="5892" y="3123"/>
                    <a:pt x="3592" y="445"/>
                    <a:pt x="473" y="4"/>
                  </a:cubicBezTo>
                  <a:cubicBezTo>
                    <a:pt x="455" y="2"/>
                    <a:pt x="436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9" name="Google Shape;1359;p107"/>
            <p:cNvSpPr/>
            <p:nvPr/>
          </p:nvSpPr>
          <p:spPr>
            <a:xfrm>
              <a:off x="-59742600" y="4187375"/>
              <a:ext cx="63025" cy="144950"/>
            </a:xfrm>
            <a:custGeom>
              <a:avLst/>
              <a:gdLst/>
              <a:ahLst/>
              <a:cxnLst/>
              <a:rect l="l" t="t" r="r" b="b"/>
              <a:pathLst>
                <a:path w="2521" h="5798" extrusionOk="0">
                  <a:moveTo>
                    <a:pt x="1260" y="1"/>
                  </a:moveTo>
                  <a:cubicBezTo>
                    <a:pt x="1040" y="1"/>
                    <a:pt x="819" y="190"/>
                    <a:pt x="819" y="379"/>
                  </a:cubicBezTo>
                  <a:lnTo>
                    <a:pt x="819" y="662"/>
                  </a:lnTo>
                  <a:cubicBezTo>
                    <a:pt x="347" y="820"/>
                    <a:pt x="0" y="1293"/>
                    <a:pt x="0" y="1860"/>
                  </a:cubicBezTo>
                  <a:cubicBezTo>
                    <a:pt x="0" y="2521"/>
                    <a:pt x="567" y="2899"/>
                    <a:pt x="977" y="3214"/>
                  </a:cubicBezTo>
                  <a:cubicBezTo>
                    <a:pt x="1292" y="3466"/>
                    <a:pt x="1670" y="3687"/>
                    <a:pt x="1670" y="3939"/>
                  </a:cubicBezTo>
                  <a:cubicBezTo>
                    <a:pt x="1670" y="4160"/>
                    <a:pt x="1450" y="4380"/>
                    <a:pt x="1260" y="4380"/>
                  </a:cubicBezTo>
                  <a:cubicBezTo>
                    <a:pt x="1071" y="4380"/>
                    <a:pt x="819" y="4160"/>
                    <a:pt x="819" y="3939"/>
                  </a:cubicBezTo>
                  <a:cubicBezTo>
                    <a:pt x="819" y="3687"/>
                    <a:pt x="630" y="3529"/>
                    <a:pt x="441" y="3529"/>
                  </a:cubicBezTo>
                  <a:cubicBezTo>
                    <a:pt x="252" y="3529"/>
                    <a:pt x="32" y="3750"/>
                    <a:pt x="32" y="3939"/>
                  </a:cubicBezTo>
                  <a:cubicBezTo>
                    <a:pt x="32" y="4475"/>
                    <a:pt x="410" y="4916"/>
                    <a:pt x="882" y="5105"/>
                  </a:cubicBezTo>
                  <a:lnTo>
                    <a:pt x="882" y="5388"/>
                  </a:lnTo>
                  <a:cubicBezTo>
                    <a:pt x="882" y="5640"/>
                    <a:pt x="1071" y="5798"/>
                    <a:pt x="1292" y="5798"/>
                  </a:cubicBezTo>
                  <a:cubicBezTo>
                    <a:pt x="1544" y="5798"/>
                    <a:pt x="1702" y="5577"/>
                    <a:pt x="1702" y="5388"/>
                  </a:cubicBezTo>
                  <a:lnTo>
                    <a:pt x="1702" y="5073"/>
                  </a:lnTo>
                  <a:cubicBezTo>
                    <a:pt x="2174" y="4916"/>
                    <a:pt x="2521" y="4443"/>
                    <a:pt x="2521" y="3907"/>
                  </a:cubicBezTo>
                  <a:cubicBezTo>
                    <a:pt x="2521" y="3214"/>
                    <a:pt x="1985" y="2836"/>
                    <a:pt x="1544" y="2521"/>
                  </a:cubicBezTo>
                  <a:cubicBezTo>
                    <a:pt x="1229" y="2269"/>
                    <a:pt x="882" y="2049"/>
                    <a:pt x="882" y="1797"/>
                  </a:cubicBezTo>
                  <a:cubicBezTo>
                    <a:pt x="882" y="1576"/>
                    <a:pt x="1071" y="1419"/>
                    <a:pt x="1292" y="1419"/>
                  </a:cubicBezTo>
                  <a:cubicBezTo>
                    <a:pt x="1544" y="1419"/>
                    <a:pt x="1702" y="1608"/>
                    <a:pt x="1702" y="1797"/>
                  </a:cubicBezTo>
                  <a:cubicBezTo>
                    <a:pt x="1702" y="2049"/>
                    <a:pt x="1891" y="2238"/>
                    <a:pt x="2143" y="2238"/>
                  </a:cubicBezTo>
                  <a:cubicBezTo>
                    <a:pt x="2363" y="2238"/>
                    <a:pt x="2521" y="2049"/>
                    <a:pt x="2521" y="1797"/>
                  </a:cubicBezTo>
                  <a:cubicBezTo>
                    <a:pt x="2521" y="1261"/>
                    <a:pt x="2174" y="820"/>
                    <a:pt x="1702" y="631"/>
                  </a:cubicBezTo>
                  <a:lnTo>
                    <a:pt x="1702" y="347"/>
                  </a:lnTo>
                  <a:cubicBezTo>
                    <a:pt x="1702" y="158"/>
                    <a:pt x="1513" y="1"/>
                    <a:pt x="1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360" name="Google Shape;1360;p107"/>
          <p:cNvCxnSpPr>
            <a:stCxn id="1335" idx="3"/>
            <a:endCxn id="1361" idx="1"/>
          </p:cNvCxnSpPr>
          <p:nvPr/>
        </p:nvCxnSpPr>
        <p:spPr>
          <a:xfrm>
            <a:off x="2364386" y="2850006"/>
            <a:ext cx="552000" cy="600"/>
          </a:xfrm>
          <a:prstGeom prst="curvedConnector3">
            <a:avLst>
              <a:gd name="adj1" fmla="val 49994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2" name="Google Shape;1362;p107"/>
          <p:cNvSpPr/>
          <p:nvPr/>
        </p:nvSpPr>
        <p:spPr>
          <a:xfrm>
            <a:off x="2916311" y="1191731"/>
            <a:ext cx="752400" cy="75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1" name="Google Shape;1361;p107"/>
          <p:cNvSpPr/>
          <p:nvPr/>
        </p:nvSpPr>
        <p:spPr>
          <a:xfrm>
            <a:off x="2916311" y="2473806"/>
            <a:ext cx="752400" cy="75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3" name="Google Shape;1363;p107"/>
          <p:cNvSpPr/>
          <p:nvPr/>
        </p:nvSpPr>
        <p:spPr>
          <a:xfrm>
            <a:off x="2916311" y="3755031"/>
            <a:ext cx="752400" cy="7524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364" name="Google Shape;1364;p107"/>
          <p:cNvCxnSpPr>
            <a:endCxn id="1362" idx="1"/>
          </p:cNvCxnSpPr>
          <p:nvPr/>
        </p:nvCxnSpPr>
        <p:spPr>
          <a:xfrm rot="10800000" flipH="1">
            <a:off x="1550411" y="1567931"/>
            <a:ext cx="1365900" cy="906000"/>
          </a:xfrm>
          <a:prstGeom prst="bentConnector3">
            <a:avLst>
              <a:gd name="adj1" fmla="val 719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5" name="Google Shape;1365;p107"/>
          <p:cNvCxnSpPr>
            <a:stCxn id="1335" idx="2"/>
            <a:endCxn id="1363" idx="1"/>
          </p:cNvCxnSpPr>
          <p:nvPr/>
        </p:nvCxnSpPr>
        <p:spPr>
          <a:xfrm rot="-5400000" flipH="1">
            <a:off x="1780886" y="2995806"/>
            <a:ext cx="905100" cy="1365900"/>
          </a:xfrm>
          <a:prstGeom prst="bentConnector2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6" name="Google Shape;1366;p107"/>
          <p:cNvSpPr/>
          <p:nvPr/>
        </p:nvSpPr>
        <p:spPr>
          <a:xfrm>
            <a:off x="6804112" y="2445639"/>
            <a:ext cx="1627800" cy="752400"/>
          </a:xfrm>
          <a:prstGeom prst="roundRect">
            <a:avLst>
              <a:gd name="adj" fmla="val 0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7" name="Google Shape;1367;p107"/>
          <p:cNvSpPr txBox="1"/>
          <p:nvPr>
            <p:ph type="title" idx="4294967295"/>
          </p:nvPr>
        </p:nvSpPr>
        <p:spPr>
          <a:xfrm>
            <a:off x="6974362" y="2549139"/>
            <a:ext cx="128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Product</a:t>
            </a:r>
            <a:endParaRPr sz="2400"/>
          </a:p>
        </p:txBody>
      </p:sp>
      <p:cxnSp>
        <p:nvCxnSpPr>
          <p:cNvPr id="1368" name="Google Shape;1368;p107"/>
          <p:cNvCxnSpPr>
            <a:stCxn id="1336" idx="3"/>
            <a:endCxn id="1366" idx="0"/>
          </p:cNvCxnSpPr>
          <p:nvPr/>
        </p:nvCxnSpPr>
        <p:spPr>
          <a:xfrm>
            <a:off x="6480630" y="1243431"/>
            <a:ext cx="1137300" cy="1202100"/>
          </a:xfrm>
          <a:prstGeom prst="bentConnector2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9" name="Google Shape;1369;p107"/>
          <p:cNvCxnSpPr>
            <a:stCxn id="1339" idx="3"/>
            <a:endCxn id="1366" idx="2"/>
          </p:cNvCxnSpPr>
          <p:nvPr/>
        </p:nvCxnSpPr>
        <p:spPr>
          <a:xfrm rot="10800000" flipH="1">
            <a:off x="6480630" y="3197905"/>
            <a:ext cx="1137300" cy="1118100"/>
          </a:xfrm>
          <a:prstGeom prst="bentConnector2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108"/>
          <p:cNvSpPr txBox="1"/>
          <p:nvPr>
            <p:ph type="title" idx="4294967295"/>
          </p:nvPr>
        </p:nvSpPr>
        <p:spPr>
          <a:xfrm>
            <a:off x="713225" y="445025"/>
            <a:ext cx="5517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75" name="Google Shape;1375;p108"/>
          <p:cNvSpPr txBox="1"/>
          <p:nvPr>
            <p:ph type="subTitle" idx="1"/>
          </p:nvPr>
        </p:nvSpPr>
        <p:spPr>
          <a:xfrm>
            <a:off x="3571925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June</a:t>
            </a:r>
            <a:endParaRPr lang="en-GB"/>
          </a:p>
        </p:txBody>
      </p:sp>
      <p:sp>
        <p:nvSpPr>
          <p:cNvPr id="1376" name="Google Shape;1376;p108"/>
          <p:cNvSpPr txBox="1"/>
          <p:nvPr>
            <p:ph type="subTitle" idx="2"/>
          </p:nvPr>
        </p:nvSpPr>
        <p:spPr>
          <a:xfrm>
            <a:off x="3571925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 has a beautiful name</a:t>
            </a:r>
            <a:endParaRPr lang="en-GB"/>
          </a:p>
        </p:txBody>
      </p:sp>
      <p:sp>
        <p:nvSpPr>
          <p:cNvPr id="1377" name="Google Shape;1377;p108"/>
          <p:cNvSpPr txBox="1"/>
          <p:nvPr>
            <p:ph type="subTitle" idx="3"/>
          </p:nvPr>
        </p:nvSpPr>
        <p:spPr>
          <a:xfrm>
            <a:off x="1088400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January</a:t>
            </a:r>
            <a:endParaRPr lang="en-GB"/>
          </a:p>
        </p:txBody>
      </p:sp>
      <p:sp>
        <p:nvSpPr>
          <p:cNvPr id="1378" name="Google Shape;1378;p108"/>
          <p:cNvSpPr txBox="1"/>
          <p:nvPr>
            <p:ph type="subTitle" idx="4"/>
          </p:nvPr>
        </p:nvSpPr>
        <p:spPr>
          <a:xfrm>
            <a:off x="1088400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 is actually a cold place</a:t>
            </a:r>
            <a:endParaRPr lang="en-GB"/>
          </a:p>
        </p:txBody>
      </p:sp>
      <p:sp>
        <p:nvSpPr>
          <p:cNvPr id="1379" name="Google Shape;1379;p108"/>
          <p:cNvSpPr txBox="1"/>
          <p:nvPr>
            <p:ph type="subTitle" idx="5"/>
          </p:nvPr>
        </p:nvSpPr>
        <p:spPr>
          <a:xfrm>
            <a:off x="6055450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November</a:t>
            </a:r>
            <a:endParaRPr lang="en-GB"/>
          </a:p>
        </p:txBody>
      </p:sp>
      <p:sp>
        <p:nvSpPr>
          <p:cNvPr id="1380" name="Google Shape;1380;p108"/>
          <p:cNvSpPr txBox="1"/>
          <p:nvPr>
            <p:ph type="subTitle" idx="6"/>
          </p:nvPr>
        </p:nvSpPr>
        <p:spPr>
          <a:xfrm>
            <a:off x="6055450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Mercury is the smallest planet</a:t>
            </a:r>
            <a:endParaRPr lang="en-GB"/>
          </a:p>
        </p:txBody>
      </p:sp>
      <p:sp>
        <p:nvSpPr>
          <p:cNvPr id="1381" name="Google Shape;1381;p108"/>
          <p:cNvSpPr txBox="1"/>
          <p:nvPr/>
        </p:nvSpPr>
        <p:spPr>
          <a:xfrm>
            <a:off x="1300174" y="1961769"/>
            <a:ext cx="1735200" cy="8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solidFill>
                  <a:schemeClr val="accent2"/>
                </a:solidFill>
                <a:latin typeface="Vidaloka"/>
                <a:ea typeface="Vidaloka"/>
                <a:cs typeface="Vidaloka"/>
                <a:sym typeface="Vidaloka"/>
              </a:rPr>
              <a:t>125K</a:t>
            </a:r>
            <a:endParaRPr sz="4500">
              <a:solidFill>
                <a:schemeClr val="accent2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382" name="Google Shape;1382;p108"/>
          <p:cNvSpPr txBox="1"/>
          <p:nvPr/>
        </p:nvSpPr>
        <p:spPr>
          <a:xfrm>
            <a:off x="3672124" y="1961769"/>
            <a:ext cx="1735200" cy="8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solidFill>
                  <a:schemeClr val="accent2"/>
                </a:solidFill>
                <a:latin typeface="Vidaloka"/>
                <a:ea typeface="Vidaloka"/>
                <a:cs typeface="Vidaloka"/>
                <a:sym typeface="Vidaloka"/>
              </a:rPr>
              <a:t>250K</a:t>
            </a:r>
            <a:endParaRPr sz="4500">
              <a:solidFill>
                <a:schemeClr val="accent2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383" name="Google Shape;1383;p108"/>
          <p:cNvSpPr txBox="1"/>
          <p:nvPr/>
        </p:nvSpPr>
        <p:spPr>
          <a:xfrm>
            <a:off x="6108624" y="1961769"/>
            <a:ext cx="1735200" cy="8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solidFill>
                  <a:schemeClr val="accent2"/>
                </a:solidFill>
                <a:latin typeface="Vidaloka"/>
                <a:ea typeface="Vidaloka"/>
                <a:cs typeface="Vidaloka"/>
                <a:sym typeface="Vidaloka"/>
              </a:rPr>
              <a:t>540K</a:t>
            </a:r>
            <a:endParaRPr sz="4500">
              <a:solidFill>
                <a:schemeClr val="accent2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1384" name="Google Shape;1384;p108"/>
          <p:cNvSpPr txBox="1"/>
          <p:nvPr>
            <p:ph type="title"/>
          </p:nvPr>
        </p:nvSpPr>
        <p:spPr>
          <a:xfrm>
            <a:off x="713225" y="445025"/>
            <a:ext cx="5517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Monthly data</a:t>
            </a:r>
            <a:endParaRPr lang="en-GB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109"/>
          <p:cNvSpPr txBox="1"/>
          <p:nvPr>
            <p:ph type="subTitle" idx="1"/>
          </p:nvPr>
        </p:nvSpPr>
        <p:spPr>
          <a:xfrm>
            <a:off x="5306650" y="17101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Jupiter</a:t>
            </a:r>
            <a:endParaRPr lang="en-GB"/>
          </a:p>
        </p:txBody>
      </p:sp>
      <p:sp>
        <p:nvSpPr>
          <p:cNvPr id="1390" name="Google Shape;1390;p109"/>
          <p:cNvSpPr txBox="1"/>
          <p:nvPr>
            <p:ph type="subTitle" idx="2"/>
          </p:nvPr>
        </p:nvSpPr>
        <p:spPr>
          <a:xfrm>
            <a:off x="5306650" y="21112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Jupiter is the biggest planet of them all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1" name="Google Shape;1391;p109"/>
          <p:cNvSpPr txBox="1"/>
          <p:nvPr>
            <p:ph type="subTitle" idx="3"/>
          </p:nvPr>
        </p:nvSpPr>
        <p:spPr>
          <a:xfrm>
            <a:off x="1351250" y="17101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</a:t>
            </a:r>
            <a:endParaRPr lang="en-GB"/>
          </a:p>
        </p:txBody>
      </p:sp>
      <p:sp>
        <p:nvSpPr>
          <p:cNvPr id="1392" name="Google Shape;1392;p109"/>
          <p:cNvSpPr txBox="1"/>
          <p:nvPr>
            <p:ph type="subTitle" idx="4"/>
          </p:nvPr>
        </p:nvSpPr>
        <p:spPr>
          <a:xfrm>
            <a:off x="1351250" y="21112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 has a beautiful name and it's very hot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3" name="Google Shape;1393;p109"/>
          <p:cNvSpPr txBox="1"/>
          <p:nvPr>
            <p:ph type="title"/>
          </p:nvPr>
        </p:nvSpPr>
        <p:spPr>
          <a:xfrm>
            <a:off x="2780100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Percentages</a:t>
            </a:r>
            <a:endParaRPr lang="en-GB"/>
          </a:p>
        </p:txBody>
      </p:sp>
      <p:sp>
        <p:nvSpPr>
          <p:cNvPr id="1394" name="Google Shape;1394;p109"/>
          <p:cNvSpPr txBox="1"/>
          <p:nvPr>
            <p:ph type="subTitle" idx="5"/>
          </p:nvPr>
        </p:nvSpPr>
        <p:spPr>
          <a:xfrm>
            <a:off x="5306650" y="3552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Neptune</a:t>
            </a:r>
            <a:endParaRPr lang="en-GB"/>
          </a:p>
        </p:txBody>
      </p:sp>
      <p:sp>
        <p:nvSpPr>
          <p:cNvPr id="1395" name="Google Shape;1395;p109"/>
          <p:cNvSpPr txBox="1"/>
          <p:nvPr>
            <p:ph type="subTitle" idx="6"/>
          </p:nvPr>
        </p:nvSpPr>
        <p:spPr>
          <a:xfrm>
            <a:off x="5306650" y="3946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It’s the farthest planet from the Sun</a:t>
            </a:r>
            <a:endParaRPr lang="en-GB"/>
          </a:p>
        </p:txBody>
      </p:sp>
      <p:sp>
        <p:nvSpPr>
          <p:cNvPr id="1396" name="Google Shape;1396;p109"/>
          <p:cNvSpPr txBox="1"/>
          <p:nvPr>
            <p:ph type="subTitle" idx="7"/>
          </p:nvPr>
        </p:nvSpPr>
        <p:spPr>
          <a:xfrm>
            <a:off x="1351250" y="3552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</a:t>
            </a:r>
            <a:endParaRPr lang="en-GB"/>
          </a:p>
        </p:txBody>
      </p:sp>
      <p:sp>
        <p:nvSpPr>
          <p:cNvPr id="1397" name="Google Shape;1397;p109"/>
          <p:cNvSpPr txBox="1"/>
          <p:nvPr>
            <p:ph type="subTitle" idx="8"/>
          </p:nvPr>
        </p:nvSpPr>
        <p:spPr>
          <a:xfrm>
            <a:off x="1351300" y="3946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Despite being red, Mars is actually a cold place</a:t>
            </a:r>
            <a:endParaRPr lang="en-GB"/>
          </a:p>
        </p:txBody>
      </p:sp>
      <p:sp>
        <p:nvSpPr>
          <p:cNvPr id="1398" name="Google Shape;1398;p109"/>
          <p:cNvSpPr txBox="1"/>
          <p:nvPr>
            <p:ph type="title" idx="9"/>
          </p:nvPr>
        </p:nvSpPr>
        <p:spPr>
          <a:xfrm>
            <a:off x="1351250" y="1131425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25%</a:t>
            </a:r>
            <a:endParaRPr lang="en-GB"/>
          </a:p>
        </p:txBody>
      </p:sp>
      <p:sp>
        <p:nvSpPr>
          <p:cNvPr id="1399" name="Google Shape;1399;p109"/>
          <p:cNvSpPr txBox="1"/>
          <p:nvPr>
            <p:ph type="title" idx="13"/>
          </p:nvPr>
        </p:nvSpPr>
        <p:spPr>
          <a:xfrm>
            <a:off x="5306650" y="1131425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20%</a:t>
            </a:r>
            <a:endParaRPr lang="en-GB"/>
          </a:p>
        </p:txBody>
      </p:sp>
      <p:sp>
        <p:nvSpPr>
          <p:cNvPr id="1400" name="Google Shape;1400;p109"/>
          <p:cNvSpPr txBox="1"/>
          <p:nvPr>
            <p:ph type="title" idx="14"/>
          </p:nvPr>
        </p:nvSpPr>
        <p:spPr>
          <a:xfrm>
            <a:off x="1351300" y="2964563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40%</a:t>
            </a:r>
            <a:endParaRPr lang="en-GB"/>
          </a:p>
        </p:txBody>
      </p:sp>
      <p:sp>
        <p:nvSpPr>
          <p:cNvPr id="1401" name="Google Shape;1401;p109"/>
          <p:cNvSpPr txBox="1"/>
          <p:nvPr>
            <p:ph type="title" idx="15"/>
          </p:nvPr>
        </p:nvSpPr>
        <p:spPr>
          <a:xfrm>
            <a:off x="5306650" y="2964563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15%</a:t>
            </a:r>
            <a:endParaRPr lang="en-GB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110"/>
          <p:cNvSpPr txBox="1"/>
          <p:nvPr>
            <p:ph type="title"/>
          </p:nvPr>
        </p:nvSpPr>
        <p:spPr>
          <a:xfrm>
            <a:off x="713225" y="445025"/>
            <a:ext cx="2785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</a:t>
            </a:r>
            <a:r>
              <a:rPr lang="en-GB"/>
              <a:t> goals</a:t>
            </a:r>
            <a:endParaRPr lang="en-GB"/>
          </a:p>
        </p:txBody>
      </p:sp>
      <p:sp>
        <p:nvSpPr>
          <p:cNvPr id="1407" name="Google Shape;1407;p110"/>
          <p:cNvSpPr txBox="1"/>
          <p:nvPr>
            <p:ph type="subTitle" idx="1"/>
          </p:nvPr>
        </p:nvSpPr>
        <p:spPr>
          <a:xfrm>
            <a:off x="4750175" y="1632746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</a:t>
            </a:r>
            <a:endParaRPr lang="en-GB"/>
          </a:p>
        </p:txBody>
      </p:sp>
      <p:sp>
        <p:nvSpPr>
          <p:cNvPr id="1408" name="Google Shape;1408;p110"/>
          <p:cNvSpPr txBox="1"/>
          <p:nvPr>
            <p:ph type="subTitle" idx="2"/>
          </p:nvPr>
        </p:nvSpPr>
        <p:spPr>
          <a:xfrm>
            <a:off x="4750184" y="2035022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 has a beautiful name</a:t>
            </a:r>
            <a:endParaRPr lang="en-GB"/>
          </a:p>
        </p:txBody>
      </p:sp>
      <p:sp>
        <p:nvSpPr>
          <p:cNvPr id="1409" name="Google Shape;1409;p110"/>
          <p:cNvSpPr txBox="1"/>
          <p:nvPr>
            <p:ph type="subTitle" idx="3"/>
          </p:nvPr>
        </p:nvSpPr>
        <p:spPr>
          <a:xfrm>
            <a:off x="2306450" y="1632746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</a:t>
            </a:r>
            <a:endParaRPr lang="en-GB"/>
          </a:p>
        </p:txBody>
      </p:sp>
      <p:sp>
        <p:nvSpPr>
          <p:cNvPr id="1410" name="Google Shape;1410;p110"/>
          <p:cNvSpPr txBox="1"/>
          <p:nvPr>
            <p:ph type="subTitle" idx="4"/>
          </p:nvPr>
        </p:nvSpPr>
        <p:spPr>
          <a:xfrm>
            <a:off x="2306462" y="2035022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 is actually a cold place</a:t>
            </a:r>
            <a:endParaRPr lang="en-GB"/>
          </a:p>
        </p:txBody>
      </p:sp>
      <p:sp>
        <p:nvSpPr>
          <p:cNvPr id="1411" name="Google Shape;1411;p110"/>
          <p:cNvSpPr txBox="1"/>
          <p:nvPr>
            <p:ph type="subTitle" idx="5"/>
          </p:nvPr>
        </p:nvSpPr>
        <p:spPr>
          <a:xfrm>
            <a:off x="4750175" y="3062273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Jupiter</a:t>
            </a:r>
            <a:endParaRPr lang="en-GB"/>
          </a:p>
        </p:txBody>
      </p:sp>
      <p:sp>
        <p:nvSpPr>
          <p:cNvPr id="1412" name="Google Shape;1412;p110"/>
          <p:cNvSpPr txBox="1"/>
          <p:nvPr>
            <p:ph type="subTitle" idx="6"/>
          </p:nvPr>
        </p:nvSpPr>
        <p:spPr>
          <a:xfrm>
            <a:off x="4750184" y="3471047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Jupiter is the biggest planet</a:t>
            </a:r>
            <a:endParaRPr lang="en-GB"/>
          </a:p>
        </p:txBody>
      </p:sp>
      <p:sp>
        <p:nvSpPr>
          <p:cNvPr id="1413" name="Google Shape;1413;p110"/>
          <p:cNvSpPr txBox="1"/>
          <p:nvPr>
            <p:ph type="subTitle" idx="7"/>
          </p:nvPr>
        </p:nvSpPr>
        <p:spPr>
          <a:xfrm>
            <a:off x="2306450" y="3062273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Neptune</a:t>
            </a:r>
            <a:endParaRPr lang="en-GB"/>
          </a:p>
        </p:txBody>
      </p:sp>
      <p:sp>
        <p:nvSpPr>
          <p:cNvPr id="1414" name="Google Shape;1414;p110"/>
          <p:cNvSpPr txBox="1"/>
          <p:nvPr>
            <p:ph type="subTitle" idx="8"/>
          </p:nvPr>
        </p:nvSpPr>
        <p:spPr>
          <a:xfrm>
            <a:off x="2306462" y="3471047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It’s the farthest planet from the Sun</a:t>
            </a:r>
            <a:endParaRPr lang="en-GB"/>
          </a:p>
        </p:txBody>
      </p:sp>
      <p:grpSp>
        <p:nvGrpSpPr>
          <p:cNvPr id="1415" name="Google Shape;1415;p110"/>
          <p:cNvGrpSpPr/>
          <p:nvPr/>
        </p:nvGrpSpPr>
        <p:grpSpPr>
          <a:xfrm>
            <a:off x="1760579" y="1978680"/>
            <a:ext cx="367261" cy="364686"/>
            <a:chOff x="-64781025" y="3361050"/>
            <a:chExt cx="317425" cy="315200"/>
          </a:xfrm>
        </p:grpSpPr>
        <p:sp>
          <p:nvSpPr>
            <p:cNvPr id="1416" name="Google Shape;1416;p110"/>
            <p:cNvSpPr/>
            <p:nvPr/>
          </p:nvSpPr>
          <p:spPr>
            <a:xfrm>
              <a:off x="-64764500" y="3388725"/>
              <a:ext cx="272550" cy="272550"/>
            </a:xfrm>
            <a:custGeom>
              <a:avLst/>
              <a:gdLst/>
              <a:ahLst/>
              <a:cxnLst/>
              <a:rect l="l" t="t" r="r" b="b"/>
              <a:pathLst>
                <a:path w="10902" h="10902" extrusionOk="0">
                  <a:moveTo>
                    <a:pt x="6554" y="2647"/>
                  </a:moveTo>
                  <a:cubicBezTo>
                    <a:pt x="6979" y="2647"/>
                    <a:pt x="7404" y="2805"/>
                    <a:pt x="7719" y="3120"/>
                  </a:cubicBezTo>
                  <a:cubicBezTo>
                    <a:pt x="8381" y="3782"/>
                    <a:pt x="8381" y="4821"/>
                    <a:pt x="7751" y="5483"/>
                  </a:cubicBezTo>
                  <a:cubicBezTo>
                    <a:pt x="7436" y="5798"/>
                    <a:pt x="7058" y="5955"/>
                    <a:pt x="6585" y="5955"/>
                  </a:cubicBezTo>
                  <a:cubicBezTo>
                    <a:pt x="6144" y="5955"/>
                    <a:pt x="5703" y="5798"/>
                    <a:pt x="5388" y="5483"/>
                  </a:cubicBezTo>
                  <a:cubicBezTo>
                    <a:pt x="5073" y="5168"/>
                    <a:pt x="4915" y="4758"/>
                    <a:pt x="4915" y="4286"/>
                  </a:cubicBezTo>
                  <a:cubicBezTo>
                    <a:pt x="4915" y="3813"/>
                    <a:pt x="5073" y="3435"/>
                    <a:pt x="5388" y="3120"/>
                  </a:cubicBezTo>
                  <a:cubicBezTo>
                    <a:pt x="5703" y="2805"/>
                    <a:pt x="6128" y="2647"/>
                    <a:pt x="6554" y="2647"/>
                  </a:cubicBezTo>
                  <a:close/>
                  <a:moveTo>
                    <a:pt x="2175" y="6901"/>
                  </a:moveTo>
                  <a:lnTo>
                    <a:pt x="4065" y="8791"/>
                  </a:lnTo>
                  <a:lnTo>
                    <a:pt x="3592" y="9484"/>
                  </a:lnTo>
                  <a:lnTo>
                    <a:pt x="1418" y="7342"/>
                  </a:lnTo>
                  <a:lnTo>
                    <a:pt x="2175" y="6901"/>
                  </a:lnTo>
                  <a:close/>
                  <a:moveTo>
                    <a:pt x="6907" y="1"/>
                  </a:moveTo>
                  <a:cubicBezTo>
                    <a:pt x="6851" y="1"/>
                    <a:pt x="6795" y="11"/>
                    <a:pt x="6743" y="33"/>
                  </a:cubicBezTo>
                  <a:cubicBezTo>
                    <a:pt x="5546" y="663"/>
                    <a:pt x="4474" y="1576"/>
                    <a:pt x="3655" y="2616"/>
                  </a:cubicBezTo>
                  <a:cubicBezTo>
                    <a:pt x="3025" y="3341"/>
                    <a:pt x="2553" y="4223"/>
                    <a:pt x="2175" y="5136"/>
                  </a:cubicBezTo>
                  <a:cubicBezTo>
                    <a:pt x="2048" y="5451"/>
                    <a:pt x="1922" y="5766"/>
                    <a:pt x="1859" y="6050"/>
                  </a:cubicBezTo>
                  <a:lnTo>
                    <a:pt x="505" y="6838"/>
                  </a:lnTo>
                  <a:cubicBezTo>
                    <a:pt x="379" y="6932"/>
                    <a:pt x="316" y="7058"/>
                    <a:pt x="316" y="7184"/>
                  </a:cubicBezTo>
                  <a:cubicBezTo>
                    <a:pt x="316" y="7279"/>
                    <a:pt x="347" y="7405"/>
                    <a:pt x="442" y="7531"/>
                  </a:cubicBezTo>
                  <a:lnTo>
                    <a:pt x="1072" y="8161"/>
                  </a:lnTo>
                  <a:cubicBezTo>
                    <a:pt x="631" y="8696"/>
                    <a:pt x="1" y="9673"/>
                    <a:pt x="1" y="10272"/>
                  </a:cubicBezTo>
                  <a:cubicBezTo>
                    <a:pt x="1" y="10524"/>
                    <a:pt x="64" y="10681"/>
                    <a:pt x="158" y="10744"/>
                  </a:cubicBezTo>
                  <a:cubicBezTo>
                    <a:pt x="221" y="10839"/>
                    <a:pt x="379" y="10902"/>
                    <a:pt x="631" y="10902"/>
                  </a:cubicBezTo>
                  <a:cubicBezTo>
                    <a:pt x="1229" y="10902"/>
                    <a:pt x="2238" y="10240"/>
                    <a:pt x="2742" y="9830"/>
                  </a:cubicBezTo>
                  <a:lnTo>
                    <a:pt x="3372" y="10461"/>
                  </a:lnTo>
                  <a:cubicBezTo>
                    <a:pt x="3466" y="10555"/>
                    <a:pt x="3592" y="10587"/>
                    <a:pt x="3655" y="10587"/>
                  </a:cubicBezTo>
                  <a:lnTo>
                    <a:pt x="3687" y="10587"/>
                  </a:lnTo>
                  <a:cubicBezTo>
                    <a:pt x="3813" y="10587"/>
                    <a:pt x="3939" y="10524"/>
                    <a:pt x="4002" y="10398"/>
                  </a:cubicBezTo>
                  <a:lnTo>
                    <a:pt x="4789" y="9074"/>
                  </a:lnTo>
                  <a:cubicBezTo>
                    <a:pt x="5104" y="8980"/>
                    <a:pt x="5420" y="8854"/>
                    <a:pt x="5735" y="8759"/>
                  </a:cubicBezTo>
                  <a:cubicBezTo>
                    <a:pt x="6648" y="8381"/>
                    <a:pt x="7530" y="7877"/>
                    <a:pt x="8255" y="7279"/>
                  </a:cubicBezTo>
                  <a:cubicBezTo>
                    <a:pt x="9295" y="6459"/>
                    <a:pt x="10208" y="5388"/>
                    <a:pt x="10838" y="4223"/>
                  </a:cubicBezTo>
                  <a:cubicBezTo>
                    <a:pt x="10901" y="4065"/>
                    <a:pt x="10870" y="3876"/>
                    <a:pt x="10744" y="3750"/>
                  </a:cubicBezTo>
                  <a:lnTo>
                    <a:pt x="7215" y="127"/>
                  </a:lnTo>
                  <a:cubicBezTo>
                    <a:pt x="7131" y="43"/>
                    <a:pt x="7019" y="1"/>
                    <a:pt x="69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7" name="Google Shape;1417;p110"/>
            <p:cNvSpPr/>
            <p:nvPr/>
          </p:nvSpPr>
          <p:spPr>
            <a:xfrm>
              <a:off x="-64568375" y="3361050"/>
              <a:ext cx="104775" cy="105675"/>
            </a:xfrm>
            <a:custGeom>
              <a:avLst/>
              <a:gdLst/>
              <a:ahLst/>
              <a:cxnLst/>
              <a:rect l="l" t="t" r="r" b="b"/>
              <a:pathLst>
                <a:path w="4191" h="4227" extrusionOk="0">
                  <a:moveTo>
                    <a:pt x="2941" y="1"/>
                  </a:moveTo>
                  <a:cubicBezTo>
                    <a:pt x="2906" y="1"/>
                    <a:pt x="2871" y="2"/>
                    <a:pt x="2836" y="5"/>
                  </a:cubicBezTo>
                  <a:cubicBezTo>
                    <a:pt x="1828" y="100"/>
                    <a:pt x="883" y="320"/>
                    <a:pt x="0" y="667"/>
                  </a:cubicBezTo>
                  <a:lnTo>
                    <a:pt x="3529" y="4227"/>
                  </a:lnTo>
                  <a:cubicBezTo>
                    <a:pt x="3876" y="3313"/>
                    <a:pt x="4128" y="2368"/>
                    <a:pt x="4191" y="1392"/>
                  </a:cubicBezTo>
                  <a:cubicBezTo>
                    <a:pt x="4191" y="982"/>
                    <a:pt x="4033" y="635"/>
                    <a:pt x="3812" y="352"/>
                  </a:cubicBezTo>
                  <a:cubicBezTo>
                    <a:pt x="3558" y="125"/>
                    <a:pt x="3252" y="1"/>
                    <a:pt x="2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8" name="Google Shape;1418;p110"/>
            <p:cNvSpPr/>
            <p:nvPr/>
          </p:nvSpPr>
          <p:spPr>
            <a:xfrm>
              <a:off x="-64645575" y="3596675"/>
              <a:ext cx="85100" cy="79575"/>
            </a:xfrm>
            <a:custGeom>
              <a:avLst/>
              <a:gdLst/>
              <a:ahLst/>
              <a:cxnLst/>
              <a:rect l="l" t="t" r="r" b="b"/>
              <a:pathLst>
                <a:path w="3404" h="3183" extrusionOk="0">
                  <a:moveTo>
                    <a:pt x="3403" y="0"/>
                  </a:moveTo>
                  <a:lnTo>
                    <a:pt x="3403" y="0"/>
                  </a:lnTo>
                  <a:cubicBezTo>
                    <a:pt x="2710" y="473"/>
                    <a:pt x="2017" y="819"/>
                    <a:pt x="1261" y="1134"/>
                  </a:cubicBezTo>
                  <a:cubicBezTo>
                    <a:pt x="1041" y="1292"/>
                    <a:pt x="726" y="1386"/>
                    <a:pt x="442" y="1449"/>
                  </a:cubicBezTo>
                  <a:cubicBezTo>
                    <a:pt x="347" y="1859"/>
                    <a:pt x="253" y="2237"/>
                    <a:pt x="95" y="2584"/>
                  </a:cubicBezTo>
                  <a:cubicBezTo>
                    <a:pt x="1" y="2741"/>
                    <a:pt x="32" y="2930"/>
                    <a:pt x="158" y="3056"/>
                  </a:cubicBezTo>
                  <a:cubicBezTo>
                    <a:pt x="253" y="3151"/>
                    <a:pt x="347" y="3182"/>
                    <a:pt x="442" y="3182"/>
                  </a:cubicBezTo>
                  <a:cubicBezTo>
                    <a:pt x="505" y="3182"/>
                    <a:pt x="568" y="3182"/>
                    <a:pt x="600" y="3151"/>
                  </a:cubicBezTo>
                  <a:cubicBezTo>
                    <a:pt x="1135" y="2867"/>
                    <a:pt x="1671" y="2521"/>
                    <a:pt x="2080" y="2080"/>
                  </a:cubicBezTo>
                  <a:cubicBezTo>
                    <a:pt x="2679" y="1481"/>
                    <a:pt x="3151" y="756"/>
                    <a:pt x="34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19" name="Google Shape;1419;p110"/>
            <p:cNvSpPr/>
            <p:nvPr/>
          </p:nvSpPr>
          <p:spPr>
            <a:xfrm>
              <a:off x="-64781025" y="3456475"/>
              <a:ext cx="80350" cy="85075"/>
            </a:xfrm>
            <a:custGeom>
              <a:avLst/>
              <a:gdLst/>
              <a:ahLst/>
              <a:cxnLst/>
              <a:rect l="l" t="t" r="r" b="b"/>
              <a:pathLst>
                <a:path w="3214" h="3403" extrusionOk="0">
                  <a:moveTo>
                    <a:pt x="3214" y="0"/>
                  </a:moveTo>
                  <a:cubicBezTo>
                    <a:pt x="2426" y="252"/>
                    <a:pt x="1733" y="725"/>
                    <a:pt x="1134" y="1324"/>
                  </a:cubicBezTo>
                  <a:cubicBezTo>
                    <a:pt x="693" y="1733"/>
                    <a:pt x="347" y="2269"/>
                    <a:pt x="63" y="2804"/>
                  </a:cubicBezTo>
                  <a:cubicBezTo>
                    <a:pt x="0" y="2962"/>
                    <a:pt x="32" y="3151"/>
                    <a:pt x="158" y="3277"/>
                  </a:cubicBezTo>
                  <a:cubicBezTo>
                    <a:pt x="221" y="3371"/>
                    <a:pt x="347" y="3403"/>
                    <a:pt x="410" y="3403"/>
                  </a:cubicBezTo>
                  <a:cubicBezTo>
                    <a:pt x="504" y="3403"/>
                    <a:pt x="536" y="3403"/>
                    <a:pt x="630" y="3371"/>
                  </a:cubicBezTo>
                  <a:cubicBezTo>
                    <a:pt x="977" y="3214"/>
                    <a:pt x="1355" y="3088"/>
                    <a:pt x="1764" y="2993"/>
                  </a:cubicBezTo>
                  <a:cubicBezTo>
                    <a:pt x="1827" y="2678"/>
                    <a:pt x="1953" y="2426"/>
                    <a:pt x="2079" y="2143"/>
                  </a:cubicBezTo>
                  <a:cubicBezTo>
                    <a:pt x="2394" y="1387"/>
                    <a:pt x="2741" y="694"/>
                    <a:pt x="32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20" name="Google Shape;1420;p110"/>
          <p:cNvGrpSpPr/>
          <p:nvPr/>
        </p:nvGrpSpPr>
        <p:grpSpPr>
          <a:xfrm>
            <a:off x="1764217" y="3417722"/>
            <a:ext cx="359972" cy="365467"/>
            <a:chOff x="-59400775" y="4084200"/>
            <a:chExt cx="311125" cy="315875"/>
          </a:xfrm>
        </p:grpSpPr>
        <p:sp>
          <p:nvSpPr>
            <p:cNvPr id="1421" name="Google Shape;1421;p110"/>
            <p:cNvSpPr/>
            <p:nvPr/>
          </p:nvSpPr>
          <p:spPr>
            <a:xfrm>
              <a:off x="-59400775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796" y="851"/>
                  </a:moveTo>
                  <a:cubicBezTo>
                    <a:pt x="2048" y="851"/>
                    <a:pt x="2237" y="1071"/>
                    <a:pt x="2237" y="1260"/>
                  </a:cubicBezTo>
                  <a:cubicBezTo>
                    <a:pt x="2237" y="1449"/>
                    <a:pt x="2048" y="1701"/>
                    <a:pt x="1796" y="1701"/>
                  </a:cubicBezTo>
                  <a:cubicBezTo>
                    <a:pt x="1576" y="1701"/>
                    <a:pt x="1418" y="1481"/>
                    <a:pt x="1418" y="1260"/>
                  </a:cubicBezTo>
                  <a:cubicBezTo>
                    <a:pt x="1418" y="1008"/>
                    <a:pt x="1576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29" y="3308"/>
                  </a:cubicBezTo>
                  <a:lnTo>
                    <a:pt x="2332" y="3308"/>
                  </a:lnTo>
                  <a:cubicBezTo>
                    <a:pt x="2993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2" name="Google Shape;1422;p110"/>
            <p:cNvSpPr/>
            <p:nvPr/>
          </p:nvSpPr>
          <p:spPr>
            <a:xfrm>
              <a:off x="-59400000" y="4084200"/>
              <a:ext cx="89825" cy="212700"/>
            </a:xfrm>
            <a:custGeom>
              <a:avLst/>
              <a:gdLst/>
              <a:ahLst/>
              <a:cxnLst/>
              <a:rect l="l" t="t" r="r" b="b"/>
              <a:pathLst>
                <a:path w="3593" h="8508" extrusionOk="0">
                  <a:moveTo>
                    <a:pt x="1734" y="1607"/>
                  </a:moveTo>
                  <a:cubicBezTo>
                    <a:pt x="1923" y="1607"/>
                    <a:pt x="2175" y="1797"/>
                    <a:pt x="2175" y="2049"/>
                  </a:cubicBezTo>
                  <a:lnTo>
                    <a:pt x="2175" y="7278"/>
                  </a:lnTo>
                  <a:cubicBezTo>
                    <a:pt x="2175" y="7499"/>
                    <a:pt x="1986" y="7656"/>
                    <a:pt x="1734" y="7656"/>
                  </a:cubicBezTo>
                  <a:cubicBezTo>
                    <a:pt x="1513" y="7656"/>
                    <a:pt x="1356" y="7467"/>
                    <a:pt x="1356" y="7278"/>
                  </a:cubicBezTo>
                  <a:lnTo>
                    <a:pt x="1356" y="2049"/>
                  </a:lnTo>
                  <a:cubicBezTo>
                    <a:pt x="1356" y="1797"/>
                    <a:pt x="1545" y="1607"/>
                    <a:pt x="1734" y="1607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36"/>
                    <a:pt x="1" y="1198"/>
                  </a:cubicBezTo>
                  <a:lnTo>
                    <a:pt x="1" y="8507"/>
                  </a:lnTo>
                  <a:lnTo>
                    <a:pt x="3593" y="8507"/>
                  </a:lnTo>
                  <a:lnTo>
                    <a:pt x="3593" y="1198"/>
                  </a:lnTo>
                  <a:cubicBezTo>
                    <a:pt x="3561" y="536"/>
                    <a:pt x="2994" y="1"/>
                    <a:pt x="23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3" name="Google Shape;1423;p110"/>
            <p:cNvSpPr/>
            <p:nvPr/>
          </p:nvSpPr>
          <p:spPr>
            <a:xfrm>
              <a:off x="-59290500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796" y="851"/>
                  </a:moveTo>
                  <a:cubicBezTo>
                    <a:pt x="2048" y="851"/>
                    <a:pt x="2205" y="1071"/>
                    <a:pt x="2205" y="1260"/>
                  </a:cubicBezTo>
                  <a:cubicBezTo>
                    <a:pt x="2205" y="1449"/>
                    <a:pt x="2016" y="1701"/>
                    <a:pt x="1796" y="1701"/>
                  </a:cubicBezTo>
                  <a:cubicBezTo>
                    <a:pt x="1575" y="1701"/>
                    <a:pt x="1386" y="1481"/>
                    <a:pt x="1386" y="1260"/>
                  </a:cubicBezTo>
                  <a:cubicBezTo>
                    <a:pt x="1386" y="1008"/>
                    <a:pt x="1575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60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4" name="Google Shape;1424;p110"/>
            <p:cNvSpPr/>
            <p:nvPr/>
          </p:nvSpPr>
          <p:spPr>
            <a:xfrm>
              <a:off x="-59290500" y="4084200"/>
              <a:ext cx="89800" cy="212700"/>
            </a:xfrm>
            <a:custGeom>
              <a:avLst/>
              <a:gdLst/>
              <a:ahLst/>
              <a:cxnLst/>
              <a:rect l="l" t="t" r="r" b="b"/>
              <a:pathLst>
                <a:path w="3592" h="8508" extrusionOk="0">
                  <a:moveTo>
                    <a:pt x="1796" y="1607"/>
                  </a:moveTo>
                  <a:cubicBezTo>
                    <a:pt x="2048" y="1607"/>
                    <a:pt x="2205" y="1797"/>
                    <a:pt x="2205" y="2049"/>
                  </a:cubicBezTo>
                  <a:lnTo>
                    <a:pt x="2205" y="7278"/>
                  </a:lnTo>
                  <a:cubicBezTo>
                    <a:pt x="2205" y="7499"/>
                    <a:pt x="2016" y="7656"/>
                    <a:pt x="1796" y="7656"/>
                  </a:cubicBezTo>
                  <a:cubicBezTo>
                    <a:pt x="1607" y="7656"/>
                    <a:pt x="1386" y="7467"/>
                    <a:pt x="1386" y="7278"/>
                  </a:cubicBezTo>
                  <a:lnTo>
                    <a:pt x="1386" y="2049"/>
                  </a:lnTo>
                  <a:cubicBezTo>
                    <a:pt x="1386" y="1797"/>
                    <a:pt x="1575" y="1607"/>
                    <a:pt x="1796" y="1607"/>
                  </a:cubicBezTo>
                  <a:close/>
                  <a:moveTo>
                    <a:pt x="1260" y="1"/>
                  </a:moveTo>
                  <a:cubicBezTo>
                    <a:pt x="599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92" y="536"/>
                    <a:pt x="3025" y="1"/>
                    <a:pt x="23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5" name="Google Shape;1425;p110"/>
            <p:cNvSpPr/>
            <p:nvPr/>
          </p:nvSpPr>
          <p:spPr>
            <a:xfrm>
              <a:off x="-59181025" y="4317350"/>
              <a:ext cx="89800" cy="82725"/>
            </a:xfrm>
            <a:custGeom>
              <a:avLst/>
              <a:gdLst/>
              <a:ahLst/>
              <a:cxnLst/>
              <a:rect l="l" t="t" r="r" b="b"/>
              <a:pathLst>
                <a:path w="3592" h="3309" extrusionOk="0">
                  <a:moveTo>
                    <a:pt x="1828" y="851"/>
                  </a:moveTo>
                  <a:cubicBezTo>
                    <a:pt x="2080" y="851"/>
                    <a:pt x="2269" y="1071"/>
                    <a:pt x="2269" y="1260"/>
                  </a:cubicBezTo>
                  <a:cubicBezTo>
                    <a:pt x="2269" y="1449"/>
                    <a:pt x="2080" y="1701"/>
                    <a:pt x="1828" y="1701"/>
                  </a:cubicBezTo>
                  <a:cubicBezTo>
                    <a:pt x="1607" y="1701"/>
                    <a:pt x="1450" y="1481"/>
                    <a:pt x="1450" y="1260"/>
                  </a:cubicBezTo>
                  <a:cubicBezTo>
                    <a:pt x="1450" y="1008"/>
                    <a:pt x="1607" y="851"/>
                    <a:pt x="1828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lnTo>
                    <a:pt x="32" y="2079"/>
                  </a:lnTo>
                  <a:cubicBezTo>
                    <a:pt x="32" y="2741"/>
                    <a:pt x="567" y="3308"/>
                    <a:pt x="1261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6" name="Google Shape;1426;p110"/>
            <p:cNvSpPr/>
            <p:nvPr/>
          </p:nvSpPr>
          <p:spPr>
            <a:xfrm>
              <a:off x="-59179450" y="4084200"/>
              <a:ext cx="89800" cy="212700"/>
            </a:xfrm>
            <a:custGeom>
              <a:avLst/>
              <a:gdLst/>
              <a:ahLst/>
              <a:cxnLst/>
              <a:rect l="l" t="t" r="r" b="b"/>
              <a:pathLst>
                <a:path w="3592" h="8508" extrusionOk="0">
                  <a:moveTo>
                    <a:pt x="1733" y="1607"/>
                  </a:moveTo>
                  <a:cubicBezTo>
                    <a:pt x="1922" y="1607"/>
                    <a:pt x="2174" y="1797"/>
                    <a:pt x="2174" y="2049"/>
                  </a:cubicBezTo>
                  <a:lnTo>
                    <a:pt x="2174" y="7278"/>
                  </a:lnTo>
                  <a:cubicBezTo>
                    <a:pt x="2174" y="7499"/>
                    <a:pt x="1985" y="7656"/>
                    <a:pt x="1733" y="7656"/>
                  </a:cubicBezTo>
                  <a:cubicBezTo>
                    <a:pt x="1513" y="7656"/>
                    <a:pt x="1355" y="7467"/>
                    <a:pt x="1355" y="7278"/>
                  </a:cubicBezTo>
                  <a:lnTo>
                    <a:pt x="1355" y="2049"/>
                  </a:lnTo>
                  <a:cubicBezTo>
                    <a:pt x="1355" y="1797"/>
                    <a:pt x="1544" y="1607"/>
                    <a:pt x="1733" y="1607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60" y="536"/>
                    <a:pt x="2993" y="1"/>
                    <a:pt x="23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27" name="Google Shape;1427;p110"/>
          <p:cNvGrpSpPr/>
          <p:nvPr/>
        </p:nvGrpSpPr>
        <p:grpSpPr>
          <a:xfrm>
            <a:off x="6954081" y="1986679"/>
            <a:ext cx="307231" cy="348690"/>
            <a:chOff x="2423775" y="3226875"/>
            <a:chExt cx="259925" cy="295000"/>
          </a:xfrm>
        </p:grpSpPr>
        <p:sp>
          <p:nvSpPr>
            <p:cNvPr id="1428" name="Google Shape;1428;p110"/>
            <p:cNvSpPr/>
            <p:nvPr/>
          </p:nvSpPr>
          <p:spPr>
            <a:xfrm>
              <a:off x="2509625" y="3365900"/>
              <a:ext cx="86650" cy="52000"/>
            </a:xfrm>
            <a:custGeom>
              <a:avLst/>
              <a:gdLst/>
              <a:ahLst/>
              <a:cxnLst/>
              <a:rect l="l" t="t" r="r" b="b"/>
              <a:pathLst>
                <a:path w="3466" h="2080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29" name="Google Shape;1429;p110"/>
            <p:cNvSpPr/>
            <p:nvPr/>
          </p:nvSpPr>
          <p:spPr>
            <a:xfrm>
              <a:off x="2534825" y="33139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316" y="0"/>
                    <a:pt x="0" y="315"/>
                    <a:pt x="0" y="725"/>
                  </a:cubicBezTo>
                  <a:cubicBezTo>
                    <a:pt x="0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0" name="Google Shape;1430;p110"/>
            <p:cNvSpPr/>
            <p:nvPr/>
          </p:nvSpPr>
          <p:spPr>
            <a:xfrm>
              <a:off x="2423775" y="3226875"/>
              <a:ext cx="259925" cy="295000"/>
            </a:xfrm>
            <a:custGeom>
              <a:avLst/>
              <a:gdLst/>
              <a:ahLst/>
              <a:cxnLst/>
              <a:rect l="l" t="t" r="r" b="b"/>
              <a:pathLst>
                <a:path w="10397" h="11800" extrusionOk="0">
                  <a:moveTo>
                    <a:pt x="5167" y="2757"/>
                  </a:moveTo>
                  <a:cubicBezTo>
                    <a:pt x="5923" y="2757"/>
                    <a:pt x="6553" y="3388"/>
                    <a:pt x="6553" y="4144"/>
                  </a:cubicBezTo>
                  <a:cubicBezTo>
                    <a:pt x="6553" y="4490"/>
                    <a:pt x="6396" y="4805"/>
                    <a:pt x="6175" y="5089"/>
                  </a:cubicBezTo>
                  <a:cubicBezTo>
                    <a:pt x="7026" y="5498"/>
                    <a:pt x="7593" y="6317"/>
                    <a:pt x="7593" y="7294"/>
                  </a:cubicBezTo>
                  <a:lnTo>
                    <a:pt x="7593" y="8019"/>
                  </a:lnTo>
                  <a:cubicBezTo>
                    <a:pt x="7593" y="8208"/>
                    <a:pt x="7435" y="8365"/>
                    <a:pt x="7246" y="8365"/>
                  </a:cubicBezTo>
                  <a:lnTo>
                    <a:pt x="3088" y="8365"/>
                  </a:lnTo>
                  <a:cubicBezTo>
                    <a:pt x="2867" y="8365"/>
                    <a:pt x="2710" y="8208"/>
                    <a:pt x="2710" y="8019"/>
                  </a:cubicBezTo>
                  <a:lnTo>
                    <a:pt x="2710" y="7294"/>
                  </a:lnTo>
                  <a:cubicBezTo>
                    <a:pt x="2710" y="6317"/>
                    <a:pt x="3308" y="5498"/>
                    <a:pt x="4127" y="5089"/>
                  </a:cubicBezTo>
                  <a:cubicBezTo>
                    <a:pt x="3907" y="4868"/>
                    <a:pt x="3781" y="4553"/>
                    <a:pt x="3781" y="4144"/>
                  </a:cubicBezTo>
                  <a:cubicBezTo>
                    <a:pt x="3781" y="3388"/>
                    <a:pt x="4411" y="2757"/>
                    <a:pt x="5167" y="2757"/>
                  </a:cubicBezTo>
                  <a:close/>
                  <a:moveTo>
                    <a:pt x="5183" y="1"/>
                  </a:moveTo>
                  <a:cubicBezTo>
                    <a:pt x="5128" y="1"/>
                    <a:pt x="5073" y="17"/>
                    <a:pt x="5010" y="48"/>
                  </a:cubicBezTo>
                  <a:cubicBezTo>
                    <a:pt x="3964" y="646"/>
                    <a:pt x="2946" y="940"/>
                    <a:pt x="1919" y="940"/>
                  </a:cubicBezTo>
                  <a:cubicBezTo>
                    <a:pt x="1430" y="940"/>
                    <a:pt x="939" y="873"/>
                    <a:pt x="441" y="741"/>
                  </a:cubicBezTo>
                  <a:cubicBezTo>
                    <a:pt x="402" y="722"/>
                    <a:pt x="363" y="714"/>
                    <a:pt x="326" y="714"/>
                  </a:cubicBezTo>
                  <a:cubicBezTo>
                    <a:pt x="243" y="714"/>
                    <a:pt x="170" y="751"/>
                    <a:pt x="126" y="773"/>
                  </a:cubicBezTo>
                  <a:cubicBezTo>
                    <a:pt x="32" y="836"/>
                    <a:pt x="0" y="930"/>
                    <a:pt x="0" y="1056"/>
                  </a:cubicBezTo>
                  <a:lnTo>
                    <a:pt x="0" y="5026"/>
                  </a:lnTo>
                  <a:cubicBezTo>
                    <a:pt x="0" y="8145"/>
                    <a:pt x="2080" y="10949"/>
                    <a:pt x="5104" y="11799"/>
                  </a:cubicBezTo>
                  <a:lnTo>
                    <a:pt x="5262" y="11799"/>
                  </a:lnTo>
                  <a:cubicBezTo>
                    <a:pt x="8255" y="10917"/>
                    <a:pt x="10397" y="8145"/>
                    <a:pt x="10397" y="5026"/>
                  </a:cubicBezTo>
                  <a:lnTo>
                    <a:pt x="10397" y="1056"/>
                  </a:lnTo>
                  <a:cubicBezTo>
                    <a:pt x="10397" y="930"/>
                    <a:pt x="10365" y="836"/>
                    <a:pt x="10271" y="773"/>
                  </a:cubicBezTo>
                  <a:cubicBezTo>
                    <a:pt x="10162" y="751"/>
                    <a:pt x="10084" y="714"/>
                    <a:pt x="10014" y="714"/>
                  </a:cubicBezTo>
                  <a:cubicBezTo>
                    <a:pt x="9983" y="714"/>
                    <a:pt x="9954" y="722"/>
                    <a:pt x="9924" y="741"/>
                  </a:cubicBezTo>
                  <a:cubicBezTo>
                    <a:pt x="9414" y="877"/>
                    <a:pt x="8910" y="946"/>
                    <a:pt x="8409" y="946"/>
                  </a:cubicBezTo>
                  <a:cubicBezTo>
                    <a:pt x="7395" y="946"/>
                    <a:pt x="6389" y="660"/>
                    <a:pt x="5356" y="48"/>
                  </a:cubicBezTo>
                  <a:cubicBezTo>
                    <a:pt x="5293" y="17"/>
                    <a:pt x="5238" y="1"/>
                    <a:pt x="51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31" name="Google Shape;1431;p110"/>
          <p:cNvGrpSpPr/>
          <p:nvPr/>
        </p:nvGrpSpPr>
        <p:grpSpPr>
          <a:xfrm>
            <a:off x="6954074" y="3425879"/>
            <a:ext cx="350995" cy="349133"/>
            <a:chOff x="2404875" y="3955825"/>
            <a:chExt cx="296950" cy="295375"/>
          </a:xfrm>
        </p:grpSpPr>
        <p:sp>
          <p:nvSpPr>
            <p:cNvPr id="1432" name="Google Shape;1432;p110"/>
            <p:cNvSpPr/>
            <p:nvPr/>
          </p:nvSpPr>
          <p:spPr>
            <a:xfrm>
              <a:off x="2404875" y="3955825"/>
              <a:ext cx="219775" cy="224500"/>
            </a:xfrm>
            <a:custGeom>
              <a:avLst/>
              <a:gdLst/>
              <a:ahLst/>
              <a:cxnLst/>
              <a:rect l="l" t="t" r="r" b="b"/>
              <a:pathLst>
                <a:path w="8791" h="8980" extrusionOk="0">
                  <a:moveTo>
                    <a:pt x="4537" y="0"/>
                  </a:moveTo>
                  <a:cubicBezTo>
                    <a:pt x="2048" y="0"/>
                    <a:pt x="0" y="2017"/>
                    <a:pt x="0" y="4506"/>
                  </a:cubicBezTo>
                  <a:cubicBezTo>
                    <a:pt x="0" y="6963"/>
                    <a:pt x="2048" y="8979"/>
                    <a:pt x="4537" y="8979"/>
                  </a:cubicBezTo>
                  <a:cubicBezTo>
                    <a:pt x="6459" y="8979"/>
                    <a:pt x="8160" y="7719"/>
                    <a:pt x="8790" y="5986"/>
                  </a:cubicBezTo>
                  <a:cubicBezTo>
                    <a:pt x="8633" y="5860"/>
                    <a:pt x="8443" y="5640"/>
                    <a:pt x="8286" y="5514"/>
                  </a:cubicBezTo>
                  <a:lnTo>
                    <a:pt x="7498" y="5514"/>
                  </a:lnTo>
                  <a:cubicBezTo>
                    <a:pt x="7057" y="6742"/>
                    <a:pt x="5923" y="7593"/>
                    <a:pt x="4568" y="7593"/>
                  </a:cubicBezTo>
                  <a:cubicBezTo>
                    <a:pt x="2836" y="7593"/>
                    <a:pt x="1481" y="6175"/>
                    <a:pt x="1481" y="4506"/>
                  </a:cubicBezTo>
                  <a:cubicBezTo>
                    <a:pt x="1481" y="2804"/>
                    <a:pt x="2867" y="1387"/>
                    <a:pt x="4568" y="1387"/>
                  </a:cubicBezTo>
                  <a:cubicBezTo>
                    <a:pt x="5923" y="1387"/>
                    <a:pt x="7057" y="2237"/>
                    <a:pt x="7498" y="3466"/>
                  </a:cubicBezTo>
                  <a:lnTo>
                    <a:pt x="8286" y="3466"/>
                  </a:lnTo>
                  <a:cubicBezTo>
                    <a:pt x="8443" y="3308"/>
                    <a:pt x="8633" y="3088"/>
                    <a:pt x="8790" y="2993"/>
                  </a:cubicBezTo>
                  <a:cubicBezTo>
                    <a:pt x="8160" y="1261"/>
                    <a:pt x="6522" y="0"/>
                    <a:pt x="45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3" name="Google Shape;1433;p110"/>
            <p:cNvSpPr/>
            <p:nvPr/>
          </p:nvSpPr>
          <p:spPr>
            <a:xfrm>
              <a:off x="2510400" y="4024075"/>
              <a:ext cx="191425" cy="87575"/>
            </a:xfrm>
            <a:custGeom>
              <a:avLst/>
              <a:gdLst/>
              <a:ahLst/>
              <a:cxnLst/>
              <a:rect l="l" t="t" r="r" b="b"/>
              <a:pathLst>
                <a:path w="7657" h="3503" extrusionOk="0">
                  <a:moveTo>
                    <a:pt x="7260" y="0"/>
                  </a:moveTo>
                  <a:cubicBezTo>
                    <a:pt x="7232" y="0"/>
                    <a:pt x="7206" y="4"/>
                    <a:pt x="7184" y="11"/>
                  </a:cubicBezTo>
                  <a:lnTo>
                    <a:pt x="5073" y="736"/>
                  </a:lnTo>
                  <a:cubicBezTo>
                    <a:pt x="5042" y="736"/>
                    <a:pt x="5010" y="767"/>
                    <a:pt x="4947" y="799"/>
                  </a:cubicBezTo>
                  <a:lnTo>
                    <a:pt x="4380" y="1398"/>
                  </a:lnTo>
                  <a:lnTo>
                    <a:pt x="347" y="1398"/>
                  </a:lnTo>
                  <a:cubicBezTo>
                    <a:pt x="158" y="1398"/>
                    <a:pt x="1" y="1555"/>
                    <a:pt x="1" y="1744"/>
                  </a:cubicBezTo>
                  <a:cubicBezTo>
                    <a:pt x="1" y="1965"/>
                    <a:pt x="158" y="2122"/>
                    <a:pt x="347" y="2122"/>
                  </a:cubicBezTo>
                  <a:lnTo>
                    <a:pt x="4380" y="2122"/>
                  </a:lnTo>
                  <a:lnTo>
                    <a:pt x="4947" y="2689"/>
                  </a:lnTo>
                  <a:cubicBezTo>
                    <a:pt x="5010" y="2752"/>
                    <a:pt x="5042" y="2784"/>
                    <a:pt x="5073" y="2784"/>
                  </a:cubicBezTo>
                  <a:lnTo>
                    <a:pt x="7184" y="3477"/>
                  </a:lnTo>
                  <a:cubicBezTo>
                    <a:pt x="7210" y="3494"/>
                    <a:pt x="7242" y="3502"/>
                    <a:pt x="7275" y="3502"/>
                  </a:cubicBezTo>
                  <a:cubicBezTo>
                    <a:pt x="7362" y="3502"/>
                    <a:pt x="7462" y="3451"/>
                    <a:pt x="7531" y="3382"/>
                  </a:cubicBezTo>
                  <a:cubicBezTo>
                    <a:pt x="7594" y="3256"/>
                    <a:pt x="7657" y="3099"/>
                    <a:pt x="7562" y="2973"/>
                  </a:cubicBezTo>
                  <a:lnTo>
                    <a:pt x="6932" y="1744"/>
                  </a:lnTo>
                  <a:lnTo>
                    <a:pt x="7562" y="547"/>
                  </a:lnTo>
                  <a:cubicBezTo>
                    <a:pt x="7657" y="389"/>
                    <a:pt x="7594" y="232"/>
                    <a:pt x="7531" y="137"/>
                  </a:cubicBezTo>
                  <a:cubicBezTo>
                    <a:pt x="7458" y="41"/>
                    <a:pt x="7349" y="0"/>
                    <a:pt x="72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4" name="Google Shape;1434;p110"/>
            <p:cNvSpPr/>
            <p:nvPr/>
          </p:nvSpPr>
          <p:spPr>
            <a:xfrm>
              <a:off x="2424550" y="4188175"/>
              <a:ext cx="189050" cy="63025"/>
            </a:xfrm>
            <a:custGeom>
              <a:avLst/>
              <a:gdLst/>
              <a:ahLst/>
              <a:cxnLst/>
              <a:rect l="l" t="t" r="r" b="b"/>
              <a:pathLst>
                <a:path w="7562" h="2521" extrusionOk="0">
                  <a:moveTo>
                    <a:pt x="1828" y="0"/>
                  </a:moveTo>
                  <a:lnTo>
                    <a:pt x="1482" y="1135"/>
                  </a:lnTo>
                  <a:lnTo>
                    <a:pt x="1040" y="1135"/>
                  </a:lnTo>
                  <a:cubicBezTo>
                    <a:pt x="442" y="1135"/>
                    <a:pt x="1" y="1607"/>
                    <a:pt x="1" y="2174"/>
                  </a:cubicBezTo>
                  <a:cubicBezTo>
                    <a:pt x="1" y="2363"/>
                    <a:pt x="158" y="2521"/>
                    <a:pt x="379" y="2521"/>
                  </a:cubicBezTo>
                  <a:lnTo>
                    <a:pt x="7310" y="2521"/>
                  </a:lnTo>
                  <a:cubicBezTo>
                    <a:pt x="7404" y="2489"/>
                    <a:pt x="7562" y="2363"/>
                    <a:pt x="7562" y="2174"/>
                  </a:cubicBezTo>
                  <a:cubicBezTo>
                    <a:pt x="7562" y="1576"/>
                    <a:pt x="7089" y="1135"/>
                    <a:pt x="6554" y="1135"/>
                  </a:cubicBezTo>
                  <a:lnTo>
                    <a:pt x="6113" y="1135"/>
                  </a:lnTo>
                  <a:lnTo>
                    <a:pt x="5766" y="0"/>
                  </a:lnTo>
                  <a:cubicBezTo>
                    <a:pt x="5168" y="252"/>
                    <a:pt x="4506" y="410"/>
                    <a:pt x="3781" y="410"/>
                  </a:cubicBezTo>
                  <a:cubicBezTo>
                    <a:pt x="3088" y="410"/>
                    <a:pt x="2427" y="252"/>
                    <a:pt x="18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35" name="Google Shape;1435;p110"/>
            <p:cNvSpPr/>
            <p:nvPr/>
          </p:nvSpPr>
          <p:spPr>
            <a:xfrm>
              <a:off x="2457625" y="4007025"/>
              <a:ext cx="115025" cy="122100"/>
            </a:xfrm>
            <a:custGeom>
              <a:avLst/>
              <a:gdLst/>
              <a:ahLst/>
              <a:cxnLst/>
              <a:rect l="l" t="t" r="r" b="b"/>
              <a:pathLst>
                <a:path w="4601" h="4884" extrusionOk="0">
                  <a:moveTo>
                    <a:pt x="2427" y="0"/>
                  </a:moveTo>
                  <a:cubicBezTo>
                    <a:pt x="1104" y="0"/>
                    <a:pt x="1" y="1103"/>
                    <a:pt x="1" y="2458"/>
                  </a:cubicBezTo>
                  <a:cubicBezTo>
                    <a:pt x="1" y="3781"/>
                    <a:pt x="1104" y="4884"/>
                    <a:pt x="2427" y="4884"/>
                  </a:cubicBezTo>
                  <a:cubicBezTo>
                    <a:pt x="3404" y="4884"/>
                    <a:pt x="4254" y="4348"/>
                    <a:pt x="4601" y="3497"/>
                  </a:cubicBezTo>
                  <a:lnTo>
                    <a:pt x="2427" y="3497"/>
                  </a:lnTo>
                  <a:cubicBezTo>
                    <a:pt x="1828" y="3497"/>
                    <a:pt x="1419" y="3025"/>
                    <a:pt x="1419" y="2489"/>
                  </a:cubicBezTo>
                  <a:cubicBezTo>
                    <a:pt x="1356" y="1859"/>
                    <a:pt x="1828" y="1386"/>
                    <a:pt x="2427" y="1386"/>
                  </a:cubicBezTo>
                  <a:lnTo>
                    <a:pt x="4601" y="1386"/>
                  </a:lnTo>
                  <a:cubicBezTo>
                    <a:pt x="4191" y="567"/>
                    <a:pt x="3372" y="0"/>
                    <a:pt x="24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111"/>
          <p:cNvSpPr txBox="1"/>
          <p:nvPr>
            <p:ph type="subTitle" idx="5"/>
          </p:nvPr>
        </p:nvSpPr>
        <p:spPr>
          <a:xfrm>
            <a:off x="728750" y="2997225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Jupiter</a:t>
            </a:r>
            <a:endParaRPr lang="en-GB"/>
          </a:p>
        </p:txBody>
      </p:sp>
      <p:sp>
        <p:nvSpPr>
          <p:cNvPr id="1441" name="Google Shape;1441;p111"/>
          <p:cNvSpPr txBox="1"/>
          <p:nvPr>
            <p:ph type="subTitle" idx="6"/>
          </p:nvPr>
        </p:nvSpPr>
        <p:spPr>
          <a:xfrm>
            <a:off x="728762" y="3405999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Jupiter is the biggest planet</a:t>
            </a:r>
            <a:endParaRPr lang="en-GB"/>
          </a:p>
        </p:txBody>
      </p:sp>
      <p:sp>
        <p:nvSpPr>
          <p:cNvPr id="1442" name="Google Shape;1442;p111"/>
          <p:cNvSpPr txBox="1"/>
          <p:nvPr>
            <p:ph type="subTitle" idx="1"/>
          </p:nvPr>
        </p:nvSpPr>
        <p:spPr>
          <a:xfrm>
            <a:off x="728750" y="1112872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Neptune</a:t>
            </a:r>
            <a:endParaRPr lang="en-GB"/>
          </a:p>
        </p:txBody>
      </p:sp>
      <p:sp>
        <p:nvSpPr>
          <p:cNvPr id="1443" name="Google Shape;1443;p111"/>
          <p:cNvSpPr txBox="1"/>
          <p:nvPr>
            <p:ph type="subTitle" idx="2"/>
          </p:nvPr>
        </p:nvSpPr>
        <p:spPr>
          <a:xfrm>
            <a:off x="728762" y="1515149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It’s the farthest planet from the Sun</a:t>
            </a:r>
            <a:endParaRPr lang="en-GB"/>
          </a:p>
        </p:txBody>
      </p:sp>
      <p:sp>
        <p:nvSpPr>
          <p:cNvPr id="1444" name="Google Shape;1444;p111"/>
          <p:cNvSpPr txBox="1"/>
          <p:nvPr>
            <p:ph type="subTitle" idx="3"/>
          </p:nvPr>
        </p:nvSpPr>
        <p:spPr>
          <a:xfrm>
            <a:off x="728750" y="2036386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</a:t>
            </a:r>
            <a:endParaRPr lang="en-GB"/>
          </a:p>
        </p:txBody>
      </p:sp>
      <p:sp>
        <p:nvSpPr>
          <p:cNvPr id="1445" name="Google Shape;1445;p111"/>
          <p:cNvSpPr txBox="1"/>
          <p:nvPr>
            <p:ph type="subTitle" idx="4"/>
          </p:nvPr>
        </p:nvSpPr>
        <p:spPr>
          <a:xfrm>
            <a:off x="728762" y="2445160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Venus has a beautiful name</a:t>
            </a:r>
            <a:endParaRPr lang="en-GB"/>
          </a:p>
        </p:txBody>
      </p:sp>
      <p:sp>
        <p:nvSpPr>
          <p:cNvPr id="1446" name="Google Shape;1446;p111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goals</a:t>
            </a:r>
            <a:endParaRPr lang="en-GB"/>
          </a:p>
        </p:txBody>
      </p:sp>
      <p:pic>
        <p:nvPicPr>
          <p:cNvPr id="1447" name="Google Shape;1447;p111"/>
          <p:cNvPicPr preferRelativeResize="0"/>
          <p:nvPr/>
        </p:nvPicPr>
        <p:blipFill rotWithShape="1">
          <a:blip r:embed="rId1"/>
          <a:srcRect t="12507" b="12514"/>
          <a:stretch>
            <a:fillRect/>
          </a:stretch>
        </p:blipFill>
        <p:spPr>
          <a:xfrm>
            <a:off x="3138493" y="1259600"/>
            <a:ext cx="5243510" cy="2624298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11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Statistics</a:t>
            </a:r>
            <a:endParaRPr lang="en-GB"/>
          </a:p>
        </p:txBody>
      </p:sp>
      <p:graphicFrame>
        <p:nvGraphicFramePr>
          <p:cNvPr id="1453" name="Google Shape;1453;p112"/>
          <p:cNvGraphicFramePr/>
          <p:nvPr/>
        </p:nvGraphicFramePr>
        <p:xfrm>
          <a:off x="952500" y="1789450"/>
          <a:ext cx="7239000" cy="3000000"/>
        </p:xfrm>
        <a:graphic>
          <a:graphicData uri="http://schemas.openxmlformats.org/drawingml/2006/table">
            <a:tbl>
              <a:tblPr>
                <a:noFill/>
                <a:tableStyleId>{6DB2CEF2-5C51-459F-9956-8D74FEA107DB}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Phase 1</a:t>
                      </a: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Phase 2</a:t>
                      </a: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Phase 3</a:t>
                      </a: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Mercury</a:t>
                      </a: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1,254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9,145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8,145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Mars</a:t>
                      </a: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5,214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6,541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3,214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Saturn</a:t>
                      </a:r>
                      <a:endParaRPr sz="2400">
                        <a:solidFill>
                          <a:schemeClr val="dk1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3,418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3,214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5,415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Statistics</a:t>
            </a:r>
            <a:endParaRPr lang="en-GB"/>
          </a:p>
        </p:txBody>
      </p:sp>
      <p:graphicFrame>
        <p:nvGraphicFramePr>
          <p:cNvPr id="1459" name="Google Shape;1459;p113"/>
          <p:cNvGraphicFramePr/>
          <p:nvPr/>
        </p:nvGraphicFramePr>
        <p:xfrm>
          <a:off x="713250" y="1140300"/>
          <a:ext cx="7607500" cy="3000000"/>
        </p:xfrm>
        <a:graphic>
          <a:graphicData uri="http://schemas.openxmlformats.org/drawingml/2006/table">
            <a:tbl>
              <a:tblPr>
                <a:noFill/>
                <a:tableStyleId>{6DB2CEF2-5C51-459F-9956-8D74FEA107DB}</a:tableStyleId>
              </a:tblPr>
              <a:tblGrid>
                <a:gridCol w="1764875"/>
                <a:gridCol w="1465800"/>
                <a:gridCol w="1410125"/>
                <a:gridCol w="1532375"/>
                <a:gridCol w="1434325"/>
              </a:tblGrid>
              <a:tr h="732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91425" marR="91425" marT="91425" marB="914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11635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2019</a:t>
                      </a:r>
                      <a:endParaRPr sz="2400">
                        <a:solidFill>
                          <a:srgbClr val="011635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11635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2020</a:t>
                      </a:r>
                      <a:endParaRPr sz="2400">
                        <a:solidFill>
                          <a:srgbClr val="011635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11635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2021</a:t>
                      </a:r>
                      <a:endParaRPr sz="2400">
                        <a:solidFill>
                          <a:srgbClr val="011635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11635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2022</a:t>
                      </a:r>
                      <a:endParaRPr sz="2400">
                        <a:solidFill>
                          <a:srgbClr val="011635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26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11635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Avg. s</a:t>
                      </a:r>
                      <a:r>
                        <a:rPr lang="en-GB" sz="2400">
                          <a:solidFill>
                            <a:srgbClr val="011635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pe</a:t>
                      </a:r>
                      <a:r>
                        <a:rPr lang="en-GB" sz="2400">
                          <a:solidFill>
                            <a:srgbClr val="011635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n</a:t>
                      </a:r>
                      <a:endParaRPr sz="2400">
                        <a:solidFill>
                          <a:srgbClr val="011635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$15,225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$40,000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$45,000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$65,000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26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 sz="2400">
                          <a:solidFill>
                            <a:srgbClr val="011635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D</a:t>
                      </a:r>
                      <a:r>
                        <a:rPr lang="en-GB" sz="2400">
                          <a:solidFill>
                            <a:srgbClr val="011635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e</a:t>
                      </a:r>
                      <a:r>
                        <a:rPr lang="en-GB" sz="2400">
                          <a:solidFill>
                            <a:srgbClr val="011635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scription</a:t>
                      </a:r>
                      <a:endParaRPr sz="2400">
                        <a:solidFill>
                          <a:srgbClr val="011635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Mercury is very small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Venus has a nice name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Jupiter is the biggest planet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9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Mars is a cold place, not hot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26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11635"/>
                          </a:solidFill>
                          <a:latin typeface="Vidaloka"/>
                          <a:ea typeface="Vidaloka"/>
                          <a:cs typeface="Vidaloka"/>
                          <a:sym typeface="Vidaloka"/>
                        </a:rPr>
                        <a:t>Customers</a:t>
                      </a:r>
                      <a:endParaRPr sz="2400">
                        <a:solidFill>
                          <a:srgbClr val="011635"/>
                        </a:solidFill>
                        <a:latin typeface="Vidaloka"/>
                        <a:ea typeface="Vidaloka"/>
                        <a:cs typeface="Vidaloka"/>
                        <a:sym typeface="Vidalok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12,000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20,000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19,000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40,000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114"/>
          <p:cNvSpPr txBox="1"/>
          <p:nvPr>
            <p:ph type="subTitle" idx="1"/>
          </p:nvPr>
        </p:nvSpPr>
        <p:spPr>
          <a:xfrm>
            <a:off x="2364984" y="1346400"/>
            <a:ext cx="4414200" cy="3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Jupiter’s rotation period</a:t>
            </a:r>
            <a:endParaRPr lang="en-GB"/>
          </a:p>
        </p:txBody>
      </p:sp>
      <p:sp>
        <p:nvSpPr>
          <p:cNvPr id="1465" name="Google Shape;1465;p114"/>
          <p:cNvSpPr txBox="1"/>
          <p:nvPr>
            <p:ph type="subTitle" idx="3"/>
          </p:nvPr>
        </p:nvSpPr>
        <p:spPr>
          <a:xfrm>
            <a:off x="2364984" y="2694825"/>
            <a:ext cx="4414200" cy="3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Sun’s mass compared to Earth’s</a:t>
            </a:r>
            <a:endParaRPr sz="1700">
              <a:solidFill>
                <a:srgbClr val="191919"/>
              </a:solidFill>
              <a:latin typeface="PT Sans" panose="020B0503020203020204"/>
              <a:ea typeface="PT Sans" panose="020B0503020203020204"/>
              <a:cs typeface="PT Sans" panose="020B0503020203020204"/>
              <a:sym typeface="PT Sans" panose="020B0503020203020204"/>
            </a:endParaRPr>
          </a:p>
        </p:txBody>
      </p:sp>
      <p:sp>
        <p:nvSpPr>
          <p:cNvPr id="1466" name="Google Shape;1466;p114"/>
          <p:cNvSpPr txBox="1"/>
          <p:nvPr>
            <p:ph type="subTitle" idx="5"/>
          </p:nvPr>
        </p:nvSpPr>
        <p:spPr>
          <a:xfrm>
            <a:off x="2364950" y="4043250"/>
            <a:ext cx="4414200" cy="3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D</a:t>
            </a:r>
            <a:r>
              <a:rPr lang="en-GB"/>
              <a:t>istance between Earth and the Moon</a:t>
            </a:r>
            <a:endParaRPr lang="en-GB"/>
          </a:p>
        </p:txBody>
      </p:sp>
      <p:sp>
        <p:nvSpPr>
          <p:cNvPr id="1467" name="Google Shape;1467;p114"/>
          <p:cNvSpPr txBox="1"/>
          <p:nvPr>
            <p:ph type="title"/>
          </p:nvPr>
        </p:nvSpPr>
        <p:spPr>
          <a:xfrm>
            <a:off x="2592925" y="714600"/>
            <a:ext cx="39582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9</a:t>
            </a:r>
            <a:r>
              <a:rPr lang="en-GB"/>
              <a:t>h 55m 23s</a:t>
            </a:r>
            <a:endParaRPr lang="en-GB"/>
          </a:p>
        </p:txBody>
      </p:sp>
      <p:sp>
        <p:nvSpPr>
          <p:cNvPr id="1468" name="Google Shape;1468;p114"/>
          <p:cNvSpPr txBox="1"/>
          <p:nvPr>
            <p:ph type="title" idx="2"/>
          </p:nvPr>
        </p:nvSpPr>
        <p:spPr>
          <a:xfrm>
            <a:off x="2592925" y="2063025"/>
            <a:ext cx="39582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333,000</a:t>
            </a:r>
            <a:endParaRPr lang="en-GB"/>
          </a:p>
        </p:txBody>
      </p:sp>
      <p:sp>
        <p:nvSpPr>
          <p:cNvPr id="1469" name="Google Shape;1469;p114"/>
          <p:cNvSpPr txBox="1"/>
          <p:nvPr>
            <p:ph type="title" idx="4"/>
          </p:nvPr>
        </p:nvSpPr>
        <p:spPr>
          <a:xfrm>
            <a:off x="2592925" y="3411450"/>
            <a:ext cx="39582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386,000 km</a:t>
            </a:r>
            <a:endParaRPr lang="en-GB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15"/>
          <p:cNvSpPr txBox="1"/>
          <p:nvPr>
            <p:ph type="title"/>
          </p:nvPr>
        </p:nvSpPr>
        <p:spPr>
          <a:xfrm>
            <a:off x="733000" y="1114450"/>
            <a:ext cx="11181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354</a:t>
            </a:r>
            <a:endParaRPr lang="en-GB"/>
          </a:p>
        </p:txBody>
      </p:sp>
      <p:sp>
        <p:nvSpPr>
          <p:cNvPr id="1475" name="Google Shape;1475;p115"/>
          <p:cNvSpPr txBox="1"/>
          <p:nvPr>
            <p:ph type="subTitle" idx="3"/>
          </p:nvPr>
        </p:nvSpPr>
        <p:spPr>
          <a:xfrm>
            <a:off x="1973988" y="902134"/>
            <a:ext cx="27645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Mars</a:t>
            </a:r>
            <a:endParaRPr lang="en-GB"/>
          </a:p>
        </p:txBody>
      </p:sp>
      <p:sp>
        <p:nvSpPr>
          <p:cNvPr id="1476" name="Google Shape;1476;p115"/>
          <p:cNvSpPr txBox="1"/>
          <p:nvPr>
            <p:ph type="title" idx="8"/>
          </p:nvPr>
        </p:nvSpPr>
        <p:spPr>
          <a:xfrm>
            <a:off x="4441002" y="2276488"/>
            <a:ext cx="11181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789</a:t>
            </a:r>
            <a:endParaRPr lang="en-GB"/>
          </a:p>
        </p:txBody>
      </p:sp>
      <p:sp>
        <p:nvSpPr>
          <p:cNvPr id="1477" name="Google Shape;1477;p115"/>
          <p:cNvSpPr txBox="1"/>
          <p:nvPr>
            <p:ph type="subTitle" idx="4"/>
          </p:nvPr>
        </p:nvSpPr>
        <p:spPr>
          <a:xfrm>
            <a:off x="1973988" y="1304410"/>
            <a:ext cx="276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Montserrat"/>
                <a:ea typeface="Montserrat"/>
                <a:cs typeface="Montserrat"/>
                <a:sym typeface="Montserrat"/>
              </a:rPr>
              <a:t>Despite being red, Mars is actually a cold place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8" name="Google Shape;1478;p115"/>
          <p:cNvSpPr txBox="1"/>
          <p:nvPr>
            <p:ph type="subTitle" idx="1"/>
          </p:nvPr>
        </p:nvSpPr>
        <p:spPr>
          <a:xfrm>
            <a:off x="5700609" y="2084269"/>
            <a:ext cx="27645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Mercury</a:t>
            </a:r>
            <a:endParaRPr lang="en-GB"/>
          </a:p>
        </p:txBody>
      </p:sp>
      <p:sp>
        <p:nvSpPr>
          <p:cNvPr id="1479" name="Google Shape;1479;p115"/>
          <p:cNvSpPr txBox="1"/>
          <p:nvPr>
            <p:ph type="subTitle" idx="2"/>
          </p:nvPr>
        </p:nvSpPr>
        <p:spPr>
          <a:xfrm>
            <a:off x="5700621" y="2486544"/>
            <a:ext cx="276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 sz="1400">
                <a:latin typeface="Montserrat"/>
                <a:ea typeface="Montserrat"/>
                <a:cs typeface="Montserrat"/>
                <a:sym typeface="Montserrat"/>
              </a:rPr>
              <a:t>Mercury is the smallest planet of them all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0" name="Google Shape;1480;p115"/>
          <p:cNvSpPr txBox="1"/>
          <p:nvPr>
            <p:ph type="subTitle" idx="5"/>
          </p:nvPr>
        </p:nvSpPr>
        <p:spPr>
          <a:xfrm>
            <a:off x="1973988" y="3290875"/>
            <a:ext cx="27645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Neptune</a:t>
            </a:r>
            <a:endParaRPr lang="en-GB"/>
          </a:p>
        </p:txBody>
      </p:sp>
      <p:sp>
        <p:nvSpPr>
          <p:cNvPr id="1481" name="Google Shape;1481;p115"/>
          <p:cNvSpPr txBox="1"/>
          <p:nvPr>
            <p:ph type="subTitle" idx="6"/>
          </p:nvPr>
        </p:nvSpPr>
        <p:spPr>
          <a:xfrm>
            <a:off x="1973988" y="3699649"/>
            <a:ext cx="276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90204"/>
              <a:buNone/>
            </a:pPr>
            <a:r>
              <a:rPr lang="en-GB"/>
              <a:t>Neptune is the farthest planet from the Sun</a:t>
            </a:r>
            <a:endParaRPr lang="en-GB"/>
          </a:p>
        </p:txBody>
      </p:sp>
      <p:sp>
        <p:nvSpPr>
          <p:cNvPr id="1482" name="Google Shape;1482;p115"/>
          <p:cNvSpPr txBox="1"/>
          <p:nvPr>
            <p:ph type="title" idx="7"/>
          </p:nvPr>
        </p:nvSpPr>
        <p:spPr>
          <a:xfrm>
            <a:off x="733000" y="3503175"/>
            <a:ext cx="11181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912</a:t>
            </a:r>
            <a:endParaRPr lang="en-GB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116"/>
          <p:cNvSpPr txBox="1"/>
          <p:nvPr>
            <p:ph type="title"/>
          </p:nvPr>
        </p:nvSpPr>
        <p:spPr>
          <a:xfrm>
            <a:off x="803750" y="2040496"/>
            <a:ext cx="4087500" cy="6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Desktop mockup</a:t>
            </a:r>
            <a:endParaRPr lang="en-GB"/>
          </a:p>
        </p:txBody>
      </p:sp>
      <p:sp>
        <p:nvSpPr>
          <p:cNvPr id="1488" name="Google Shape;1488;p116"/>
          <p:cNvSpPr txBox="1"/>
          <p:nvPr>
            <p:ph type="subTitle" idx="1"/>
          </p:nvPr>
        </p:nvSpPr>
        <p:spPr>
          <a:xfrm>
            <a:off x="803750" y="2693525"/>
            <a:ext cx="31593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You can replace the image on the screen with your own work</a:t>
            </a:r>
            <a:endParaRPr lang="en-GB"/>
          </a:p>
        </p:txBody>
      </p:sp>
      <p:grpSp>
        <p:nvGrpSpPr>
          <p:cNvPr id="1489" name="Google Shape;1489;p116"/>
          <p:cNvGrpSpPr/>
          <p:nvPr/>
        </p:nvGrpSpPr>
        <p:grpSpPr>
          <a:xfrm>
            <a:off x="5205650" y="1369751"/>
            <a:ext cx="3017896" cy="2531353"/>
            <a:chOff x="649171" y="238145"/>
            <a:chExt cx="6249525" cy="5241981"/>
          </a:xfrm>
        </p:grpSpPr>
        <p:sp>
          <p:nvSpPr>
            <p:cNvPr id="1490" name="Google Shape;1490;p116"/>
            <p:cNvSpPr/>
            <p:nvPr/>
          </p:nvSpPr>
          <p:spPr>
            <a:xfrm>
              <a:off x="2850275" y="4515119"/>
              <a:ext cx="1849000" cy="810050"/>
            </a:xfrm>
            <a:custGeom>
              <a:avLst/>
              <a:gdLst/>
              <a:ahLst/>
              <a:cxnLst/>
              <a:rect l="l" t="t" r="r" b="b"/>
              <a:pathLst>
                <a:path w="73960" h="32402" extrusionOk="0">
                  <a:moveTo>
                    <a:pt x="7960" y="1"/>
                  </a:moveTo>
                  <a:cubicBezTo>
                    <a:pt x="5284" y="10848"/>
                    <a:pt x="2607" y="21625"/>
                    <a:pt x="1" y="32402"/>
                  </a:cubicBezTo>
                  <a:lnTo>
                    <a:pt x="73960" y="32402"/>
                  </a:lnTo>
                  <a:lnTo>
                    <a:pt x="66071" y="1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1" name="Google Shape;1491;p116"/>
            <p:cNvSpPr/>
            <p:nvPr/>
          </p:nvSpPr>
          <p:spPr>
            <a:xfrm>
              <a:off x="2638975" y="5325151"/>
              <a:ext cx="2269850" cy="154975"/>
            </a:xfrm>
            <a:custGeom>
              <a:avLst/>
              <a:gdLst/>
              <a:ahLst/>
              <a:cxnLst/>
              <a:rect l="l" t="t" r="r" b="b"/>
              <a:pathLst>
                <a:path w="90794" h="6199" extrusionOk="0">
                  <a:moveTo>
                    <a:pt x="3875" y="0"/>
                  </a:moveTo>
                  <a:cubicBezTo>
                    <a:pt x="1761" y="0"/>
                    <a:pt x="1" y="2043"/>
                    <a:pt x="1" y="4508"/>
                  </a:cubicBezTo>
                  <a:lnTo>
                    <a:pt x="1" y="6199"/>
                  </a:lnTo>
                  <a:lnTo>
                    <a:pt x="90794" y="6199"/>
                  </a:lnTo>
                  <a:lnTo>
                    <a:pt x="90794" y="4508"/>
                  </a:lnTo>
                  <a:cubicBezTo>
                    <a:pt x="90794" y="2043"/>
                    <a:pt x="89103" y="0"/>
                    <a:pt x="86990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2" name="Google Shape;1492;p116"/>
            <p:cNvSpPr/>
            <p:nvPr/>
          </p:nvSpPr>
          <p:spPr>
            <a:xfrm>
              <a:off x="649171" y="238145"/>
              <a:ext cx="6249525" cy="4250923"/>
            </a:xfrm>
            <a:custGeom>
              <a:avLst/>
              <a:gdLst/>
              <a:ahLst/>
              <a:cxnLst/>
              <a:rect l="l" t="t" r="r" b="b"/>
              <a:pathLst>
                <a:path w="249981" h="157427" extrusionOk="0">
                  <a:moveTo>
                    <a:pt x="6198" y="0"/>
                  </a:moveTo>
                  <a:cubicBezTo>
                    <a:pt x="2817" y="0"/>
                    <a:pt x="0" y="2817"/>
                    <a:pt x="0" y="6198"/>
                  </a:cubicBezTo>
                  <a:lnTo>
                    <a:pt x="0" y="157427"/>
                  </a:lnTo>
                  <a:lnTo>
                    <a:pt x="249980" y="157427"/>
                  </a:lnTo>
                  <a:lnTo>
                    <a:pt x="249980" y="6198"/>
                  </a:lnTo>
                  <a:cubicBezTo>
                    <a:pt x="249980" y="2817"/>
                    <a:pt x="247233" y="0"/>
                    <a:pt x="243782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3" name="Google Shape;1493;p116"/>
            <p:cNvSpPr/>
            <p:nvPr/>
          </p:nvSpPr>
          <p:spPr>
            <a:xfrm>
              <a:off x="904475" y="481125"/>
              <a:ext cx="5738850" cy="3435575"/>
            </a:xfrm>
            <a:custGeom>
              <a:avLst/>
              <a:gdLst/>
              <a:ahLst/>
              <a:cxnLst/>
              <a:rect l="l" t="t" r="r" b="b"/>
              <a:pathLst>
                <a:path w="229554" h="137423" extrusionOk="0">
                  <a:moveTo>
                    <a:pt x="0" y="0"/>
                  </a:moveTo>
                  <a:lnTo>
                    <a:pt x="0" y="137423"/>
                  </a:lnTo>
                  <a:lnTo>
                    <a:pt x="229554" y="137423"/>
                  </a:lnTo>
                  <a:lnTo>
                    <a:pt x="229554" y="0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494" name="Google Shape;1494;p116"/>
          <p:cNvPicPr preferRelativeResize="0"/>
          <p:nvPr/>
        </p:nvPicPr>
        <p:blipFill rotWithShape="1">
          <a:blip r:embed="rId1"/>
          <a:srcRect l="2884" r="2884"/>
          <a:stretch>
            <a:fillRect/>
          </a:stretch>
        </p:blipFill>
        <p:spPr>
          <a:xfrm>
            <a:off x="5321000" y="1483425"/>
            <a:ext cx="2787300" cy="166380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117"/>
          <p:cNvSpPr txBox="1"/>
          <p:nvPr>
            <p:ph type="title"/>
          </p:nvPr>
        </p:nvSpPr>
        <p:spPr>
          <a:xfrm>
            <a:off x="4490150" y="2047725"/>
            <a:ext cx="3364200" cy="6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Tablet app</a:t>
            </a:r>
            <a:endParaRPr lang="en-GB"/>
          </a:p>
        </p:txBody>
      </p:sp>
      <p:sp>
        <p:nvSpPr>
          <p:cNvPr id="1500" name="Google Shape;1500;p117"/>
          <p:cNvSpPr txBox="1"/>
          <p:nvPr>
            <p:ph type="subTitle" idx="1"/>
          </p:nvPr>
        </p:nvSpPr>
        <p:spPr>
          <a:xfrm>
            <a:off x="4855550" y="2694825"/>
            <a:ext cx="29988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You can replace the image on the screen with your own work</a:t>
            </a:r>
            <a:endParaRPr lang="en-GB"/>
          </a:p>
        </p:txBody>
      </p:sp>
      <p:grpSp>
        <p:nvGrpSpPr>
          <p:cNvPr id="1501" name="Google Shape;1501;p117"/>
          <p:cNvGrpSpPr/>
          <p:nvPr/>
        </p:nvGrpSpPr>
        <p:grpSpPr>
          <a:xfrm>
            <a:off x="1605176" y="1091805"/>
            <a:ext cx="2018734" cy="3032194"/>
            <a:chOff x="2995750" y="1247875"/>
            <a:chExt cx="2258850" cy="3293000"/>
          </a:xfrm>
        </p:grpSpPr>
        <p:sp>
          <p:nvSpPr>
            <p:cNvPr id="1502" name="Google Shape;1502;p117"/>
            <p:cNvSpPr/>
            <p:nvPr/>
          </p:nvSpPr>
          <p:spPr>
            <a:xfrm>
              <a:off x="5215825" y="1681925"/>
              <a:ext cx="38775" cy="103475"/>
            </a:xfrm>
            <a:custGeom>
              <a:avLst/>
              <a:gdLst/>
              <a:ahLst/>
              <a:cxnLst/>
              <a:rect l="l" t="t" r="r" b="b"/>
              <a:pathLst>
                <a:path w="1551" h="4139" extrusionOk="0">
                  <a:moveTo>
                    <a:pt x="659" y="0"/>
                  </a:moveTo>
                  <a:cubicBezTo>
                    <a:pt x="298" y="0"/>
                    <a:pt x="1" y="297"/>
                    <a:pt x="1" y="658"/>
                  </a:cubicBezTo>
                  <a:lnTo>
                    <a:pt x="1" y="3481"/>
                  </a:lnTo>
                  <a:cubicBezTo>
                    <a:pt x="1" y="3842"/>
                    <a:pt x="298" y="4139"/>
                    <a:pt x="659" y="4139"/>
                  </a:cubicBezTo>
                  <a:lnTo>
                    <a:pt x="892" y="4139"/>
                  </a:lnTo>
                  <a:cubicBezTo>
                    <a:pt x="1253" y="4139"/>
                    <a:pt x="1550" y="3842"/>
                    <a:pt x="1550" y="3481"/>
                  </a:cubicBezTo>
                  <a:lnTo>
                    <a:pt x="1550" y="658"/>
                  </a:lnTo>
                  <a:cubicBezTo>
                    <a:pt x="1550" y="297"/>
                    <a:pt x="1253" y="0"/>
                    <a:pt x="892" y="0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3" name="Google Shape;1503;p117"/>
            <p:cNvSpPr/>
            <p:nvPr/>
          </p:nvSpPr>
          <p:spPr>
            <a:xfrm>
              <a:off x="5215825" y="1829950"/>
              <a:ext cx="38775" cy="102975"/>
            </a:xfrm>
            <a:custGeom>
              <a:avLst/>
              <a:gdLst/>
              <a:ahLst/>
              <a:cxnLst/>
              <a:rect l="l" t="t" r="r" b="b"/>
              <a:pathLst>
                <a:path w="1551" h="4119" extrusionOk="0">
                  <a:moveTo>
                    <a:pt x="659" y="1"/>
                  </a:moveTo>
                  <a:cubicBezTo>
                    <a:pt x="298" y="1"/>
                    <a:pt x="1" y="298"/>
                    <a:pt x="1" y="659"/>
                  </a:cubicBezTo>
                  <a:lnTo>
                    <a:pt x="1" y="3481"/>
                  </a:lnTo>
                  <a:cubicBezTo>
                    <a:pt x="1" y="3842"/>
                    <a:pt x="298" y="4118"/>
                    <a:pt x="659" y="4118"/>
                  </a:cubicBezTo>
                  <a:lnTo>
                    <a:pt x="892" y="4118"/>
                  </a:lnTo>
                  <a:cubicBezTo>
                    <a:pt x="1253" y="4118"/>
                    <a:pt x="1550" y="3842"/>
                    <a:pt x="1550" y="3481"/>
                  </a:cubicBezTo>
                  <a:lnTo>
                    <a:pt x="1550" y="659"/>
                  </a:lnTo>
                  <a:cubicBezTo>
                    <a:pt x="1550" y="298"/>
                    <a:pt x="1253" y="1"/>
                    <a:pt x="89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4" name="Google Shape;1504;p117"/>
            <p:cNvSpPr/>
            <p:nvPr/>
          </p:nvSpPr>
          <p:spPr>
            <a:xfrm>
              <a:off x="2995750" y="1247875"/>
              <a:ext cx="2239200" cy="3293000"/>
            </a:xfrm>
            <a:custGeom>
              <a:avLst/>
              <a:gdLst/>
              <a:ahLst/>
              <a:cxnLst/>
              <a:rect l="l" t="t" r="r" b="b"/>
              <a:pathLst>
                <a:path w="89568" h="131720" extrusionOk="0">
                  <a:moveTo>
                    <a:pt x="6262" y="0"/>
                  </a:moveTo>
                  <a:cubicBezTo>
                    <a:pt x="2802" y="0"/>
                    <a:pt x="0" y="2823"/>
                    <a:pt x="0" y="6283"/>
                  </a:cubicBezTo>
                  <a:lnTo>
                    <a:pt x="0" y="125459"/>
                  </a:lnTo>
                  <a:cubicBezTo>
                    <a:pt x="0" y="128897"/>
                    <a:pt x="2802" y="131720"/>
                    <a:pt x="6262" y="131720"/>
                  </a:cubicBezTo>
                  <a:lnTo>
                    <a:pt x="83307" y="131720"/>
                  </a:lnTo>
                  <a:cubicBezTo>
                    <a:pt x="86766" y="131720"/>
                    <a:pt x="89568" y="128897"/>
                    <a:pt x="89568" y="125459"/>
                  </a:cubicBezTo>
                  <a:lnTo>
                    <a:pt x="89568" y="6283"/>
                  </a:lnTo>
                  <a:cubicBezTo>
                    <a:pt x="89568" y="2823"/>
                    <a:pt x="86766" y="0"/>
                    <a:pt x="83307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5" name="Google Shape;1505;p117"/>
            <p:cNvSpPr/>
            <p:nvPr/>
          </p:nvSpPr>
          <p:spPr>
            <a:xfrm>
              <a:off x="3128400" y="1456925"/>
              <a:ext cx="1974450" cy="2717300"/>
            </a:xfrm>
            <a:custGeom>
              <a:avLst/>
              <a:gdLst/>
              <a:ahLst/>
              <a:cxnLst/>
              <a:rect l="l" t="t" r="r" b="b"/>
              <a:pathLst>
                <a:path w="78978" h="108692" extrusionOk="0">
                  <a:moveTo>
                    <a:pt x="1" y="1"/>
                  </a:moveTo>
                  <a:lnTo>
                    <a:pt x="1" y="108692"/>
                  </a:lnTo>
                  <a:lnTo>
                    <a:pt x="78977" y="108692"/>
                  </a:lnTo>
                  <a:lnTo>
                    <a:pt x="78977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6" name="Google Shape;1506;p117"/>
            <p:cNvSpPr/>
            <p:nvPr/>
          </p:nvSpPr>
          <p:spPr>
            <a:xfrm>
              <a:off x="4030975" y="4276377"/>
              <a:ext cx="168750" cy="168775"/>
            </a:xfrm>
            <a:custGeom>
              <a:avLst/>
              <a:gdLst/>
              <a:ahLst/>
              <a:cxnLst/>
              <a:rect l="l" t="t" r="r" b="b"/>
              <a:pathLst>
                <a:path w="6750" h="6751" extrusionOk="0">
                  <a:moveTo>
                    <a:pt x="3375" y="1"/>
                  </a:moveTo>
                  <a:cubicBezTo>
                    <a:pt x="1507" y="1"/>
                    <a:pt x="1" y="1508"/>
                    <a:pt x="1" y="3375"/>
                  </a:cubicBezTo>
                  <a:cubicBezTo>
                    <a:pt x="1" y="5243"/>
                    <a:pt x="1507" y="6750"/>
                    <a:pt x="3375" y="6750"/>
                  </a:cubicBezTo>
                  <a:cubicBezTo>
                    <a:pt x="5243" y="6750"/>
                    <a:pt x="6750" y="5243"/>
                    <a:pt x="6750" y="3375"/>
                  </a:cubicBezTo>
                  <a:cubicBezTo>
                    <a:pt x="6750" y="1508"/>
                    <a:pt x="5243" y="1"/>
                    <a:pt x="3375" y="1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507" name="Google Shape;1507;p117"/>
          <p:cNvPicPr preferRelativeResize="0"/>
          <p:nvPr/>
        </p:nvPicPr>
        <p:blipFill rotWithShape="1">
          <a:blip r:embed="rId1"/>
          <a:srcRect l="29728" r="29732"/>
          <a:stretch>
            <a:fillRect/>
          </a:stretch>
        </p:blipFill>
        <p:spPr>
          <a:xfrm>
            <a:off x="1711175" y="1281875"/>
            <a:ext cx="1806900" cy="2507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18"/>
          <p:cNvSpPr txBox="1"/>
          <p:nvPr>
            <p:ph type="title"/>
          </p:nvPr>
        </p:nvSpPr>
        <p:spPr>
          <a:xfrm>
            <a:off x="803750" y="2040496"/>
            <a:ext cx="4087500" cy="6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Mobile web</a:t>
            </a:r>
            <a:endParaRPr lang="en-GB"/>
          </a:p>
        </p:txBody>
      </p:sp>
      <p:sp>
        <p:nvSpPr>
          <p:cNvPr id="1513" name="Google Shape;1513;p118"/>
          <p:cNvSpPr txBox="1"/>
          <p:nvPr>
            <p:ph type="subTitle" idx="1"/>
          </p:nvPr>
        </p:nvSpPr>
        <p:spPr>
          <a:xfrm>
            <a:off x="803750" y="2693525"/>
            <a:ext cx="31593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You can replace the image on the screen with your own work</a:t>
            </a:r>
            <a:endParaRPr lang="en-GB"/>
          </a:p>
        </p:txBody>
      </p:sp>
      <p:grpSp>
        <p:nvGrpSpPr>
          <p:cNvPr id="1514" name="Google Shape;1514;p118"/>
          <p:cNvGrpSpPr/>
          <p:nvPr/>
        </p:nvGrpSpPr>
        <p:grpSpPr>
          <a:xfrm>
            <a:off x="5477361" y="954611"/>
            <a:ext cx="1901977" cy="3234267"/>
            <a:chOff x="2265675" y="238125"/>
            <a:chExt cx="3057350" cy="5198950"/>
          </a:xfrm>
        </p:grpSpPr>
        <p:sp>
          <p:nvSpPr>
            <p:cNvPr id="1515" name="Google Shape;1515;p118"/>
            <p:cNvSpPr/>
            <p:nvPr/>
          </p:nvSpPr>
          <p:spPr>
            <a:xfrm>
              <a:off x="2265675" y="238125"/>
              <a:ext cx="3057350" cy="5198950"/>
            </a:xfrm>
            <a:custGeom>
              <a:avLst/>
              <a:gdLst/>
              <a:ahLst/>
              <a:cxnLst/>
              <a:rect l="l" t="t" r="r" b="b"/>
              <a:pathLst>
                <a:path w="122294" h="207958" extrusionOk="0">
                  <a:moveTo>
                    <a:pt x="9670" y="0"/>
                  </a:moveTo>
                  <a:cubicBezTo>
                    <a:pt x="4323" y="0"/>
                    <a:pt x="0" y="4323"/>
                    <a:pt x="0" y="9670"/>
                  </a:cubicBezTo>
                  <a:lnTo>
                    <a:pt x="0" y="198288"/>
                  </a:lnTo>
                  <a:cubicBezTo>
                    <a:pt x="0" y="203634"/>
                    <a:pt x="4323" y="207957"/>
                    <a:pt x="9670" y="207957"/>
                  </a:cubicBezTo>
                  <a:lnTo>
                    <a:pt x="112624" y="207957"/>
                  </a:lnTo>
                  <a:cubicBezTo>
                    <a:pt x="117971" y="207957"/>
                    <a:pt x="122294" y="203634"/>
                    <a:pt x="122294" y="198288"/>
                  </a:cubicBezTo>
                  <a:lnTo>
                    <a:pt x="122294" y="9670"/>
                  </a:lnTo>
                  <a:cubicBezTo>
                    <a:pt x="122294" y="4323"/>
                    <a:pt x="117971" y="0"/>
                    <a:pt x="112624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6" name="Google Shape;1516;p118"/>
            <p:cNvSpPr/>
            <p:nvPr/>
          </p:nvSpPr>
          <p:spPr>
            <a:xfrm>
              <a:off x="2265675" y="684625"/>
              <a:ext cx="3057350" cy="4510700"/>
            </a:xfrm>
            <a:custGeom>
              <a:avLst/>
              <a:gdLst/>
              <a:ahLst/>
              <a:cxnLst/>
              <a:rect l="l" t="t" r="r" b="b"/>
              <a:pathLst>
                <a:path w="122294" h="180428" extrusionOk="0">
                  <a:moveTo>
                    <a:pt x="0" y="1"/>
                  </a:moveTo>
                  <a:lnTo>
                    <a:pt x="0" y="180428"/>
                  </a:lnTo>
                  <a:lnTo>
                    <a:pt x="122294" y="180428"/>
                  </a:lnTo>
                  <a:lnTo>
                    <a:pt x="122294" y="1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7" name="Google Shape;1517;p118"/>
            <p:cNvSpPr/>
            <p:nvPr/>
          </p:nvSpPr>
          <p:spPr>
            <a:xfrm>
              <a:off x="4156950" y="417300"/>
              <a:ext cx="128000" cy="128000"/>
            </a:xfrm>
            <a:custGeom>
              <a:avLst/>
              <a:gdLst/>
              <a:ahLst/>
              <a:cxnLst/>
              <a:rect l="l" t="t" r="r" b="b"/>
              <a:pathLst>
                <a:path w="5120" h="5120" extrusionOk="0">
                  <a:moveTo>
                    <a:pt x="2617" y="0"/>
                  </a:moveTo>
                  <a:cubicBezTo>
                    <a:pt x="1138" y="0"/>
                    <a:pt x="0" y="1138"/>
                    <a:pt x="0" y="2503"/>
                  </a:cubicBezTo>
                  <a:cubicBezTo>
                    <a:pt x="0" y="3982"/>
                    <a:pt x="1138" y="5119"/>
                    <a:pt x="2617" y="5119"/>
                  </a:cubicBezTo>
                  <a:cubicBezTo>
                    <a:pt x="3982" y="5119"/>
                    <a:pt x="5120" y="3982"/>
                    <a:pt x="5120" y="2503"/>
                  </a:cubicBezTo>
                  <a:cubicBezTo>
                    <a:pt x="5120" y="1138"/>
                    <a:pt x="3982" y="0"/>
                    <a:pt x="26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18" name="Google Shape;1518;p118"/>
            <p:cNvSpPr/>
            <p:nvPr/>
          </p:nvSpPr>
          <p:spPr>
            <a:xfrm>
              <a:off x="3303725" y="417300"/>
              <a:ext cx="753700" cy="128000"/>
            </a:xfrm>
            <a:custGeom>
              <a:avLst/>
              <a:gdLst/>
              <a:ahLst/>
              <a:cxnLst/>
              <a:rect l="l" t="t" r="r" b="b"/>
              <a:pathLst>
                <a:path w="30148" h="5120" extrusionOk="0">
                  <a:moveTo>
                    <a:pt x="2617" y="0"/>
                  </a:moveTo>
                  <a:cubicBezTo>
                    <a:pt x="1139" y="0"/>
                    <a:pt x="1" y="1138"/>
                    <a:pt x="1" y="2503"/>
                  </a:cubicBezTo>
                  <a:cubicBezTo>
                    <a:pt x="1" y="3982"/>
                    <a:pt x="1139" y="5119"/>
                    <a:pt x="2617" y="5119"/>
                  </a:cubicBezTo>
                  <a:lnTo>
                    <a:pt x="27645" y="5119"/>
                  </a:lnTo>
                  <a:cubicBezTo>
                    <a:pt x="29010" y="5119"/>
                    <a:pt x="30148" y="3982"/>
                    <a:pt x="30148" y="2503"/>
                  </a:cubicBezTo>
                  <a:cubicBezTo>
                    <a:pt x="30148" y="1138"/>
                    <a:pt x="29010" y="0"/>
                    <a:pt x="276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519" name="Google Shape;1519;p118"/>
          <p:cNvPicPr preferRelativeResize="0"/>
          <p:nvPr/>
        </p:nvPicPr>
        <p:blipFill rotWithShape="1">
          <a:blip r:embed="rId1"/>
          <a:srcRect l="50241" r="12374"/>
          <a:stretch>
            <a:fillRect/>
          </a:stretch>
        </p:blipFill>
        <p:spPr>
          <a:xfrm>
            <a:off x="5501525" y="1249000"/>
            <a:ext cx="1854900" cy="2790900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19"/>
          <p:cNvSpPr txBox="1"/>
          <p:nvPr>
            <p:ph type="title"/>
          </p:nvPr>
        </p:nvSpPr>
        <p:spPr>
          <a:xfrm>
            <a:off x="4490150" y="2047725"/>
            <a:ext cx="3364200" cy="6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Laptop mockup</a:t>
            </a:r>
            <a:endParaRPr lang="en-GB"/>
          </a:p>
        </p:txBody>
      </p:sp>
      <p:sp>
        <p:nvSpPr>
          <p:cNvPr id="1525" name="Google Shape;1525;p119"/>
          <p:cNvSpPr txBox="1"/>
          <p:nvPr>
            <p:ph type="subTitle" idx="1"/>
          </p:nvPr>
        </p:nvSpPr>
        <p:spPr>
          <a:xfrm>
            <a:off x="4855550" y="2694825"/>
            <a:ext cx="29988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You can replace the image on the screen with your own work</a:t>
            </a:r>
            <a:endParaRPr lang="en-GB"/>
          </a:p>
        </p:txBody>
      </p:sp>
      <p:grpSp>
        <p:nvGrpSpPr>
          <p:cNvPr id="1526" name="Google Shape;1526;p119"/>
          <p:cNvGrpSpPr/>
          <p:nvPr/>
        </p:nvGrpSpPr>
        <p:grpSpPr>
          <a:xfrm>
            <a:off x="815278" y="1434157"/>
            <a:ext cx="3371822" cy="2275197"/>
            <a:chOff x="1293506" y="2959057"/>
            <a:chExt cx="374730" cy="252870"/>
          </a:xfrm>
        </p:grpSpPr>
        <p:sp>
          <p:nvSpPr>
            <p:cNvPr id="1527" name="Google Shape;1527;p119"/>
            <p:cNvSpPr/>
            <p:nvPr/>
          </p:nvSpPr>
          <p:spPr>
            <a:xfrm>
              <a:off x="1311599" y="2959057"/>
              <a:ext cx="338544" cy="228735"/>
            </a:xfrm>
            <a:custGeom>
              <a:avLst/>
              <a:gdLst/>
              <a:ahLst/>
              <a:cxnLst/>
              <a:rect l="l" t="t" r="r" b="b"/>
              <a:pathLst>
                <a:path w="12892" h="9447" extrusionOk="0">
                  <a:moveTo>
                    <a:pt x="460" y="1"/>
                  </a:moveTo>
                  <a:cubicBezTo>
                    <a:pt x="211" y="1"/>
                    <a:pt x="0" y="212"/>
                    <a:pt x="0" y="460"/>
                  </a:cubicBezTo>
                  <a:lnTo>
                    <a:pt x="0" y="9447"/>
                  </a:lnTo>
                  <a:lnTo>
                    <a:pt x="12891" y="9447"/>
                  </a:lnTo>
                  <a:lnTo>
                    <a:pt x="12891" y="460"/>
                  </a:lnTo>
                  <a:cubicBezTo>
                    <a:pt x="12891" y="212"/>
                    <a:pt x="12690" y="11"/>
                    <a:pt x="12442" y="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8" name="Google Shape;1528;p119"/>
            <p:cNvSpPr/>
            <p:nvPr/>
          </p:nvSpPr>
          <p:spPr>
            <a:xfrm>
              <a:off x="1293506" y="3181755"/>
              <a:ext cx="374730" cy="30173"/>
            </a:xfrm>
            <a:custGeom>
              <a:avLst/>
              <a:gdLst/>
              <a:ahLst/>
              <a:cxnLst/>
              <a:rect l="l" t="t" r="r" b="b"/>
              <a:pathLst>
                <a:path w="14270" h="1149" extrusionOk="0">
                  <a:moveTo>
                    <a:pt x="230" y="0"/>
                  </a:moveTo>
                  <a:cubicBezTo>
                    <a:pt x="105" y="0"/>
                    <a:pt x="0" y="96"/>
                    <a:pt x="0" y="230"/>
                  </a:cubicBezTo>
                  <a:lnTo>
                    <a:pt x="0" y="689"/>
                  </a:lnTo>
                  <a:cubicBezTo>
                    <a:pt x="0" y="938"/>
                    <a:pt x="201" y="1149"/>
                    <a:pt x="460" y="1149"/>
                  </a:cubicBezTo>
                  <a:lnTo>
                    <a:pt x="13810" y="1149"/>
                  </a:lnTo>
                  <a:cubicBezTo>
                    <a:pt x="14068" y="1149"/>
                    <a:pt x="14269" y="938"/>
                    <a:pt x="14269" y="689"/>
                  </a:cubicBezTo>
                  <a:lnTo>
                    <a:pt x="14269" y="230"/>
                  </a:lnTo>
                  <a:cubicBezTo>
                    <a:pt x="14269" y="96"/>
                    <a:pt x="14174" y="0"/>
                    <a:pt x="14040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9" name="Google Shape;1529;p119"/>
            <p:cNvSpPr/>
            <p:nvPr/>
          </p:nvSpPr>
          <p:spPr>
            <a:xfrm>
              <a:off x="1293506" y="3181755"/>
              <a:ext cx="374730" cy="12080"/>
            </a:xfrm>
            <a:custGeom>
              <a:avLst/>
              <a:gdLst/>
              <a:ahLst/>
              <a:cxnLst/>
              <a:rect l="l" t="t" r="r" b="b"/>
              <a:pathLst>
                <a:path w="14270" h="460" extrusionOk="0">
                  <a:moveTo>
                    <a:pt x="230" y="0"/>
                  </a:moveTo>
                  <a:cubicBezTo>
                    <a:pt x="105" y="0"/>
                    <a:pt x="0" y="96"/>
                    <a:pt x="0" y="230"/>
                  </a:cubicBezTo>
                  <a:lnTo>
                    <a:pt x="0" y="460"/>
                  </a:lnTo>
                  <a:lnTo>
                    <a:pt x="14269" y="460"/>
                  </a:lnTo>
                  <a:lnTo>
                    <a:pt x="14269" y="230"/>
                  </a:lnTo>
                  <a:cubicBezTo>
                    <a:pt x="14269" y="96"/>
                    <a:pt x="14174" y="0"/>
                    <a:pt x="1404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0" name="Google Shape;1530;p119"/>
            <p:cNvSpPr/>
            <p:nvPr/>
          </p:nvSpPr>
          <p:spPr>
            <a:xfrm>
              <a:off x="1444527" y="3181755"/>
              <a:ext cx="72661" cy="18119"/>
            </a:xfrm>
            <a:custGeom>
              <a:avLst/>
              <a:gdLst/>
              <a:ahLst/>
              <a:cxnLst/>
              <a:rect l="l" t="t" r="r" b="b"/>
              <a:pathLst>
                <a:path w="2767" h="690" extrusionOk="0">
                  <a:moveTo>
                    <a:pt x="1" y="0"/>
                  </a:moveTo>
                  <a:lnTo>
                    <a:pt x="326" y="479"/>
                  </a:lnTo>
                  <a:cubicBezTo>
                    <a:pt x="412" y="613"/>
                    <a:pt x="556" y="689"/>
                    <a:pt x="709" y="689"/>
                  </a:cubicBezTo>
                  <a:lnTo>
                    <a:pt x="2059" y="689"/>
                  </a:lnTo>
                  <a:cubicBezTo>
                    <a:pt x="2212" y="689"/>
                    <a:pt x="2355" y="613"/>
                    <a:pt x="2441" y="479"/>
                  </a:cubicBezTo>
                  <a:lnTo>
                    <a:pt x="2767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1531" name="Google Shape;1531;p119"/>
          <p:cNvPicPr preferRelativeResize="0"/>
          <p:nvPr/>
        </p:nvPicPr>
        <p:blipFill rotWithShape="1">
          <a:blip r:embed="rId1"/>
          <a:srcRect l="3652" r="3652"/>
          <a:stretch>
            <a:fillRect/>
          </a:stretch>
        </p:blipFill>
        <p:spPr>
          <a:xfrm>
            <a:off x="1176720" y="1681156"/>
            <a:ext cx="2648400" cy="16071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120"/>
          <p:cNvSpPr txBox="1"/>
          <p:nvPr>
            <p:ph type="subTitle" idx="1"/>
          </p:nvPr>
        </p:nvSpPr>
        <p:spPr>
          <a:xfrm>
            <a:off x="713225" y="1453525"/>
            <a:ext cx="7411200" cy="28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en-GB"/>
              <a:t>Write your references here</a:t>
            </a:r>
            <a:endParaRPr lang="en-GB"/>
          </a:p>
          <a:p>
            <a:pPr marL="457200" lvl="0" indent="-317500" algn="ctr" rtl="0">
              <a:spcBef>
                <a:spcPts val="100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en-GB"/>
              <a:t>Write your references here</a:t>
            </a:r>
            <a:endParaRPr lang="en-GB"/>
          </a:p>
          <a:p>
            <a:pPr marL="457200" lvl="0" indent="-317500" algn="ctr" rtl="0">
              <a:spcBef>
                <a:spcPts val="100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en-GB"/>
              <a:t>Write your references here</a:t>
            </a:r>
            <a:endParaRPr lang="en-GB"/>
          </a:p>
          <a:p>
            <a:pPr marL="457200" lvl="0" indent="-317500" algn="ctr" rtl="0">
              <a:spcBef>
                <a:spcPts val="100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en-GB"/>
              <a:t>Write your references here</a:t>
            </a:r>
            <a:endParaRPr lang="en-GB"/>
          </a:p>
          <a:p>
            <a:pPr marL="457200" lvl="0" indent="-317500" algn="ctr" rtl="0">
              <a:spcBef>
                <a:spcPts val="100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en-GB"/>
              <a:t>Write your references here</a:t>
            </a:r>
            <a:endParaRPr lang="en-GB"/>
          </a:p>
          <a:p>
            <a:pPr marL="457200" lvl="0" indent="-317500" algn="ctr" rtl="0">
              <a:spcBef>
                <a:spcPts val="100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en-GB"/>
              <a:t>Write your references here</a:t>
            </a:r>
            <a:endParaRPr lang="en-GB"/>
          </a:p>
          <a:p>
            <a:pPr marL="457200" lvl="0" indent="-317500" algn="ctr" rtl="0">
              <a:spcBef>
                <a:spcPts val="100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en-GB"/>
              <a:t>Write your references here</a:t>
            </a:r>
            <a:endParaRPr lang="en-GB"/>
          </a:p>
          <a:p>
            <a:pPr marL="457200" lvl="0" indent="-317500" algn="ctr" rtl="0">
              <a:spcBef>
                <a:spcPts val="1000"/>
              </a:spcBef>
              <a:spcAft>
                <a:spcPts val="1000"/>
              </a:spcAft>
              <a:buSzPts val="1400"/>
              <a:buFont typeface="Merriweather"/>
              <a:buChar char="●"/>
            </a:pPr>
            <a:r>
              <a:rPr lang="en-GB"/>
              <a:t>Write your references here</a:t>
            </a:r>
            <a:endParaRPr lang="en-GB"/>
          </a:p>
        </p:txBody>
      </p:sp>
      <p:sp>
        <p:nvSpPr>
          <p:cNvPr id="1537" name="Google Shape;1537;p120"/>
          <p:cNvSpPr txBox="1"/>
          <p:nvPr>
            <p:ph type="title"/>
          </p:nvPr>
        </p:nvSpPr>
        <p:spPr>
          <a:xfrm>
            <a:off x="713225" y="445025"/>
            <a:ext cx="4502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 of references</a:t>
            </a:r>
            <a:endParaRPr lang="en-GB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121"/>
          <p:cNvSpPr txBox="1"/>
          <p:nvPr>
            <p:ph type="subTitle" idx="1"/>
          </p:nvPr>
        </p:nvSpPr>
        <p:spPr>
          <a:xfrm>
            <a:off x="4525188" y="1537663"/>
            <a:ext cx="3957600" cy="28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en-GB">
                <a:solidFill>
                  <a:schemeClr val="dk1"/>
                </a:solidFill>
              </a:rPr>
              <a:t>Write references of internet</a:t>
            </a:r>
            <a:endParaRPr>
              <a:solidFill>
                <a:schemeClr val="dk1"/>
              </a:solidFill>
            </a:endParaRPr>
          </a:p>
          <a:p>
            <a:pPr marL="457200" lvl="0" indent="-317500" algn="ctr" rtl="0">
              <a:spcBef>
                <a:spcPts val="100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en-GB">
                <a:solidFill>
                  <a:schemeClr val="dk1"/>
                </a:solidFill>
              </a:rPr>
              <a:t>Write references of internet</a:t>
            </a:r>
            <a:endParaRPr>
              <a:solidFill>
                <a:schemeClr val="dk1"/>
              </a:solidFill>
            </a:endParaRPr>
          </a:p>
          <a:p>
            <a:pPr marL="457200" lvl="0" indent="-31750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Write references of internet</a:t>
            </a:r>
            <a:endParaRPr>
              <a:solidFill>
                <a:schemeClr val="dk1"/>
              </a:solidFill>
            </a:endParaRPr>
          </a:p>
          <a:p>
            <a:pPr marL="457200" lvl="0" indent="-31750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Write references of internet</a:t>
            </a:r>
            <a:endParaRPr>
              <a:solidFill>
                <a:schemeClr val="dk1"/>
              </a:solidFill>
            </a:endParaRPr>
          </a:p>
          <a:p>
            <a:pPr marL="457200" lvl="0" indent="-31750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Write references of internet</a:t>
            </a:r>
            <a:endParaRPr>
              <a:solidFill>
                <a:schemeClr val="dk1"/>
              </a:solidFill>
            </a:endParaRPr>
          </a:p>
          <a:p>
            <a:pPr marL="457200" lvl="0" indent="-31750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Write references of internet</a:t>
            </a:r>
            <a:endParaRPr>
              <a:solidFill>
                <a:schemeClr val="dk1"/>
              </a:solidFill>
            </a:endParaRPr>
          </a:p>
          <a:p>
            <a:pPr marL="457200" lvl="0" indent="-31750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Write references of internet</a:t>
            </a:r>
            <a:endParaRPr>
              <a:solidFill>
                <a:schemeClr val="dk1"/>
              </a:solidFill>
            </a:endParaRPr>
          </a:p>
          <a:p>
            <a:pPr marL="457200" lvl="0" indent="-317500" algn="ctr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Write references of internet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3" name="Google Shape;1543;p121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</a:t>
            </a:r>
            <a:r>
              <a:rPr lang="en-GB"/>
              <a:t> r</a:t>
            </a:r>
            <a:r>
              <a:rPr lang="en-GB"/>
              <a:t>eferences</a:t>
            </a:r>
            <a:endParaRPr lang="en-GB"/>
          </a:p>
        </p:txBody>
      </p:sp>
      <p:sp>
        <p:nvSpPr>
          <p:cNvPr id="1544" name="Google Shape;1544;p121"/>
          <p:cNvSpPr txBox="1"/>
          <p:nvPr>
            <p:ph type="subTitle" idx="2"/>
          </p:nvPr>
        </p:nvSpPr>
        <p:spPr>
          <a:xfrm>
            <a:off x="661213" y="1537663"/>
            <a:ext cx="3957600" cy="28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en-GB">
                <a:solidFill>
                  <a:schemeClr val="dk1"/>
                </a:solidFill>
              </a:rPr>
              <a:t>Write references of books</a:t>
            </a:r>
            <a:endParaRPr>
              <a:solidFill>
                <a:schemeClr val="dk1"/>
              </a:solidFill>
            </a:endParaRPr>
          </a:p>
          <a:p>
            <a:pPr marL="457200" lvl="0" indent="-317500" algn="ctr" rtl="0">
              <a:spcBef>
                <a:spcPts val="100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en-GB">
                <a:solidFill>
                  <a:schemeClr val="dk1"/>
                </a:solidFill>
              </a:rPr>
              <a:t>Write references of books</a:t>
            </a:r>
            <a:endParaRPr>
              <a:solidFill>
                <a:schemeClr val="dk1"/>
              </a:solidFill>
            </a:endParaRPr>
          </a:p>
          <a:p>
            <a:pPr marL="457200" lvl="0" indent="-31750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Write references of books</a:t>
            </a:r>
            <a:endParaRPr>
              <a:solidFill>
                <a:schemeClr val="dk1"/>
              </a:solidFill>
            </a:endParaRPr>
          </a:p>
          <a:p>
            <a:pPr marL="457200" lvl="0" indent="-31750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Write references of books</a:t>
            </a:r>
            <a:endParaRPr>
              <a:solidFill>
                <a:schemeClr val="dk1"/>
              </a:solidFill>
            </a:endParaRPr>
          </a:p>
          <a:p>
            <a:pPr marL="457200" lvl="0" indent="-31750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Write references of books</a:t>
            </a:r>
            <a:endParaRPr>
              <a:solidFill>
                <a:schemeClr val="dk1"/>
              </a:solidFill>
            </a:endParaRPr>
          </a:p>
          <a:p>
            <a:pPr marL="457200" lvl="0" indent="-31750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Write references of books</a:t>
            </a:r>
            <a:endParaRPr>
              <a:solidFill>
                <a:schemeClr val="dk1"/>
              </a:solidFill>
            </a:endParaRPr>
          </a:p>
          <a:p>
            <a:pPr marL="457200" lvl="0" indent="-31750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Write references of books</a:t>
            </a:r>
            <a:endParaRPr>
              <a:solidFill>
                <a:schemeClr val="dk1"/>
              </a:solidFill>
            </a:endParaRPr>
          </a:p>
          <a:p>
            <a:pPr marL="457200" lvl="0" indent="-317500" algn="ctr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Write references of books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122"/>
          <p:cNvSpPr txBox="1"/>
          <p:nvPr>
            <p:ph type="subTitle" idx="4"/>
          </p:nvPr>
        </p:nvSpPr>
        <p:spPr>
          <a:xfrm>
            <a:off x="1386025" y="3956375"/>
            <a:ext cx="2941800" cy="6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replace the image on the screen with your own</a:t>
            </a:r>
            <a:endParaRPr lang="en-GB"/>
          </a:p>
        </p:txBody>
      </p:sp>
      <p:sp>
        <p:nvSpPr>
          <p:cNvPr id="1550" name="Google Shape;1550;p122"/>
          <p:cNvSpPr txBox="1"/>
          <p:nvPr>
            <p:ph type="title"/>
          </p:nvPr>
        </p:nvSpPr>
        <p:spPr>
          <a:xfrm>
            <a:off x="713225" y="445025"/>
            <a:ext cx="2729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</a:t>
            </a:r>
            <a:r>
              <a:rPr lang="en-GB"/>
              <a:t> team</a:t>
            </a:r>
            <a:endParaRPr lang="en-GB"/>
          </a:p>
        </p:txBody>
      </p:sp>
      <p:sp>
        <p:nvSpPr>
          <p:cNvPr id="1551" name="Google Shape;1551;p122"/>
          <p:cNvSpPr txBox="1"/>
          <p:nvPr>
            <p:ph type="subTitle" idx="1"/>
          </p:nvPr>
        </p:nvSpPr>
        <p:spPr>
          <a:xfrm>
            <a:off x="4816075" y="3616375"/>
            <a:ext cx="2942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John Smith</a:t>
            </a:r>
            <a:endParaRPr lang="en-GB"/>
          </a:p>
        </p:txBody>
      </p:sp>
      <p:sp>
        <p:nvSpPr>
          <p:cNvPr id="1552" name="Google Shape;1552;p122"/>
          <p:cNvSpPr txBox="1"/>
          <p:nvPr>
            <p:ph type="subTitle" idx="2"/>
          </p:nvPr>
        </p:nvSpPr>
        <p:spPr>
          <a:xfrm>
            <a:off x="4816200" y="3956375"/>
            <a:ext cx="2941800" cy="6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replace the image on the screen with your own</a:t>
            </a:r>
            <a:endParaRPr lang="en-GB"/>
          </a:p>
        </p:txBody>
      </p:sp>
      <p:sp>
        <p:nvSpPr>
          <p:cNvPr id="1553" name="Google Shape;1553;p122"/>
          <p:cNvSpPr txBox="1"/>
          <p:nvPr>
            <p:ph type="subTitle" idx="3"/>
          </p:nvPr>
        </p:nvSpPr>
        <p:spPr>
          <a:xfrm>
            <a:off x="1385829" y="3616375"/>
            <a:ext cx="2942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Jenna Doe</a:t>
            </a:r>
            <a:endParaRPr lang="en-GB"/>
          </a:p>
        </p:txBody>
      </p:sp>
      <p:pic>
        <p:nvPicPr>
          <p:cNvPr id="1554" name="Google Shape;1554;p122"/>
          <p:cNvPicPr preferRelativeResize="0"/>
          <p:nvPr/>
        </p:nvPicPr>
        <p:blipFill rotWithShape="1">
          <a:blip r:embed="rId1"/>
          <a:srcRect l="16906" r="16899"/>
          <a:stretch>
            <a:fillRect/>
          </a:stretch>
        </p:blipFill>
        <p:spPr>
          <a:xfrm>
            <a:off x="5310425" y="1373250"/>
            <a:ext cx="1953300" cy="1966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55" name="Google Shape;1555;p122"/>
          <p:cNvPicPr preferRelativeResize="0"/>
          <p:nvPr/>
        </p:nvPicPr>
        <p:blipFill rotWithShape="1">
          <a:blip r:embed="rId2"/>
          <a:srcRect l="41552" r="13547" b="32171"/>
          <a:stretch>
            <a:fillRect/>
          </a:stretch>
        </p:blipFill>
        <p:spPr>
          <a:xfrm>
            <a:off x="1880275" y="1373250"/>
            <a:ext cx="1953300" cy="1966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123"/>
          <p:cNvSpPr txBox="1"/>
          <p:nvPr>
            <p:ph type="subTitle" idx="1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Joe Smith</a:t>
            </a:r>
            <a:endParaRPr lang="en-GB"/>
          </a:p>
        </p:txBody>
      </p:sp>
      <p:sp>
        <p:nvSpPr>
          <p:cNvPr id="1561" name="Google Shape;1561;p123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team</a:t>
            </a:r>
            <a:endParaRPr lang="en-GB"/>
          </a:p>
        </p:txBody>
      </p:sp>
      <p:sp>
        <p:nvSpPr>
          <p:cNvPr id="1562" name="Google Shape;1562;p123"/>
          <p:cNvSpPr txBox="1"/>
          <p:nvPr>
            <p:ph type="subTitle" idx="2"/>
          </p:nvPr>
        </p:nvSpPr>
        <p:spPr>
          <a:xfrm>
            <a:off x="3509025" y="3814950"/>
            <a:ext cx="21261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You can replace the image on the screen with your own</a:t>
            </a:r>
            <a:endParaRPr lang="en-GB"/>
          </a:p>
        </p:txBody>
      </p:sp>
      <p:sp>
        <p:nvSpPr>
          <p:cNvPr id="1563" name="Google Shape;1563;p123"/>
          <p:cNvSpPr txBox="1"/>
          <p:nvPr>
            <p:ph type="subTitle" idx="5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Janice Clarke</a:t>
            </a:r>
            <a:endParaRPr lang="en-GB"/>
          </a:p>
        </p:txBody>
      </p:sp>
      <p:sp>
        <p:nvSpPr>
          <p:cNvPr id="1564" name="Google Shape;1564;p123"/>
          <p:cNvSpPr txBox="1"/>
          <p:nvPr>
            <p:ph type="subTitle" idx="6"/>
          </p:nvPr>
        </p:nvSpPr>
        <p:spPr>
          <a:xfrm>
            <a:off x="6064875" y="3814950"/>
            <a:ext cx="21261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You can replace the image on the screen with your own</a:t>
            </a:r>
            <a:endParaRPr lang="en-GB"/>
          </a:p>
        </p:txBody>
      </p:sp>
      <p:sp>
        <p:nvSpPr>
          <p:cNvPr id="1565" name="Google Shape;1565;p123"/>
          <p:cNvSpPr txBox="1"/>
          <p:nvPr>
            <p:ph type="subTitle" idx="3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Dalila Roge</a:t>
            </a:r>
            <a:endParaRPr lang="en-GB"/>
          </a:p>
        </p:txBody>
      </p:sp>
      <p:sp>
        <p:nvSpPr>
          <p:cNvPr id="1566" name="Google Shape;1566;p123"/>
          <p:cNvSpPr txBox="1"/>
          <p:nvPr>
            <p:ph type="subTitle" idx="4"/>
          </p:nvPr>
        </p:nvSpPr>
        <p:spPr>
          <a:xfrm>
            <a:off x="953125" y="3814951"/>
            <a:ext cx="21261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GB"/>
              <a:t>You can replace the image on the screen with your own</a:t>
            </a:r>
            <a:endParaRPr lang="en-GB"/>
          </a:p>
        </p:txBody>
      </p:sp>
      <p:pic>
        <p:nvPicPr>
          <p:cNvPr id="1567" name="Google Shape;1567;p123"/>
          <p:cNvPicPr preferRelativeResize="0"/>
          <p:nvPr/>
        </p:nvPicPr>
        <p:blipFill rotWithShape="1">
          <a:blip r:embed="rId1"/>
          <a:srcRect l="22123" r="37936" b="39665"/>
          <a:stretch>
            <a:fillRect/>
          </a:stretch>
        </p:blipFill>
        <p:spPr>
          <a:xfrm>
            <a:off x="3678742" y="1449075"/>
            <a:ext cx="1786500" cy="1798800"/>
          </a:xfrm>
          <a:prstGeom prst="rect">
            <a:avLst/>
          </a:prstGeom>
          <a:noFill/>
          <a:ln w="28575" cap="flat" cmpd="sng">
            <a:solidFill>
              <a:srgbClr val="3F353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68" name="Google Shape;1568;p123"/>
          <p:cNvPicPr preferRelativeResize="0"/>
          <p:nvPr/>
        </p:nvPicPr>
        <p:blipFill rotWithShape="1">
          <a:blip r:embed="rId2"/>
          <a:srcRect t="7946" b="24945"/>
          <a:stretch>
            <a:fillRect/>
          </a:stretch>
        </p:blipFill>
        <p:spPr>
          <a:xfrm>
            <a:off x="1122925" y="1449075"/>
            <a:ext cx="1786500" cy="1798800"/>
          </a:xfrm>
          <a:prstGeom prst="rect">
            <a:avLst/>
          </a:prstGeom>
          <a:noFill/>
          <a:ln w="28575" cap="flat" cmpd="sng">
            <a:solidFill>
              <a:srgbClr val="3F353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69" name="Google Shape;1569;p123"/>
          <p:cNvPicPr preferRelativeResize="0"/>
          <p:nvPr/>
        </p:nvPicPr>
        <p:blipFill rotWithShape="1">
          <a:blip r:embed="rId3"/>
          <a:srcRect l="15132" t="7033" r="5351" b="39602"/>
          <a:stretch>
            <a:fillRect/>
          </a:stretch>
        </p:blipFill>
        <p:spPr>
          <a:xfrm>
            <a:off x="6234567" y="1449075"/>
            <a:ext cx="1786500" cy="1798800"/>
          </a:xfrm>
          <a:prstGeom prst="rect">
            <a:avLst/>
          </a:prstGeom>
          <a:noFill/>
          <a:ln w="28575" cap="flat" cmpd="sng">
            <a:solidFill>
              <a:srgbClr val="3F3533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124"/>
          <p:cNvSpPr txBox="1"/>
          <p:nvPr>
            <p:ph type="title"/>
          </p:nvPr>
        </p:nvSpPr>
        <p:spPr>
          <a:xfrm>
            <a:off x="2832900" y="791200"/>
            <a:ext cx="3478200" cy="92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Thanks</a:t>
            </a:r>
            <a:endParaRPr lang="en-GB"/>
          </a:p>
        </p:txBody>
      </p:sp>
      <p:sp>
        <p:nvSpPr>
          <p:cNvPr id="1575" name="Google Shape;1575;p124"/>
          <p:cNvSpPr txBox="1"/>
          <p:nvPr>
            <p:ph type="subTitle" idx="1"/>
          </p:nvPr>
        </p:nvSpPr>
        <p:spPr>
          <a:xfrm>
            <a:off x="2983350" y="1749425"/>
            <a:ext cx="3177300" cy="9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 you have any questions?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your email@freepik.com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+91 620 421 838 yourcompany.com</a:t>
            </a:r>
            <a:endParaRPr lang="en-GB"/>
          </a:p>
        </p:txBody>
      </p:sp>
      <p:grpSp>
        <p:nvGrpSpPr>
          <p:cNvPr id="1576" name="Google Shape;1576;p124"/>
          <p:cNvGrpSpPr/>
          <p:nvPr/>
        </p:nvGrpSpPr>
        <p:grpSpPr>
          <a:xfrm>
            <a:off x="4961882" y="2876803"/>
            <a:ext cx="458723" cy="458684"/>
            <a:chOff x="1379798" y="1723250"/>
            <a:chExt cx="397887" cy="397887"/>
          </a:xfrm>
        </p:grpSpPr>
        <p:sp>
          <p:nvSpPr>
            <p:cNvPr id="1577" name="Google Shape;1577;p124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8" name="Google Shape;1578;p124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9" name="Google Shape;1579;p124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0" name="Google Shape;1580;p124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81" name="Google Shape;1581;p124"/>
          <p:cNvGrpSpPr/>
          <p:nvPr/>
        </p:nvGrpSpPr>
        <p:grpSpPr>
          <a:xfrm>
            <a:off x="3721699" y="2876803"/>
            <a:ext cx="458747" cy="458684"/>
            <a:chOff x="266768" y="1721375"/>
            <a:chExt cx="397907" cy="397887"/>
          </a:xfrm>
        </p:grpSpPr>
        <p:sp>
          <p:nvSpPr>
            <p:cNvPr id="1582" name="Google Shape;1582;p124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3" name="Google Shape;1583;p124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84" name="Google Shape;1584;p124"/>
          <p:cNvGrpSpPr/>
          <p:nvPr/>
        </p:nvGrpSpPr>
        <p:grpSpPr>
          <a:xfrm>
            <a:off x="4350135" y="2876803"/>
            <a:ext cx="458699" cy="458684"/>
            <a:chOff x="864491" y="1723250"/>
            <a:chExt cx="397866" cy="397887"/>
          </a:xfrm>
        </p:grpSpPr>
        <p:sp>
          <p:nvSpPr>
            <p:cNvPr id="1585" name="Google Shape;1585;p124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6" name="Google Shape;1586;p124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7" name="Google Shape;1587;p124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588" name="Google Shape;1588;p124"/>
          <p:cNvSpPr txBox="1"/>
          <p:nvPr>
            <p:ph type="subTitle" idx="4294967295"/>
          </p:nvPr>
        </p:nvSpPr>
        <p:spPr>
          <a:xfrm>
            <a:off x="2684380" y="4088550"/>
            <a:ext cx="3790200" cy="2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/>
              <a:t>Please keep this slide for attribution</a:t>
            </a:r>
            <a:endParaRPr sz="11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12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icon pack</a:t>
            </a:r>
            <a:endParaRPr lang="en-GB"/>
          </a:p>
        </p:txBody>
      </p:sp>
      <p:sp>
        <p:nvSpPr>
          <p:cNvPr id="1594" name="Google Shape;1594;p125"/>
          <p:cNvSpPr/>
          <p:nvPr/>
        </p:nvSpPr>
        <p:spPr>
          <a:xfrm>
            <a:off x="1817160" y="1763096"/>
            <a:ext cx="249811" cy="324060"/>
          </a:xfrm>
          <a:custGeom>
            <a:avLst/>
            <a:gdLst/>
            <a:ahLst/>
            <a:cxnLst/>
            <a:rect l="l" t="t" r="r" b="b"/>
            <a:pathLst>
              <a:path w="12765" h="16559" extrusionOk="0">
                <a:moveTo>
                  <a:pt x="6373" y="1899"/>
                </a:moveTo>
                <a:cubicBezTo>
                  <a:pt x="6677" y="1899"/>
                  <a:pt x="6902" y="2164"/>
                  <a:pt x="6863" y="2458"/>
                </a:cubicBezTo>
                <a:lnTo>
                  <a:pt x="6863" y="3026"/>
                </a:lnTo>
                <a:cubicBezTo>
                  <a:pt x="7442" y="3232"/>
                  <a:pt x="7834" y="3781"/>
                  <a:pt x="7834" y="4399"/>
                </a:cubicBezTo>
                <a:cubicBezTo>
                  <a:pt x="7790" y="4673"/>
                  <a:pt x="7567" y="4810"/>
                  <a:pt x="7345" y="4810"/>
                </a:cubicBezTo>
                <a:cubicBezTo>
                  <a:pt x="7123" y="4810"/>
                  <a:pt x="6902" y="4673"/>
                  <a:pt x="6863" y="4399"/>
                </a:cubicBezTo>
                <a:cubicBezTo>
                  <a:pt x="6863" y="4100"/>
                  <a:pt x="6620" y="3904"/>
                  <a:pt x="6365" y="3904"/>
                </a:cubicBezTo>
                <a:cubicBezTo>
                  <a:pt x="6244" y="3904"/>
                  <a:pt x="6121" y="3948"/>
                  <a:pt x="6020" y="4046"/>
                </a:cubicBezTo>
                <a:cubicBezTo>
                  <a:pt x="5716" y="4360"/>
                  <a:pt x="5932" y="4889"/>
                  <a:pt x="6373" y="4889"/>
                </a:cubicBezTo>
                <a:cubicBezTo>
                  <a:pt x="7069" y="4889"/>
                  <a:pt x="7677" y="5399"/>
                  <a:pt x="7794" y="6095"/>
                </a:cubicBezTo>
                <a:cubicBezTo>
                  <a:pt x="7912" y="6781"/>
                  <a:pt x="7520" y="7467"/>
                  <a:pt x="6863" y="7702"/>
                </a:cubicBezTo>
                <a:lnTo>
                  <a:pt x="6863" y="8281"/>
                </a:lnTo>
                <a:cubicBezTo>
                  <a:pt x="6902" y="8575"/>
                  <a:pt x="6677" y="8840"/>
                  <a:pt x="6373" y="8840"/>
                </a:cubicBezTo>
                <a:cubicBezTo>
                  <a:pt x="6079" y="8840"/>
                  <a:pt x="5844" y="8575"/>
                  <a:pt x="5893" y="8281"/>
                </a:cubicBezTo>
                <a:lnTo>
                  <a:pt x="5893" y="7712"/>
                </a:lnTo>
                <a:cubicBezTo>
                  <a:pt x="5314" y="7506"/>
                  <a:pt x="4922" y="6957"/>
                  <a:pt x="4922" y="6340"/>
                </a:cubicBezTo>
                <a:cubicBezTo>
                  <a:pt x="4873" y="6046"/>
                  <a:pt x="5108" y="5781"/>
                  <a:pt x="5402" y="5781"/>
                </a:cubicBezTo>
                <a:cubicBezTo>
                  <a:pt x="5706" y="5781"/>
                  <a:pt x="5932" y="6046"/>
                  <a:pt x="5893" y="6340"/>
                </a:cubicBezTo>
                <a:cubicBezTo>
                  <a:pt x="5893" y="6637"/>
                  <a:pt x="6132" y="6831"/>
                  <a:pt x="6382" y="6831"/>
                </a:cubicBezTo>
                <a:cubicBezTo>
                  <a:pt x="6503" y="6831"/>
                  <a:pt x="6627" y="6785"/>
                  <a:pt x="6726" y="6683"/>
                </a:cubicBezTo>
                <a:cubicBezTo>
                  <a:pt x="7040" y="6379"/>
                  <a:pt x="6814" y="5850"/>
                  <a:pt x="6383" y="5850"/>
                </a:cubicBezTo>
                <a:lnTo>
                  <a:pt x="6383" y="5859"/>
                </a:lnTo>
                <a:cubicBezTo>
                  <a:pt x="5677" y="5850"/>
                  <a:pt x="5079" y="5340"/>
                  <a:pt x="4961" y="4654"/>
                </a:cubicBezTo>
                <a:cubicBezTo>
                  <a:pt x="4834" y="3958"/>
                  <a:pt x="5226" y="3281"/>
                  <a:pt x="5893" y="3036"/>
                </a:cubicBezTo>
                <a:lnTo>
                  <a:pt x="5893" y="2458"/>
                </a:lnTo>
                <a:cubicBezTo>
                  <a:pt x="5844" y="2164"/>
                  <a:pt x="6079" y="1899"/>
                  <a:pt x="6373" y="1899"/>
                </a:cubicBezTo>
                <a:close/>
                <a:moveTo>
                  <a:pt x="6388" y="9795"/>
                </a:moveTo>
                <a:cubicBezTo>
                  <a:pt x="6611" y="9795"/>
                  <a:pt x="6834" y="9937"/>
                  <a:pt x="6873" y="10222"/>
                </a:cubicBezTo>
                <a:lnTo>
                  <a:pt x="6873" y="11182"/>
                </a:lnTo>
                <a:cubicBezTo>
                  <a:pt x="6912" y="11477"/>
                  <a:pt x="6687" y="11741"/>
                  <a:pt x="6383" y="11741"/>
                </a:cubicBezTo>
                <a:cubicBezTo>
                  <a:pt x="6089" y="11741"/>
                  <a:pt x="5853" y="11477"/>
                  <a:pt x="5902" y="11182"/>
                </a:cubicBezTo>
                <a:lnTo>
                  <a:pt x="5902" y="10222"/>
                </a:lnTo>
                <a:cubicBezTo>
                  <a:pt x="5942" y="9937"/>
                  <a:pt x="6165" y="9795"/>
                  <a:pt x="6388" y="9795"/>
                </a:cubicBezTo>
                <a:close/>
                <a:moveTo>
                  <a:pt x="6382" y="12675"/>
                </a:moveTo>
                <a:cubicBezTo>
                  <a:pt x="6483" y="12675"/>
                  <a:pt x="6584" y="12707"/>
                  <a:pt x="6667" y="12771"/>
                </a:cubicBezTo>
                <a:lnTo>
                  <a:pt x="10422" y="15584"/>
                </a:lnTo>
                <a:lnTo>
                  <a:pt x="2344" y="15584"/>
                </a:lnTo>
                <a:lnTo>
                  <a:pt x="6089" y="12771"/>
                </a:lnTo>
                <a:cubicBezTo>
                  <a:pt x="6177" y="12707"/>
                  <a:pt x="6280" y="12675"/>
                  <a:pt x="6382" y="12675"/>
                </a:cubicBezTo>
                <a:close/>
                <a:moveTo>
                  <a:pt x="482" y="1"/>
                </a:moveTo>
                <a:cubicBezTo>
                  <a:pt x="220" y="1"/>
                  <a:pt x="1" y="220"/>
                  <a:pt x="1" y="487"/>
                </a:cubicBezTo>
                <a:cubicBezTo>
                  <a:pt x="1" y="768"/>
                  <a:pt x="227" y="982"/>
                  <a:pt x="493" y="982"/>
                </a:cubicBezTo>
                <a:cubicBezTo>
                  <a:pt x="515" y="982"/>
                  <a:pt x="537" y="980"/>
                  <a:pt x="560" y="978"/>
                </a:cubicBezTo>
                <a:lnTo>
                  <a:pt x="1050" y="978"/>
                </a:lnTo>
                <a:lnTo>
                  <a:pt x="1050" y="4026"/>
                </a:lnTo>
                <a:cubicBezTo>
                  <a:pt x="1050" y="5703"/>
                  <a:pt x="1844" y="7271"/>
                  <a:pt x="3177" y="8281"/>
                </a:cubicBezTo>
                <a:cubicBezTo>
                  <a:pt x="1844" y="9281"/>
                  <a:pt x="1050" y="10859"/>
                  <a:pt x="1050" y="12525"/>
                </a:cubicBezTo>
                <a:lnTo>
                  <a:pt x="1050" y="15584"/>
                </a:lnTo>
                <a:lnTo>
                  <a:pt x="560" y="15584"/>
                </a:lnTo>
                <a:cubicBezTo>
                  <a:pt x="533" y="15580"/>
                  <a:pt x="506" y="15577"/>
                  <a:pt x="479" y="15577"/>
                </a:cubicBezTo>
                <a:cubicBezTo>
                  <a:pt x="219" y="15577"/>
                  <a:pt x="1" y="15789"/>
                  <a:pt x="1" y="16064"/>
                </a:cubicBezTo>
                <a:cubicBezTo>
                  <a:pt x="1" y="16345"/>
                  <a:pt x="227" y="16559"/>
                  <a:pt x="493" y="16559"/>
                </a:cubicBezTo>
                <a:cubicBezTo>
                  <a:pt x="515" y="16559"/>
                  <a:pt x="537" y="16558"/>
                  <a:pt x="560" y="16555"/>
                </a:cubicBezTo>
                <a:lnTo>
                  <a:pt x="12206" y="16555"/>
                </a:lnTo>
                <a:cubicBezTo>
                  <a:pt x="12228" y="16558"/>
                  <a:pt x="12250" y="16559"/>
                  <a:pt x="12272" y="16559"/>
                </a:cubicBezTo>
                <a:cubicBezTo>
                  <a:pt x="12539" y="16559"/>
                  <a:pt x="12765" y="16345"/>
                  <a:pt x="12765" y="16064"/>
                </a:cubicBezTo>
                <a:cubicBezTo>
                  <a:pt x="12765" y="15789"/>
                  <a:pt x="12547" y="15577"/>
                  <a:pt x="12286" y="15577"/>
                </a:cubicBezTo>
                <a:cubicBezTo>
                  <a:pt x="12260" y="15577"/>
                  <a:pt x="12233" y="15580"/>
                  <a:pt x="12206" y="15584"/>
                </a:cubicBezTo>
                <a:lnTo>
                  <a:pt x="11716" y="15584"/>
                </a:lnTo>
                <a:lnTo>
                  <a:pt x="11716" y="12525"/>
                </a:lnTo>
                <a:cubicBezTo>
                  <a:pt x="11706" y="10859"/>
                  <a:pt x="10922" y="9281"/>
                  <a:pt x="9588" y="8281"/>
                </a:cubicBezTo>
                <a:cubicBezTo>
                  <a:pt x="10922" y="7271"/>
                  <a:pt x="11706" y="5703"/>
                  <a:pt x="11716" y="4026"/>
                </a:cubicBezTo>
                <a:lnTo>
                  <a:pt x="11716" y="978"/>
                </a:lnTo>
                <a:lnTo>
                  <a:pt x="12206" y="978"/>
                </a:lnTo>
                <a:cubicBezTo>
                  <a:pt x="12228" y="980"/>
                  <a:pt x="12250" y="982"/>
                  <a:pt x="12272" y="982"/>
                </a:cubicBezTo>
                <a:cubicBezTo>
                  <a:pt x="12539" y="982"/>
                  <a:pt x="12765" y="768"/>
                  <a:pt x="12765" y="487"/>
                </a:cubicBezTo>
                <a:cubicBezTo>
                  <a:pt x="12765" y="220"/>
                  <a:pt x="12545" y="1"/>
                  <a:pt x="12284" y="1"/>
                </a:cubicBezTo>
                <a:cubicBezTo>
                  <a:pt x="12258" y="1"/>
                  <a:pt x="12232" y="3"/>
                  <a:pt x="12206" y="7"/>
                </a:cubicBezTo>
                <a:lnTo>
                  <a:pt x="560" y="7"/>
                </a:lnTo>
                <a:cubicBezTo>
                  <a:pt x="533" y="3"/>
                  <a:pt x="507" y="1"/>
                  <a:pt x="4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595" name="Google Shape;1595;p125"/>
          <p:cNvGrpSpPr/>
          <p:nvPr/>
        </p:nvGrpSpPr>
        <p:grpSpPr>
          <a:xfrm>
            <a:off x="7035775" y="3818083"/>
            <a:ext cx="331535" cy="324040"/>
            <a:chOff x="7035775" y="3818083"/>
            <a:chExt cx="331535" cy="324040"/>
          </a:xfrm>
        </p:grpSpPr>
        <p:sp>
          <p:nvSpPr>
            <p:cNvPr id="1596" name="Google Shape;1596;p125"/>
            <p:cNvSpPr/>
            <p:nvPr/>
          </p:nvSpPr>
          <p:spPr>
            <a:xfrm>
              <a:off x="7116149" y="4075350"/>
              <a:ext cx="170964" cy="66773"/>
            </a:xfrm>
            <a:custGeom>
              <a:avLst/>
              <a:gdLst/>
              <a:ahLst/>
              <a:cxnLst/>
              <a:rect l="l" t="t" r="r" b="b"/>
              <a:pathLst>
                <a:path w="8736" h="3412" extrusionOk="0">
                  <a:moveTo>
                    <a:pt x="491" y="0"/>
                  </a:moveTo>
                  <a:cubicBezTo>
                    <a:pt x="226" y="0"/>
                    <a:pt x="1" y="226"/>
                    <a:pt x="1" y="490"/>
                  </a:cubicBezTo>
                  <a:lnTo>
                    <a:pt x="1" y="2922"/>
                  </a:lnTo>
                  <a:cubicBezTo>
                    <a:pt x="1" y="3186"/>
                    <a:pt x="226" y="3412"/>
                    <a:pt x="491" y="3412"/>
                  </a:cubicBezTo>
                  <a:lnTo>
                    <a:pt x="8245" y="3412"/>
                  </a:lnTo>
                  <a:cubicBezTo>
                    <a:pt x="8520" y="3412"/>
                    <a:pt x="8735" y="3186"/>
                    <a:pt x="8735" y="2922"/>
                  </a:cubicBezTo>
                  <a:lnTo>
                    <a:pt x="8735" y="490"/>
                  </a:lnTo>
                  <a:cubicBezTo>
                    <a:pt x="8735" y="216"/>
                    <a:pt x="8520" y="0"/>
                    <a:pt x="8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7" name="Google Shape;1597;p125"/>
            <p:cNvSpPr/>
            <p:nvPr/>
          </p:nvSpPr>
          <p:spPr>
            <a:xfrm>
              <a:off x="7035775" y="3818083"/>
              <a:ext cx="331535" cy="238480"/>
            </a:xfrm>
            <a:custGeom>
              <a:avLst/>
              <a:gdLst/>
              <a:ahLst/>
              <a:cxnLst/>
              <a:rect l="l" t="t" r="r" b="b"/>
              <a:pathLst>
                <a:path w="16941" h="12186" extrusionOk="0">
                  <a:moveTo>
                    <a:pt x="2265" y="2147"/>
                  </a:moveTo>
                  <a:cubicBezTo>
                    <a:pt x="2383" y="3402"/>
                    <a:pt x="2667" y="4637"/>
                    <a:pt x="3098" y="5814"/>
                  </a:cubicBezTo>
                  <a:cubicBezTo>
                    <a:pt x="2039" y="5794"/>
                    <a:pt x="1187" y="4941"/>
                    <a:pt x="1177" y="3882"/>
                  </a:cubicBezTo>
                  <a:cubicBezTo>
                    <a:pt x="1187" y="3147"/>
                    <a:pt x="1608" y="2481"/>
                    <a:pt x="2265" y="2147"/>
                  </a:cubicBezTo>
                  <a:close/>
                  <a:moveTo>
                    <a:pt x="14695" y="2157"/>
                  </a:moveTo>
                  <a:cubicBezTo>
                    <a:pt x="15509" y="2549"/>
                    <a:pt x="15930" y="3441"/>
                    <a:pt x="15734" y="4314"/>
                  </a:cubicBezTo>
                  <a:cubicBezTo>
                    <a:pt x="15538" y="5196"/>
                    <a:pt x="14754" y="5814"/>
                    <a:pt x="13862" y="5814"/>
                  </a:cubicBezTo>
                  <a:cubicBezTo>
                    <a:pt x="14293" y="4637"/>
                    <a:pt x="14578" y="3402"/>
                    <a:pt x="14695" y="2157"/>
                  </a:cubicBezTo>
                  <a:close/>
                  <a:moveTo>
                    <a:pt x="7429" y="2905"/>
                  </a:moveTo>
                  <a:cubicBezTo>
                    <a:pt x="7456" y="2905"/>
                    <a:pt x="7482" y="2907"/>
                    <a:pt x="7510" y="2912"/>
                  </a:cubicBezTo>
                  <a:lnTo>
                    <a:pt x="8480" y="2912"/>
                  </a:lnTo>
                  <a:cubicBezTo>
                    <a:pt x="8745" y="2912"/>
                    <a:pt x="8960" y="3128"/>
                    <a:pt x="8960" y="3402"/>
                  </a:cubicBezTo>
                  <a:lnTo>
                    <a:pt x="8960" y="5823"/>
                  </a:lnTo>
                  <a:lnTo>
                    <a:pt x="9451" y="5823"/>
                  </a:lnTo>
                  <a:cubicBezTo>
                    <a:pt x="10009" y="5902"/>
                    <a:pt x="10009" y="6706"/>
                    <a:pt x="9451" y="6794"/>
                  </a:cubicBezTo>
                  <a:lnTo>
                    <a:pt x="9451" y="6784"/>
                  </a:lnTo>
                  <a:lnTo>
                    <a:pt x="7510" y="6784"/>
                  </a:lnTo>
                  <a:cubicBezTo>
                    <a:pt x="7483" y="6788"/>
                    <a:pt x="7457" y="6791"/>
                    <a:pt x="7432" y="6791"/>
                  </a:cubicBezTo>
                  <a:cubicBezTo>
                    <a:pt x="7170" y="6791"/>
                    <a:pt x="6951" y="6572"/>
                    <a:pt x="6951" y="6304"/>
                  </a:cubicBezTo>
                  <a:cubicBezTo>
                    <a:pt x="6951" y="6023"/>
                    <a:pt x="7177" y="5809"/>
                    <a:pt x="7443" y="5809"/>
                  </a:cubicBezTo>
                  <a:cubicBezTo>
                    <a:pt x="7465" y="5809"/>
                    <a:pt x="7487" y="5811"/>
                    <a:pt x="7510" y="5814"/>
                  </a:cubicBezTo>
                  <a:lnTo>
                    <a:pt x="7990" y="5814"/>
                  </a:lnTo>
                  <a:lnTo>
                    <a:pt x="7990" y="3882"/>
                  </a:lnTo>
                  <a:lnTo>
                    <a:pt x="7510" y="3882"/>
                  </a:lnTo>
                  <a:cubicBezTo>
                    <a:pt x="7487" y="3885"/>
                    <a:pt x="7465" y="3887"/>
                    <a:pt x="7443" y="3887"/>
                  </a:cubicBezTo>
                  <a:cubicBezTo>
                    <a:pt x="7177" y="3887"/>
                    <a:pt x="6951" y="3673"/>
                    <a:pt x="6951" y="3392"/>
                  </a:cubicBezTo>
                  <a:cubicBezTo>
                    <a:pt x="6951" y="3116"/>
                    <a:pt x="7169" y="2905"/>
                    <a:pt x="7429" y="2905"/>
                  </a:cubicBezTo>
                  <a:close/>
                  <a:moveTo>
                    <a:pt x="2667" y="0"/>
                  </a:moveTo>
                  <a:cubicBezTo>
                    <a:pt x="2402" y="0"/>
                    <a:pt x="2177" y="216"/>
                    <a:pt x="2177" y="491"/>
                  </a:cubicBezTo>
                  <a:cubicBezTo>
                    <a:pt x="2177" y="706"/>
                    <a:pt x="2177" y="922"/>
                    <a:pt x="2196" y="1128"/>
                  </a:cubicBezTo>
                  <a:cubicBezTo>
                    <a:pt x="834" y="1579"/>
                    <a:pt x="0" y="2951"/>
                    <a:pt x="245" y="4363"/>
                  </a:cubicBezTo>
                  <a:cubicBezTo>
                    <a:pt x="479" y="5771"/>
                    <a:pt x="1683" y="6784"/>
                    <a:pt x="3106" y="6784"/>
                  </a:cubicBezTo>
                  <a:cubicBezTo>
                    <a:pt x="3120" y="6784"/>
                    <a:pt x="3134" y="6784"/>
                    <a:pt x="3147" y="6784"/>
                  </a:cubicBezTo>
                  <a:lnTo>
                    <a:pt x="3510" y="6784"/>
                  </a:lnTo>
                  <a:cubicBezTo>
                    <a:pt x="4245" y="8313"/>
                    <a:pt x="5225" y="9451"/>
                    <a:pt x="6363" y="10098"/>
                  </a:cubicBezTo>
                  <a:cubicBezTo>
                    <a:pt x="6784" y="10352"/>
                    <a:pt x="7029" y="10813"/>
                    <a:pt x="7019" y="11313"/>
                  </a:cubicBezTo>
                  <a:lnTo>
                    <a:pt x="7019" y="12186"/>
                  </a:lnTo>
                  <a:lnTo>
                    <a:pt x="9921" y="12186"/>
                  </a:lnTo>
                  <a:lnTo>
                    <a:pt x="9921" y="11313"/>
                  </a:lnTo>
                  <a:cubicBezTo>
                    <a:pt x="9911" y="10813"/>
                    <a:pt x="10156" y="10352"/>
                    <a:pt x="10578" y="10098"/>
                  </a:cubicBezTo>
                  <a:cubicBezTo>
                    <a:pt x="11715" y="9460"/>
                    <a:pt x="12695" y="8323"/>
                    <a:pt x="13431" y="6784"/>
                  </a:cubicBezTo>
                  <a:lnTo>
                    <a:pt x="13803" y="6784"/>
                  </a:lnTo>
                  <a:cubicBezTo>
                    <a:pt x="13817" y="6784"/>
                    <a:pt x="13830" y="6784"/>
                    <a:pt x="13844" y="6784"/>
                  </a:cubicBezTo>
                  <a:cubicBezTo>
                    <a:pt x="15258" y="6784"/>
                    <a:pt x="16462" y="5771"/>
                    <a:pt x="16705" y="4373"/>
                  </a:cubicBezTo>
                  <a:cubicBezTo>
                    <a:pt x="16940" y="2961"/>
                    <a:pt x="16117" y="1588"/>
                    <a:pt x="14754" y="1138"/>
                  </a:cubicBezTo>
                  <a:lnTo>
                    <a:pt x="14764" y="1128"/>
                  </a:lnTo>
                  <a:cubicBezTo>
                    <a:pt x="14774" y="922"/>
                    <a:pt x="14774" y="706"/>
                    <a:pt x="14774" y="491"/>
                  </a:cubicBezTo>
                  <a:cubicBezTo>
                    <a:pt x="14783" y="216"/>
                    <a:pt x="14558" y="0"/>
                    <a:pt x="14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598" name="Google Shape;1598;p125"/>
          <p:cNvSpPr/>
          <p:nvPr/>
        </p:nvSpPr>
        <p:spPr>
          <a:xfrm>
            <a:off x="7286897" y="3396016"/>
            <a:ext cx="76754" cy="120121"/>
          </a:xfrm>
          <a:custGeom>
            <a:avLst/>
            <a:gdLst/>
            <a:ahLst/>
            <a:cxnLst/>
            <a:rect l="l" t="t" r="r" b="b"/>
            <a:pathLst>
              <a:path w="3922" h="6138" extrusionOk="0">
                <a:moveTo>
                  <a:pt x="1" y="1"/>
                </a:moveTo>
                <a:lnTo>
                  <a:pt x="1" y="1"/>
                </a:lnTo>
                <a:cubicBezTo>
                  <a:pt x="1304" y="1844"/>
                  <a:pt x="1304" y="4294"/>
                  <a:pt x="1" y="6137"/>
                </a:cubicBezTo>
                <a:lnTo>
                  <a:pt x="3520" y="5490"/>
                </a:lnTo>
                <a:cubicBezTo>
                  <a:pt x="3755" y="5441"/>
                  <a:pt x="3912" y="5245"/>
                  <a:pt x="3922" y="5010"/>
                </a:cubicBezTo>
                <a:lnTo>
                  <a:pt x="3922" y="1138"/>
                </a:lnTo>
                <a:cubicBezTo>
                  <a:pt x="3912" y="903"/>
                  <a:pt x="3755" y="697"/>
                  <a:pt x="3520" y="658"/>
                </a:cubicBezTo>
                <a:lnTo>
                  <a:pt x="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99" name="Google Shape;1599;p125"/>
          <p:cNvSpPr/>
          <p:nvPr/>
        </p:nvSpPr>
        <p:spPr>
          <a:xfrm>
            <a:off x="7039806" y="3396016"/>
            <a:ext cx="76558" cy="120121"/>
          </a:xfrm>
          <a:custGeom>
            <a:avLst/>
            <a:gdLst/>
            <a:ahLst/>
            <a:cxnLst/>
            <a:rect l="l" t="t" r="r" b="b"/>
            <a:pathLst>
              <a:path w="3912" h="6138" extrusionOk="0">
                <a:moveTo>
                  <a:pt x="3912" y="1"/>
                </a:moveTo>
                <a:lnTo>
                  <a:pt x="402" y="658"/>
                </a:lnTo>
                <a:cubicBezTo>
                  <a:pt x="167" y="697"/>
                  <a:pt x="0" y="903"/>
                  <a:pt x="0" y="1138"/>
                </a:cubicBezTo>
                <a:lnTo>
                  <a:pt x="0" y="5010"/>
                </a:lnTo>
                <a:cubicBezTo>
                  <a:pt x="0" y="5245"/>
                  <a:pt x="167" y="5441"/>
                  <a:pt x="402" y="5490"/>
                </a:cubicBezTo>
                <a:lnTo>
                  <a:pt x="3912" y="6137"/>
                </a:lnTo>
                <a:cubicBezTo>
                  <a:pt x="2618" y="4304"/>
                  <a:pt x="2618" y="1844"/>
                  <a:pt x="391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00" name="Google Shape;1600;p125"/>
          <p:cNvSpPr/>
          <p:nvPr/>
        </p:nvSpPr>
        <p:spPr>
          <a:xfrm>
            <a:off x="7113859" y="3350164"/>
            <a:ext cx="175562" cy="191297"/>
          </a:xfrm>
          <a:custGeom>
            <a:avLst/>
            <a:gdLst/>
            <a:ahLst/>
            <a:cxnLst/>
            <a:rect l="l" t="t" r="r" b="b"/>
            <a:pathLst>
              <a:path w="8971" h="9775" extrusionOk="0">
                <a:moveTo>
                  <a:pt x="4490" y="2912"/>
                </a:moveTo>
                <a:cubicBezTo>
                  <a:pt x="4784" y="2912"/>
                  <a:pt x="5019" y="3177"/>
                  <a:pt x="4970" y="3481"/>
                </a:cubicBezTo>
                <a:lnTo>
                  <a:pt x="4970" y="4932"/>
                </a:lnTo>
                <a:lnTo>
                  <a:pt x="5461" y="4932"/>
                </a:lnTo>
                <a:cubicBezTo>
                  <a:pt x="6019" y="5020"/>
                  <a:pt x="6019" y="5814"/>
                  <a:pt x="5461" y="5902"/>
                </a:cubicBezTo>
                <a:lnTo>
                  <a:pt x="4490" y="5902"/>
                </a:lnTo>
                <a:cubicBezTo>
                  <a:pt x="4225" y="5902"/>
                  <a:pt x="4010" y="5687"/>
                  <a:pt x="4000" y="5412"/>
                </a:cubicBezTo>
                <a:lnTo>
                  <a:pt x="4000" y="3481"/>
                </a:lnTo>
                <a:cubicBezTo>
                  <a:pt x="3961" y="3177"/>
                  <a:pt x="4186" y="2912"/>
                  <a:pt x="4490" y="2912"/>
                </a:cubicBezTo>
                <a:close/>
                <a:moveTo>
                  <a:pt x="4490" y="1"/>
                </a:moveTo>
                <a:cubicBezTo>
                  <a:pt x="4186" y="1"/>
                  <a:pt x="3961" y="275"/>
                  <a:pt x="4000" y="569"/>
                </a:cubicBezTo>
                <a:lnTo>
                  <a:pt x="4000" y="1079"/>
                </a:lnTo>
                <a:cubicBezTo>
                  <a:pt x="1706" y="1334"/>
                  <a:pt x="0" y="3344"/>
                  <a:pt x="138" y="5657"/>
                </a:cubicBezTo>
                <a:cubicBezTo>
                  <a:pt x="265" y="7971"/>
                  <a:pt x="2177" y="9774"/>
                  <a:pt x="4490" y="9774"/>
                </a:cubicBezTo>
                <a:cubicBezTo>
                  <a:pt x="6804" y="9774"/>
                  <a:pt x="8715" y="7971"/>
                  <a:pt x="8843" y="5657"/>
                </a:cubicBezTo>
                <a:cubicBezTo>
                  <a:pt x="8970" y="3344"/>
                  <a:pt x="7274" y="1334"/>
                  <a:pt x="4970" y="1079"/>
                </a:cubicBezTo>
                <a:lnTo>
                  <a:pt x="4970" y="569"/>
                </a:lnTo>
                <a:cubicBezTo>
                  <a:pt x="5019" y="275"/>
                  <a:pt x="4784" y="1"/>
                  <a:pt x="449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601" name="Google Shape;1601;p125"/>
          <p:cNvGrpSpPr/>
          <p:nvPr/>
        </p:nvGrpSpPr>
        <p:grpSpPr>
          <a:xfrm>
            <a:off x="7059376" y="2753905"/>
            <a:ext cx="284704" cy="323864"/>
            <a:chOff x="7059376" y="2753905"/>
            <a:chExt cx="284704" cy="323864"/>
          </a:xfrm>
        </p:grpSpPr>
        <p:sp>
          <p:nvSpPr>
            <p:cNvPr id="1602" name="Google Shape;1602;p125"/>
            <p:cNvSpPr/>
            <p:nvPr/>
          </p:nvSpPr>
          <p:spPr>
            <a:xfrm>
              <a:off x="7059376" y="3020762"/>
              <a:ext cx="218147" cy="57007"/>
            </a:xfrm>
            <a:custGeom>
              <a:avLst/>
              <a:gdLst/>
              <a:ahLst/>
              <a:cxnLst/>
              <a:rect l="l" t="t" r="r" b="b"/>
              <a:pathLst>
                <a:path w="11147" h="2913" extrusionOk="0">
                  <a:moveTo>
                    <a:pt x="490" y="1"/>
                  </a:moveTo>
                  <a:cubicBezTo>
                    <a:pt x="226" y="1"/>
                    <a:pt x="0" y="226"/>
                    <a:pt x="0" y="491"/>
                  </a:cubicBezTo>
                  <a:cubicBezTo>
                    <a:pt x="10" y="1834"/>
                    <a:pt x="1088" y="2912"/>
                    <a:pt x="2431" y="2912"/>
                  </a:cubicBezTo>
                  <a:lnTo>
                    <a:pt x="11146" y="2912"/>
                  </a:lnTo>
                  <a:cubicBezTo>
                    <a:pt x="10833" y="2501"/>
                    <a:pt x="10666" y="2001"/>
                    <a:pt x="10666" y="1481"/>
                  </a:cubicBezTo>
                  <a:lnTo>
                    <a:pt x="10666" y="1471"/>
                  </a:lnTo>
                  <a:lnTo>
                    <a:pt x="10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3" name="Google Shape;1603;p125"/>
            <p:cNvSpPr/>
            <p:nvPr/>
          </p:nvSpPr>
          <p:spPr>
            <a:xfrm>
              <a:off x="7097362" y="2753905"/>
              <a:ext cx="246719" cy="323473"/>
            </a:xfrm>
            <a:custGeom>
              <a:avLst/>
              <a:gdLst/>
              <a:ahLst/>
              <a:cxnLst/>
              <a:rect l="l" t="t" r="r" b="b"/>
              <a:pathLst>
                <a:path w="12607" h="16529" extrusionOk="0">
                  <a:moveTo>
                    <a:pt x="3333" y="2967"/>
                  </a:moveTo>
                  <a:cubicBezTo>
                    <a:pt x="3356" y="2967"/>
                    <a:pt x="3379" y="2968"/>
                    <a:pt x="3402" y="2971"/>
                  </a:cubicBezTo>
                  <a:lnTo>
                    <a:pt x="9215" y="2971"/>
                  </a:lnTo>
                  <a:cubicBezTo>
                    <a:pt x="9764" y="3059"/>
                    <a:pt x="9764" y="3854"/>
                    <a:pt x="9215" y="3942"/>
                  </a:cubicBezTo>
                  <a:lnTo>
                    <a:pt x="3402" y="3942"/>
                  </a:lnTo>
                  <a:cubicBezTo>
                    <a:pt x="3375" y="3946"/>
                    <a:pt x="3348" y="3948"/>
                    <a:pt x="3321" y="3948"/>
                  </a:cubicBezTo>
                  <a:cubicBezTo>
                    <a:pt x="3053" y="3948"/>
                    <a:pt x="2833" y="3729"/>
                    <a:pt x="2833" y="3461"/>
                  </a:cubicBezTo>
                  <a:cubicBezTo>
                    <a:pt x="2833" y="3181"/>
                    <a:pt x="3059" y="2967"/>
                    <a:pt x="3333" y="2967"/>
                  </a:cubicBezTo>
                  <a:close/>
                  <a:moveTo>
                    <a:pt x="3321" y="4906"/>
                  </a:moveTo>
                  <a:cubicBezTo>
                    <a:pt x="3348" y="4906"/>
                    <a:pt x="3375" y="4908"/>
                    <a:pt x="3402" y="4912"/>
                  </a:cubicBezTo>
                  <a:lnTo>
                    <a:pt x="6304" y="4912"/>
                  </a:lnTo>
                  <a:cubicBezTo>
                    <a:pt x="6862" y="4991"/>
                    <a:pt x="6862" y="5795"/>
                    <a:pt x="6304" y="5883"/>
                  </a:cubicBezTo>
                  <a:lnTo>
                    <a:pt x="3402" y="5883"/>
                  </a:lnTo>
                  <a:cubicBezTo>
                    <a:pt x="3379" y="5886"/>
                    <a:pt x="3356" y="5887"/>
                    <a:pt x="3333" y="5887"/>
                  </a:cubicBezTo>
                  <a:cubicBezTo>
                    <a:pt x="3059" y="5887"/>
                    <a:pt x="2833" y="5673"/>
                    <a:pt x="2833" y="5393"/>
                  </a:cubicBezTo>
                  <a:cubicBezTo>
                    <a:pt x="2833" y="5125"/>
                    <a:pt x="3053" y="4906"/>
                    <a:pt x="3321" y="4906"/>
                  </a:cubicBezTo>
                  <a:close/>
                  <a:moveTo>
                    <a:pt x="4363" y="8784"/>
                  </a:moveTo>
                  <a:cubicBezTo>
                    <a:pt x="3921" y="8784"/>
                    <a:pt x="3696" y="9314"/>
                    <a:pt x="4010" y="9628"/>
                  </a:cubicBezTo>
                  <a:cubicBezTo>
                    <a:pt x="4107" y="9725"/>
                    <a:pt x="4229" y="9769"/>
                    <a:pt x="4348" y="9769"/>
                  </a:cubicBezTo>
                  <a:cubicBezTo>
                    <a:pt x="4599" y="9769"/>
                    <a:pt x="4843" y="9574"/>
                    <a:pt x="4843" y="9275"/>
                  </a:cubicBezTo>
                  <a:cubicBezTo>
                    <a:pt x="4843" y="9010"/>
                    <a:pt x="4627" y="8794"/>
                    <a:pt x="4363" y="8784"/>
                  </a:cubicBezTo>
                  <a:close/>
                  <a:moveTo>
                    <a:pt x="4362" y="7817"/>
                  </a:moveTo>
                  <a:cubicBezTo>
                    <a:pt x="5144" y="7817"/>
                    <a:pt x="5813" y="8454"/>
                    <a:pt x="5813" y="9275"/>
                  </a:cubicBezTo>
                  <a:cubicBezTo>
                    <a:pt x="5813" y="9490"/>
                    <a:pt x="5764" y="9706"/>
                    <a:pt x="5676" y="9902"/>
                  </a:cubicBezTo>
                  <a:lnTo>
                    <a:pt x="6647" y="10872"/>
                  </a:lnTo>
                  <a:cubicBezTo>
                    <a:pt x="6833" y="11059"/>
                    <a:pt x="6833" y="11363"/>
                    <a:pt x="6647" y="11559"/>
                  </a:cubicBezTo>
                  <a:cubicBezTo>
                    <a:pt x="6549" y="11652"/>
                    <a:pt x="6424" y="11698"/>
                    <a:pt x="6300" y="11698"/>
                  </a:cubicBezTo>
                  <a:cubicBezTo>
                    <a:pt x="6176" y="11698"/>
                    <a:pt x="6054" y="11652"/>
                    <a:pt x="5960" y="11559"/>
                  </a:cubicBezTo>
                  <a:lnTo>
                    <a:pt x="4990" y="10588"/>
                  </a:lnTo>
                  <a:cubicBezTo>
                    <a:pt x="4789" y="10681"/>
                    <a:pt x="4573" y="10728"/>
                    <a:pt x="4359" y="10728"/>
                  </a:cubicBezTo>
                  <a:cubicBezTo>
                    <a:pt x="4144" y="10728"/>
                    <a:pt x="3931" y="10681"/>
                    <a:pt x="3735" y="10588"/>
                  </a:cubicBezTo>
                  <a:lnTo>
                    <a:pt x="2765" y="11559"/>
                  </a:lnTo>
                  <a:cubicBezTo>
                    <a:pt x="2670" y="11629"/>
                    <a:pt x="2570" y="11659"/>
                    <a:pt x="2475" y="11659"/>
                  </a:cubicBezTo>
                  <a:cubicBezTo>
                    <a:pt x="2115" y="11659"/>
                    <a:pt x="1815" y="11229"/>
                    <a:pt x="2078" y="10872"/>
                  </a:cubicBezTo>
                  <a:lnTo>
                    <a:pt x="3049" y="9902"/>
                  </a:lnTo>
                  <a:cubicBezTo>
                    <a:pt x="2647" y="9059"/>
                    <a:pt x="3137" y="8059"/>
                    <a:pt x="4039" y="7853"/>
                  </a:cubicBezTo>
                  <a:cubicBezTo>
                    <a:pt x="4148" y="7829"/>
                    <a:pt x="4256" y="7817"/>
                    <a:pt x="4362" y="7817"/>
                  </a:cubicBezTo>
                  <a:close/>
                  <a:moveTo>
                    <a:pt x="490" y="1"/>
                  </a:moveTo>
                  <a:cubicBezTo>
                    <a:pt x="216" y="1"/>
                    <a:pt x="0" y="217"/>
                    <a:pt x="0" y="481"/>
                  </a:cubicBezTo>
                  <a:lnTo>
                    <a:pt x="0" y="12666"/>
                  </a:lnTo>
                  <a:lnTo>
                    <a:pt x="9205" y="12666"/>
                  </a:lnTo>
                  <a:cubicBezTo>
                    <a:pt x="9470" y="12666"/>
                    <a:pt x="9695" y="12882"/>
                    <a:pt x="9695" y="13157"/>
                  </a:cubicBezTo>
                  <a:lnTo>
                    <a:pt x="9695" y="15117"/>
                  </a:lnTo>
                  <a:cubicBezTo>
                    <a:pt x="9715" y="15901"/>
                    <a:pt x="10362" y="16529"/>
                    <a:pt x="11146" y="16529"/>
                  </a:cubicBezTo>
                  <a:cubicBezTo>
                    <a:pt x="11931" y="16529"/>
                    <a:pt x="12578" y="15901"/>
                    <a:pt x="12607" y="15117"/>
                  </a:cubicBezTo>
                  <a:lnTo>
                    <a:pt x="12607" y="481"/>
                  </a:lnTo>
                  <a:cubicBezTo>
                    <a:pt x="12597" y="217"/>
                    <a:pt x="12381" y="1"/>
                    <a:pt x="12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04" name="Google Shape;1604;p125"/>
          <p:cNvGrpSpPr/>
          <p:nvPr/>
        </p:nvGrpSpPr>
        <p:grpSpPr>
          <a:xfrm>
            <a:off x="7048632" y="2245966"/>
            <a:ext cx="306388" cy="324079"/>
            <a:chOff x="7048632" y="2245966"/>
            <a:chExt cx="306388" cy="324079"/>
          </a:xfrm>
        </p:grpSpPr>
        <p:sp>
          <p:nvSpPr>
            <p:cNvPr id="1605" name="Google Shape;1605;p125"/>
            <p:cNvSpPr/>
            <p:nvPr/>
          </p:nvSpPr>
          <p:spPr>
            <a:xfrm>
              <a:off x="7048632" y="2550808"/>
              <a:ext cx="249420" cy="19237"/>
            </a:xfrm>
            <a:custGeom>
              <a:avLst/>
              <a:gdLst/>
              <a:ahLst/>
              <a:cxnLst/>
              <a:rect l="l" t="t" r="r" b="b"/>
              <a:pathLst>
                <a:path w="12745" h="983" extrusionOk="0">
                  <a:moveTo>
                    <a:pt x="12266" y="1"/>
                  </a:moveTo>
                  <a:cubicBezTo>
                    <a:pt x="12240" y="1"/>
                    <a:pt x="12213" y="3"/>
                    <a:pt x="12185" y="7"/>
                  </a:cubicBezTo>
                  <a:lnTo>
                    <a:pt x="549" y="7"/>
                  </a:lnTo>
                  <a:cubicBezTo>
                    <a:pt x="0" y="86"/>
                    <a:pt x="0" y="890"/>
                    <a:pt x="549" y="978"/>
                  </a:cubicBezTo>
                  <a:lnTo>
                    <a:pt x="12185" y="978"/>
                  </a:lnTo>
                  <a:cubicBezTo>
                    <a:pt x="12208" y="981"/>
                    <a:pt x="12230" y="982"/>
                    <a:pt x="12252" y="982"/>
                  </a:cubicBezTo>
                  <a:cubicBezTo>
                    <a:pt x="12518" y="982"/>
                    <a:pt x="12744" y="768"/>
                    <a:pt x="12744" y="488"/>
                  </a:cubicBezTo>
                  <a:cubicBezTo>
                    <a:pt x="12744" y="212"/>
                    <a:pt x="12526" y="1"/>
                    <a:pt x="12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6" name="Google Shape;1606;p125"/>
            <p:cNvSpPr/>
            <p:nvPr/>
          </p:nvSpPr>
          <p:spPr>
            <a:xfrm>
              <a:off x="7182726" y="2245966"/>
              <a:ext cx="172294" cy="113878"/>
            </a:xfrm>
            <a:custGeom>
              <a:avLst/>
              <a:gdLst/>
              <a:ahLst/>
              <a:cxnLst/>
              <a:rect l="l" t="t" r="r" b="b"/>
              <a:pathLst>
                <a:path w="8804" h="5819" extrusionOk="0">
                  <a:moveTo>
                    <a:pt x="8316" y="1"/>
                  </a:moveTo>
                  <a:cubicBezTo>
                    <a:pt x="8289" y="1"/>
                    <a:pt x="8262" y="3"/>
                    <a:pt x="8235" y="7"/>
                  </a:cubicBezTo>
                  <a:lnTo>
                    <a:pt x="2422" y="7"/>
                  </a:lnTo>
                  <a:cubicBezTo>
                    <a:pt x="1638" y="27"/>
                    <a:pt x="1010" y="674"/>
                    <a:pt x="1010" y="1458"/>
                  </a:cubicBezTo>
                  <a:cubicBezTo>
                    <a:pt x="1010" y="2252"/>
                    <a:pt x="1638" y="2889"/>
                    <a:pt x="2422" y="2919"/>
                  </a:cubicBezTo>
                  <a:lnTo>
                    <a:pt x="5333" y="2919"/>
                  </a:lnTo>
                  <a:cubicBezTo>
                    <a:pt x="5361" y="2914"/>
                    <a:pt x="5388" y="2912"/>
                    <a:pt x="5414" y="2912"/>
                  </a:cubicBezTo>
                  <a:cubicBezTo>
                    <a:pt x="5674" y="2912"/>
                    <a:pt x="5892" y="3123"/>
                    <a:pt x="5892" y="3399"/>
                  </a:cubicBezTo>
                  <a:cubicBezTo>
                    <a:pt x="5892" y="3680"/>
                    <a:pt x="5666" y="3894"/>
                    <a:pt x="5400" y="3894"/>
                  </a:cubicBezTo>
                  <a:cubicBezTo>
                    <a:pt x="5378" y="3894"/>
                    <a:pt x="5356" y="3892"/>
                    <a:pt x="5333" y="3889"/>
                  </a:cubicBezTo>
                  <a:lnTo>
                    <a:pt x="1451" y="3889"/>
                  </a:lnTo>
                  <a:cubicBezTo>
                    <a:pt x="667" y="3889"/>
                    <a:pt x="1" y="4575"/>
                    <a:pt x="1" y="5399"/>
                  </a:cubicBezTo>
                  <a:cubicBezTo>
                    <a:pt x="45" y="5678"/>
                    <a:pt x="265" y="5818"/>
                    <a:pt x="486" y="5818"/>
                  </a:cubicBezTo>
                  <a:cubicBezTo>
                    <a:pt x="706" y="5818"/>
                    <a:pt x="927" y="5678"/>
                    <a:pt x="971" y="5399"/>
                  </a:cubicBezTo>
                  <a:cubicBezTo>
                    <a:pt x="971" y="5124"/>
                    <a:pt x="1206" y="4850"/>
                    <a:pt x="1451" y="4850"/>
                  </a:cubicBezTo>
                  <a:lnTo>
                    <a:pt x="5333" y="4850"/>
                  </a:lnTo>
                  <a:cubicBezTo>
                    <a:pt x="5351" y="4851"/>
                    <a:pt x="5369" y="4851"/>
                    <a:pt x="5386" y="4851"/>
                  </a:cubicBezTo>
                  <a:cubicBezTo>
                    <a:pt x="6176" y="4851"/>
                    <a:pt x="6824" y="4205"/>
                    <a:pt x="6824" y="3399"/>
                  </a:cubicBezTo>
                  <a:cubicBezTo>
                    <a:pt x="6824" y="2593"/>
                    <a:pt x="6176" y="1947"/>
                    <a:pt x="5386" y="1947"/>
                  </a:cubicBezTo>
                  <a:cubicBezTo>
                    <a:pt x="5369" y="1947"/>
                    <a:pt x="5351" y="1948"/>
                    <a:pt x="5333" y="1948"/>
                  </a:cubicBezTo>
                  <a:lnTo>
                    <a:pt x="2422" y="1948"/>
                  </a:lnTo>
                  <a:cubicBezTo>
                    <a:pt x="1863" y="1860"/>
                    <a:pt x="1863" y="1056"/>
                    <a:pt x="2422" y="978"/>
                  </a:cubicBezTo>
                  <a:lnTo>
                    <a:pt x="8235" y="978"/>
                  </a:lnTo>
                  <a:cubicBezTo>
                    <a:pt x="8258" y="981"/>
                    <a:pt x="8281" y="982"/>
                    <a:pt x="8304" y="982"/>
                  </a:cubicBezTo>
                  <a:cubicBezTo>
                    <a:pt x="8578" y="982"/>
                    <a:pt x="8804" y="768"/>
                    <a:pt x="8804" y="488"/>
                  </a:cubicBezTo>
                  <a:cubicBezTo>
                    <a:pt x="8804" y="220"/>
                    <a:pt x="8584" y="1"/>
                    <a:pt x="83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7" name="Google Shape;1607;p125"/>
            <p:cNvSpPr/>
            <p:nvPr/>
          </p:nvSpPr>
          <p:spPr>
            <a:xfrm>
              <a:off x="7068966" y="2380196"/>
              <a:ext cx="265721" cy="151765"/>
            </a:xfrm>
            <a:custGeom>
              <a:avLst/>
              <a:gdLst/>
              <a:ahLst/>
              <a:cxnLst/>
              <a:rect l="l" t="t" r="r" b="b"/>
              <a:pathLst>
                <a:path w="13578" h="7755" extrusionOk="0">
                  <a:moveTo>
                    <a:pt x="11146" y="971"/>
                  </a:moveTo>
                  <a:cubicBezTo>
                    <a:pt x="11950" y="971"/>
                    <a:pt x="12597" y="1618"/>
                    <a:pt x="12597" y="2422"/>
                  </a:cubicBezTo>
                  <a:cubicBezTo>
                    <a:pt x="12597" y="3226"/>
                    <a:pt x="11950" y="3873"/>
                    <a:pt x="11146" y="3873"/>
                  </a:cubicBezTo>
                  <a:lnTo>
                    <a:pt x="10656" y="3873"/>
                  </a:lnTo>
                  <a:lnTo>
                    <a:pt x="10656" y="971"/>
                  </a:lnTo>
                  <a:close/>
                  <a:moveTo>
                    <a:pt x="481" y="1"/>
                  </a:moveTo>
                  <a:cubicBezTo>
                    <a:pt x="216" y="1"/>
                    <a:pt x="0" y="216"/>
                    <a:pt x="0" y="491"/>
                  </a:cubicBezTo>
                  <a:lnTo>
                    <a:pt x="0" y="4363"/>
                  </a:lnTo>
                  <a:cubicBezTo>
                    <a:pt x="0" y="5608"/>
                    <a:pt x="432" y="6804"/>
                    <a:pt x="1226" y="7755"/>
                  </a:cubicBezTo>
                  <a:lnTo>
                    <a:pt x="9441" y="7755"/>
                  </a:lnTo>
                  <a:cubicBezTo>
                    <a:pt x="10127" y="6931"/>
                    <a:pt x="10548" y="5922"/>
                    <a:pt x="10646" y="4853"/>
                  </a:cubicBezTo>
                  <a:lnTo>
                    <a:pt x="11146" y="4853"/>
                  </a:lnTo>
                  <a:cubicBezTo>
                    <a:pt x="12489" y="4853"/>
                    <a:pt x="13578" y="3765"/>
                    <a:pt x="13578" y="2422"/>
                  </a:cubicBezTo>
                  <a:cubicBezTo>
                    <a:pt x="13578" y="1089"/>
                    <a:pt x="12489" y="1"/>
                    <a:pt x="11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08" name="Google Shape;1608;p125"/>
          <p:cNvGrpSpPr/>
          <p:nvPr/>
        </p:nvGrpSpPr>
        <p:grpSpPr>
          <a:xfrm>
            <a:off x="7039806" y="1763233"/>
            <a:ext cx="323844" cy="323844"/>
            <a:chOff x="7039806" y="1763233"/>
            <a:chExt cx="323844" cy="323844"/>
          </a:xfrm>
        </p:grpSpPr>
        <p:sp>
          <p:nvSpPr>
            <p:cNvPr id="1609" name="Google Shape;1609;p125"/>
            <p:cNvSpPr/>
            <p:nvPr/>
          </p:nvSpPr>
          <p:spPr>
            <a:xfrm>
              <a:off x="7039806" y="1859341"/>
              <a:ext cx="323844" cy="227736"/>
            </a:xfrm>
            <a:custGeom>
              <a:avLst/>
              <a:gdLst/>
              <a:ahLst/>
              <a:cxnLst/>
              <a:rect l="l" t="t" r="r" b="b"/>
              <a:pathLst>
                <a:path w="16548" h="11637" extrusionOk="0">
                  <a:moveTo>
                    <a:pt x="6262" y="1935"/>
                  </a:moveTo>
                  <a:cubicBezTo>
                    <a:pt x="6289" y="1935"/>
                    <a:pt x="6316" y="1937"/>
                    <a:pt x="6343" y="1941"/>
                  </a:cubicBezTo>
                  <a:lnTo>
                    <a:pt x="10215" y="1941"/>
                  </a:lnTo>
                  <a:cubicBezTo>
                    <a:pt x="10774" y="2020"/>
                    <a:pt x="10774" y="2824"/>
                    <a:pt x="10215" y="2912"/>
                  </a:cubicBezTo>
                  <a:lnTo>
                    <a:pt x="6343" y="2912"/>
                  </a:lnTo>
                  <a:cubicBezTo>
                    <a:pt x="6320" y="2915"/>
                    <a:pt x="6297" y="2916"/>
                    <a:pt x="6274" y="2916"/>
                  </a:cubicBezTo>
                  <a:cubicBezTo>
                    <a:pt x="6000" y="2916"/>
                    <a:pt x="5774" y="2702"/>
                    <a:pt x="5774" y="2422"/>
                  </a:cubicBezTo>
                  <a:cubicBezTo>
                    <a:pt x="5774" y="2154"/>
                    <a:pt x="5994" y="1935"/>
                    <a:pt x="6262" y="1935"/>
                  </a:cubicBezTo>
                  <a:close/>
                  <a:moveTo>
                    <a:pt x="3422" y="3868"/>
                  </a:moveTo>
                  <a:cubicBezTo>
                    <a:pt x="3674" y="3868"/>
                    <a:pt x="3912" y="4061"/>
                    <a:pt x="3912" y="4353"/>
                  </a:cubicBezTo>
                  <a:cubicBezTo>
                    <a:pt x="3912" y="4627"/>
                    <a:pt x="3696" y="4843"/>
                    <a:pt x="3422" y="4843"/>
                  </a:cubicBezTo>
                  <a:cubicBezTo>
                    <a:pt x="2990" y="4843"/>
                    <a:pt x="2775" y="4323"/>
                    <a:pt x="3078" y="4010"/>
                  </a:cubicBezTo>
                  <a:cubicBezTo>
                    <a:pt x="3180" y="3912"/>
                    <a:pt x="3303" y="3868"/>
                    <a:pt x="3422" y="3868"/>
                  </a:cubicBezTo>
                  <a:close/>
                  <a:moveTo>
                    <a:pt x="1490" y="0"/>
                  </a:moveTo>
                  <a:cubicBezTo>
                    <a:pt x="1216" y="0"/>
                    <a:pt x="1000" y="216"/>
                    <a:pt x="1000" y="490"/>
                  </a:cubicBezTo>
                  <a:cubicBezTo>
                    <a:pt x="1000" y="1196"/>
                    <a:pt x="1304" y="1863"/>
                    <a:pt x="1833" y="2324"/>
                  </a:cubicBezTo>
                  <a:cubicBezTo>
                    <a:pt x="1559" y="3480"/>
                    <a:pt x="1353" y="3882"/>
                    <a:pt x="490" y="3882"/>
                  </a:cubicBezTo>
                  <a:cubicBezTo>
                    <a:pt x="216" y="3882"/>
                    <a:pt x="0" y="4108"/>
                    <a:pt x="0" y="4372"/>
                  </a:cubicBezTo>
                  <a:lnTo>
                    <a:pt x="0" y="7274"/>
                  </a:lnTo>
                  <a:cubicBezTo>
                    <a:pt x="0" y="7539"/>
                    <a:pt x="216" y="7755"/>
                    <a:pt x="490" y="7764"/>
                  </a:cubicBezTo>
                  <a:cubicBezTo>
                    <a:pt x="1412" y="7764"/>
                    <a:pt x="2216" y="8382"/>
                    <a:pt x="2461" y="9274"/>
                  </a:cubicBezTo>
                  <a:lnTo>
                    <a:pt x="2961" y="11264"/>
                  </a:lnTo>
                  <a:cubicBezTo>
                    <a:pt x="3010" y="11480"/>
                    <a:pt x="3206" y="11627"/>
                    <a:pt x="3431" y="11637"/>
                  </a:cubicBezTo>
                  <a:lnTo>
                    <a:pt x="4882" y="11637"/>
                  </a:lnTo>
                  <a:cubicBezTo>
                    <a:pt x="5098" y="11627"/>
                    <a:pt x="5294" y="11480"/>
                    <a:pt x="5353" y="11264"/>
                  </a:cubicBezTo>
                  <a:lnTo>
                    <a:pt x="5715" y="9823"/>
                  </a:lnTo>
                  <a:cubicBezTo>
                    <a:pt x="6554" y="10053"/>
                    <a:pt x="7414" y="10169"/>
                    <a:pt x="8274" y="10169"/>
                  </a:cubicBezTo>
                  <a:cubicBezTo>
                    <a:pt x="9134" y="10169"/>
                    <a:pt x="9995" y="10053"/>
                    <a:pt x="10833" y="9823"/>
                  </a:cubicBezTo>
                  <a:lnTo>
                    <a:pt x="11195" y="11264"/>
                  </a:lnTo>
                  <a:cubicBezTo>
                    <a:pt x="11244" y="11480"/>
                    <a:pt x="11440" y="11637"/>
                    <a:pt x="11666" y="11637"/>
                  </a:cubicBezTo>
                  <a:lnTo>
                    <a:pt x="13117" y="11637"/>
                  </a:lnTo>
                  <a:cubicBezTo>
                    <a:pt x="13313" y="11627"/>
                    <a:pt x="13499" y="11509"/>
                    <a:pt x="13568" y="11323"/>
                  </a:cubicBezTo>
                  <a:lnTo>
                    <a:pt x="15166" y="7353"/>
                  </a:lnTo>
                  <a:cubicBezTo>
                    <a:pt x="15646" y="6147"/>
                    <a:pt x="15675" y="4814"/>
                    <a:pt x="15244" y="3588"/>
                  </a:cubicBezTo>
                  <a:cubicBezTo>
                    <a:pt x="16038" y="3177"/>
                    <a:pt x="16538" y="2353"/>
                    <a:pt x="16548" y="1451"/>
                  </a:cubicBezTo>
                  <a:cubicBezTo>
                    <a:pt x="16504" y="1177"/>
                    <a:pt x="16281" y="1039"/>
                    <a:pt x="16059" y="1039"/>
                  </a:cubicBezTo>
                  <a:cubicBezTo>
                    <a:pt x="15837" y="1039"/>
                    <a:pt x="15617" y="1177"/>
                    <a:pt x="15577" y="1451"/>
                  </a:cubicBezTo>
                  <a:cubicBezTo>
                    <a:pt x="15568" y="1971"/>
                    <a:pt x="15283" y="2451"/>
                    <a:pt x="14832" y="2706"/>
                  </a:cubicBezTo>
                  <a:cubicBezTo>
                    <a:pt x="13862" y="1069"/>
                    <a:pt x="11999" y="0"/>
                    <a:pt x="99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0" name="Google Shape;1610;p125"/>
            <p:cNvSpPr/>
            <p:nvPr/>
          </p:nvSpPr>
          <p:spPr>
            <a:xfrm>
              <a:off x="7150886" y="1763233"/>
              <a:ext cx="88848" cy="75971"/>
            </a:xfrm>
            <a:custGeom>
              <a:avLst/>
              <a:gdLst/>
              <a:ahLst/>
              <a:cxnLst/>
              <a:rect l="l" t="t" r="r" b="b"/>
              <a:pathLst>
                <a:path w="4540" h="3882" extrusionOk="0">
                  <a:moveTo>
                    <a:pt x="2598" y="0"/>
                  </a:moveTo>
                  <a:cubicBezTo>
                    <a:pt x="873" y="0"/>
                    <a:pt x="0" y="2088"/>
                    <a:pt x="1226" y="3313"/>
                  </a:cubicBezTo>
                  <a:cubicBezTo>
                    <a:pt x="1621" y="3706"/>
                    <a:pt x="2107" y="3882"/>
                    <a:pt x="2583" y="3882"/>
                  </a:cubicBezTo>
                  <a:cubicBezTo>
                    <a:pt x="3582" y="3882"/>
                    <a:pt x="4539" y="3109"/>
                    <a:pt x="4539" y="1941"/>
                  </a:cubicBezTo>
                  <a:cubicBezTo>
                    <a:pt x="4539" y="872"/>
                    <a:pt x="3667" y="0"/>
                    <a:pt x="25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11" name="Google Shape;1611;p125"/>
          <p:cNvGrpSpPr/>
          <p:nvPr/>
        </p:nvGrpSpPr>
        <p:grpSpPr>
          <a:xfrm>
            <a:off x="6439125" y="3816536"/>
            <a:ext cx="329422" cy="325390"/>
            <a:chOff x="6439125" y="3816536"/>
            <a:chExt cx="329422" cy="325390"/>
          </a:xfrm>
        </p:grpSpPr>
        <p:sp>
          <p:nvSpPr>
            <p:cNvPr id="1612" name="Google Shape;1612;p125"/>
            <p:cNvSpPr/>
            <p:nvPr/>
          </p:nvSpPr>
          <p:spPr>
            <a:xfrm>
              <a:off x="6439125" y="4069009"/>
              <a:ext cx="68123" cy="72918"/>
            </a:xfrm>
            <a:custGeom>
              <a:avLst/>
              <a:gdLst/>
              <a:ahLst/>
              <a:cxnLst/>
              <a:rect l="l" t="t" r="r" b="b"/>
              <a:pathLst>
                <a:path w="3481" h="3726" extrusionOk="0">
                  <a:moveTo>
                    <a:pt x="1334" y="1"/>
                  </a:moveTo>
                  <a:cubicBezTo>
                    <a:pt x="481" y="363"/>
                    <a:pt x="1" y="1265"/>
                    <a:pt x="187" y="2167"/>
                  </a:cubicBezTo>
                  <a:cubicBezTo>
                    <a:pt x="373" y="3069"/>
                    <a:pt x="1167" y="3716"/>
                    <a:pt x="2089" y="3726"/>
                  </a:cubicBezTo>
                  <a:lnTo>
                    <a:pt x="3481" y="3726"/>
                  </a:lnTo>
                  <a:cubicBezTo>
                    <a:pt x="2403" y="2726"/>
                    <a:pt x="1648" y="1432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3" name="Google Shape;1613;p125"/>
            <p:cNvSpPr/>
            <p:nvPr/>
          </p:nvSpPr>
          <p:spPr>
            <a:xfrm>
              <a:off x="6700619" y="4069009"/>
              <a:ext cx="67927" cy="72918"/>
            </a:xfrm>
            <a:custGeom>
              <a:avLst/>
              <a:gdLst/>
              <a:ahLst/>
              <a:cxnLst/>
              <a:rect l="l" t="t" r="r" b="b"/>
              <a:pathLst>
                <a:path w="3471" h="3726" extrusionOk="0">
                  <a:moveTo>
                    <a:pt x="2147" y="1"/>
                  </a:moveTo>
                  <a:cubicBezTo>
                    <a:pt x="1824" y="1432"/>
                    <a:pt x="1079" y="2726"/>
                    <a:pt x="0" y="3726"/>
                  </a:cubicBezTo>
                  <a:lnTo>
                    <a:pt x="1392" y="3726"/>
                  </a:lnTo>
                  <a:cubicBezTo>
                    <a:pt x="2314" y="3716"/>
                    <a:pt x="3108" y="3069"/>
                    <a:pt x="3284" y="2167"/>
                  </a:cubicBezTo>
                  <a:cubicBezTo>
                    <a:pt x="3471" y="1265"/>
                    <a:pt x="3000" y="363"/>
                    <a:pt x="21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4" name="Google Shape;1614;p125"/>
            <p:cNvSpPr/>
            <p:nvPr/>
          </p:nvSpPr>
          <p:spPr>
            <a:xfrm>
              <a:off x="6470202" y="3914386"/>
              <a:ext cx="267463" cy="227540"/>
            </a:xfrm>
            <a:custGeom>
              <a:avLst/>
              <a:gdLst/>
              <a:ahLst/>
              <a:cxnLst/>
              <a:rect l="l" t="t" r="r" b="b"/>
              <a:pathLst>
                <a:path w="13667" h="11627" extrusionOk="0">
                  <a:moveTo>
                    <a:pt x="6839" y="2966"/>
                  </a:moveTo>
                  <a:cubicBezTo>
                    <a:pt x="7062" y="2966"/>
                    <a:pt x="7285" y="3108"/>
                    <a:pt x="7324" y="3392"/>
                  </a:cubicBezTo>
                  <a:lnTo>
                    <a:pt x="7324" y="3961"/>
                  </a:lnTo>
                  <a:cubicBezTo>
                    <a:pt x="7902" y="4167"/>
                    <a:pt x="8285" y="4706"/>
                    <a:pt x="8294" y="5324"/>
                  </a:cubicBezTo>
                  <a:cubicBezTo>
                    <a:pt x="8334" y="5618"/>
                    <a:pt x="8108" y="5892"/>
                    <a:pt x="7804" y="5892"/>
                  </a:cubicBezTo>
                  <a:cubicBezTo>
                    <a:pt x="7510" y="5892"/>
                    <a:pt x="7275" y="5618"/>
                    <a:pt x="7324" y="5324"/>
                  </a:cubicBezTo>
                  <a:cubicBezTo>
                    <a:pt x="7324" y="5032"/>
                    <a:pt x="7081" y="4834"/>
                    <a:pt x="6827" y="4834"/>
                  </a:cubicBezTo>
                  <a:cubicBezTo>
                    <a:pt x="6706" y="4834"/>
                    <a:pt x="6582" y="4879"/>
                    <a:pt x="6481" y="4980"/>
                  </a:cubicBezTo>
                  <a:cubicBezTo>
                    <a:pt x="6177" y="5284"/>
                    <a:pt x="6393" y="5814"/>
                    <a:pt x="6834" y="5814"/>
                  </a:cubicBezTo>
                  <a:cubicBezTo>
                    <a:pt x="6840" y="5814"/>
                    <a:pt x="6847" y="5814"/>
                    <a:pt x="6854" y="5814"/>
                  </a:cubicBezTo>
                  <a:cubicBezTo>
                    <a:pt x="7551" y="5814"/>
                    <a:pt x="8148" y="6320"/>
                    <a:pt x="8275" y="7020"/>
                  </a:cubicBezTo>
                  <a:cubicBezTo>
                    <a:pt x="8392" y="7716"/>
                    <a:pt x="7990" y="8402"/>
                    <a:pt x="7324" y="8637"/>
                  </a:cubicBezTo>
                  <a:lnTo>
                    <a:pt x="7324" y="9206"/>
                  </a:lnTo>
                  <a:cubicBezTo>
                    <a:pt x="7285" y="9485"/>
                    <a:pt x="7062" y="9625"/>
                    <a:pt x="6839" y="9625"/>
                  </a:cubicBezTo>
                  <a:cubicBezTo>
                    <a:pt x="6616" y="9625"/>
                    <a:pt x="6393" y="9485"/>
                    <a:pt x="6353" y="9206"/>
                  </a:cubicBezTo>
                  <a:lnTo>
                    <a:pt x="6353" y="8637"/>
                  </a:lnTo>
                  <a:cubicBezTo>
                    <a:pt x="5775" y="8431"/>
                    <a:pt x="5383" y="7882"/>
                    <a:pt x="5383" y="7265"/>
                  </a:cubicBezTo>
                  <a:cubicBezTo>
                    <a:pt x="5422" y="6985"/>
                    <a:pt x="5643" y="6845"/>
                    <a:pt x="5864" y="6845"/>
                  </a:cubicBezTo>
                  <a:cubicBezTo>
                    <a:pt x="6086" y="6845"/>
                    <a:pt x="6309" y="6985"/>
                    <a:pt x="6353" y="7265"/>
                  </a:cubicBezTo>
                  <a:cubicBezTo>
                    <a:pt x="6347" y="7564"/>
                    <a:pt x="6588" y="7764"/>
                    <a:pt x="6842" y="7764"/>
                  </a:cubicBezTo>
                  <a:cubicBezTo>
                    <a:pt x="6962" y="7764"/>
                    <a:pt x="7086" y="7719"/>
                    <a:pt x="7187" y="7617"/>
                  </a:cubicBezTo>
                  <a:cubicBezTo>
                    <a:pt x="7500" y="7314"/>
                    <a:pt x="7275" y="6784"/>
                    <a:pt x="6843" y="6784"/>
                  </a:cubicBezTo>
                  <a:cubicBezTo>
                    <a:pt x="6128" y="6784"/>
                    <a:pt x="5520" y="6274"/>
                    <a:pt x="5402" y="5578"/>
                  </a:cubicBezTo>
                  <a:cubicBezTo>
                    <a:pt x="5275" y="4873"/>
                    <a:pt x="5677" y="4186"/>
                    <a:pt x="6353" y="3961"/>
                  </a:cubicBezTo>
                  <a:lnTo>
                    <a:pt x="6353" y="3392"/>
                  </a:lnTo>
                  <a:cubicBezTo>
                    <a:pt x="6393" y="3108"/>
                    <a:pt x="6616" y="2966"/>
                    <a:pt x="6839" y="2966"/>
                  </a:cubicBezTo>
                  <a:close/>
                  <a:moveTo>
                    <a:pt x="6834" y="1"/>
                  </a:moveTo>
                  <a:cubicBezTo>
                    <a:pt x="4050" y="1"/>
                    <a:pt x="1599" y="1814"/>
                    <a:pt x="795" y="4481"/>
                  </a:cubicBezTo>
                  <a:cubicBezTo>
                    <a:pt x="1" y="7137"/>
                    <a:pt x="1030" y="10009"/>
                    <a:pt x="3344" y="11549"/>
                  </a:cubicBezTo>
                  <a:cubicBezTo>
                    <a:pt x="3422" y="11598"/>
                    <a:pt x="3520" y="11627"/>
                    <a:pt x="3618" y="11627"/>
                  </a:cubicBezTo>
                  <a:lnTo>
                    <a:pt x="10049" y="11627"/>
                  </a:lnTo>
                  <a:cubicBezTo>
                    <a:pt x="10137" y="11627"/>
                    <a:pt x="10235" y="11598"/>
                    <a:pt x="10314" y="11549"/>
                  </a:cubicBezTo>
                  <a:cubicBezTo>
                    <a:pt x="12627" y="10009"/>
                    <a:pt x="13666" y="7137"/>
                    <a:pt x="12863" y="4481"/>
                  </a:cubicBezTo>
                  <a:cubicBezTo>
                    <a:pt x="12059" y="1814"/>
                    <a:pt x="9608" y="1"/>
                    <a:pt x="68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5" name="Google Shape;1615;p125"/>
            <p:cNvSpPr/>
            <p:nvPr/>
          </p:nvSpPr>
          <p:spPr>
            <a:xfrm>
              <a:off x="6594530" y="3838279"/>
              <a:ext cx="19002" cy="55794"/>
            </a:xfrm>
            <a:custGeom>
              <a:avLst/>
              <a:gdLst/>
              <a:ahLst/>
              <a:cxnLst/>
              <a:rect l="l" t="t" r="r" b="b"/>
              <a:pathLst>
                <a:path w="971" h="2851" extrusionOk="0">
                  <a:moveTo>
                    <a:pt x="486" y="0"/>
                  </a:moveTo>
                  <a:cubicBezTo>
                    <a:pt x="263" y="0"/>
                    <a:pt x="40" y="140"/>
                    <a:pt x="0" y="419"/>
                  </a:cubicBezTo>
                  <a:lnTo>
                    <a:pt x="0" y="2360"/>
                  </a:lnTo>
                  <a:cubicBezTo>
                    <a:pt x="0" y="2623"/>
                    <a:pt x="213" y="2848"/>
                    <a:pt x="485" y="2850"/>
                  </a:cubicBezTo>
                  <a:lnTo>
                    <a:pt x="485" y="2850"/>
                  </a:lnTo>
                  <a:cubicBezTo>
                    <a:pt x="748" y="2848"/>
                    <a:pt x="961" y="2623"/>
                    <a:pt x="971" y="2360"/>
                  </a:cubicBezTo>
                  <a:lnTo>
                    <a:pt x="971" y="419"/>
                  </a:lnTo>
                  <a:cubicBezTo>
                    <a:pt x="932" y="140"/>
                    <a:pt x="709" y="0"/>
                    <a:pt x="486" y="0"/>
                  </a:cubicBezTo>
                  <a:close/>
                  <a:moveTo>
                    <a:pt x="485" y="2850"/>
                  </a:moveTo>
                  <a:cubicBezTo>
                    <a:pt x="484" y="2850"/>
                    <a:pt x="482" y="2850"/>
                    <a:pt x="481" y="2850"/>
                  </a:cubicBezTo>
                  <a:lnTo>
                    <a:pt x="490" y="2850"/>
                  </a:lnTo>
                  <a:cubicBezTo>
                    <a:pt x="489" y="2850"/>
                    <a:pt x="487" y="2850"/>
                    <a:pt x="485" y="28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6" name="Google Shape;1616;p125"/>
            <p:cNvSpPr/>
            <p:nvPr/>
          </p:nvSpPr>
          <p:spPr>
            <a:xfrm>
              <a:off x="6631557" y="3816536"/>
              <a:ext cx="20744" cy="58534"/>
            </a:xfrm>
            <a:custGeom>
              <a:avLst/>
              <a:gdLst/>
              <a:ahLst/>
              <a:cxnLst/>
              <a:rect l="l" t="t" r="r" b="b"/>
              <a:pathLst>
                <a:path w="1060" h="2991" extrusionOk="0">
                  <a:moveTo>
                    <a:pt x="530" y="1"/>
                  </a:moveTo>
                  <a:cubicBezTo>
                    <a:pt x="226" y="1"/>
                    <a:pt x="0" y="266"/>
                    <a:pt x="49" y="570"/>
                  </a:cubicBezTo>
                  <a:lnTo>
                    <a:pt x="49" y="2501"/>
                  </a:lnTo>
                  <a:cubicBezTo>
                    <a:pt x="49" y="2774"/>
                    <a:pt x="262" y="2988"/>
                    <a:pt x="534" y="2991"/>
                  </a:cubicBezTo>
                  <a:lnTo>
                    <a:pt x="534" y="2991"/>
                  </a:lnTo>
                  <a:cubicBezTo>
                    <a:pt x="797" y="2988"/>
                    <a:pt x="1020" y="2764"/>
                    <a:pt x="1020" y="2501"/>
                  </a:cubicBezTo>
                  <a:lnTo>
                    <a:pt x="1020" y="570"/>
                  </a:lnTo>
                  <a:cubicBezTo>
                    <a:pt x="1059" y="266"/>
                    <a:pt x="834" y="1"/>
                    <a:pt x="530" y="1"/>
                  </a:cubicBezTo>
                  <a:close/>
                  <a:moveTo>
                    <a:pt x="534" y="2991"/>
                  </a:moveTo>
                  <a:lnTo>
                    <a:pt x="534" y="2991"/>
                  </a:lnTo>
                  <a:cubicBezTo>
                    <a:pt x="533" y="2991"/>
                    <a:pt x="531" y="2991"/>
                    <a:pt x="530" y="2991"/>
                  </a:cubicBezTo>
                  <a:lnTo>
                    <a:pt x="539" y="2991"/>
                  </a:lnTo>
                  <a:cubicBezTo>
                    <a:pt x="538" y="2991"/>
                    <a:pt x="536" y="2991"/>
                    <a:pt x="534" y="29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7" name="Google Shape;1617;p125"/>
            <p:cNvSpPr/>
            <p:nvPr/>
          </p:nvSpPr>
          <p:spPr>
            <a:xfrm>
              <a:off x="6555782" y="3816536"/>
              <a:ext cx="20725" cy="58534"/>
            </a:xfrm>
            <a:custGeom>
              <a:avLst/>
              <a:gdLst/>
              <a:ahLst/>
              <a:cxnLst/>
              <a:rect l="l" t="t" r="r" b="b"/>
              <a:pathLst>
                <a:path w="1059" h="2991" extrusionOk="0">
                  <a:moveTo>
                    <a:pt x="529" y="1"/>
                  </a:moveTo>
                  <a:cubicBezTo>
                    <a:pt x="226" y="1"/>
                    <a:pt x="0" y="266"/>
                    <a:pt x="39" y="570"/>
                  </a:cubicBezTo>
                  <a:lnTo>
                    <a:pt x="39" y="2501"/>
                  </a:lnTo>
                  <a:cubicBezTo>
                    <a:pt x="39" y="2774"/>
                    <a:pt x="262" y="2988"/>
                    <a:pt x="525" y="2991"/>
                  </a:cubicBezTo>
                  <a:lnTo>
                    <a:pt x="525" y="2991"/>
                  </a:lnTo>
                  <a:cubicBezTo>
                    <a:pt x="797" y="2988"/>
                    <a:pt x="1010" y="2764"/>
                    <a:pt x="1010" y="2501"/>
                  </a:cubicBezTo>
                  <a:lnTo>
                    <a:pt x="1010" y="570"/>
                  </a:lnTo>
                  <a:cubicBezTo>
                    <a:pt x="1059" y="266"/>
                    <a:pt x="824" y="1"/>
                    <a:pt x="529" y="1"/>
                  </a:cubicBezTo>
                  <a:close/>
                  <a:moveTo>
                    <a:pt x="525" y="2991"/>
                  </a:moveTo>
                  <a:cubicBezTo>
                    <a:pt x="523" y="2991"/>
                    <a:pt x="521" y="2991"/>
                    <a:pt x="520" y="2991"/>
                  </a:cubicBezTo>
                  <a:lnTo>
                    <a:pt x="529" y="2991"/>
                  </a:lnTo>
                  <a:cubicBezTo>
                    <a:pt x="528" y="2991"/>
                    <a:pt x="526" y="2991"/>
                    <a:pt x="525" y="29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18" name="Google Shape;1618;p125"/>
          <p:cNvGrpSpPr/>
          <p:nvPr/>
        </p:nvGrpSpPr>
        <p:grpSpPr>
          <a:xfrm>
            <a:off x="6442002" y="3304311"/>
            <a:ext cx="323864" cy="284724"/>
            <a:chOff x="6442002" y="3304311"/>
            <a:chExt cx="323864" cy="284724"/>
          </a:xfrm>
        </p:grpSpPr>
        <p:sp>
          <p:nvSpPr>
            <p:cNvPr id="1619" name="Google Shape;1619;p125"/>
            <p:cNvSpPr/>
            <p:nvPr/>
          </p:nvSpPr>
          <p:spPr>
            <a:xfrm>
              <a:off x="6442002" y="3304311"/>
              <a:ext cx="323864" cy="189770"/>
            </a:xfrm>
            <a:custGeom>
              <a:avLst/>
              <a:gdLst/>
              <a:ahLst/>
              <a:cxnLst/>
              <a:rect l="l" t="t" r="r" b="b"/>
              <a:pathLst>
                <a:path w="16549" h="9697" extrusionOk="0">
                  <a:moveTo>
                    <a:pt x="10696" y="971"/>
                  </a:moveTo>
                  <a:lnTo>
                    <a:pt x="10696" y="2912"/>
                  </a:lnTo>
                  <a:lnTo>
                    <a:pt x="5853" y="2912"/>
                  </a:lnTo>
                  <a:lnTo>
                    <a:pt x="5853" y="971"/>
                  </a:lnTo>
                  <a:close/>
                  <a:moveTo>
                    <a:pt x="9312" y="7751"/>
                  </a:moveTo>
                  <a:cubicBezTo>
                    <a:pt x="9578" y="7751"/>
                    <a:pt x="9804" y="7964"/>
                    <a:pt x="9804" y="8245"/>
                  </a:cubicBezTo>
                  <a:cubicBezTo>
                    <a:pt x="9804" y="8513"/>
                    <a:pt x="9584" y="8732"/>
                    <a:pt x="9323" y="8732"/>
                  </a:cubicBezTo>
                  <a:cubicBezTo>
                    <a:pt x="9298" y="8732"/>
                    <a:pt x="9271" y="8730"/>
                    <a:pt x="9245" y="8726"/>
                  </a:cubicBezTo>
                  <a:lnTo>
                    <a:pt x="7304" y="8726"/>
                  </a:lnTo>
                  <a:cubicBezTo>
                    <a:pt x="7278" y="8730"/>
                    <a:pt x="7252" y="8732"/>
                    <a:pt x="7226" y="8732"/>
                  </a:cubicBezTo>
                  <a:cubicBezTo>
                    <a:pt x="6963" y="8732"/>
                    <a:pt x="6736" y="8513"/>
                    <a:pt x="6736" y="8245"/>
                  </a:cubicBezTo>
                  <a:cubicBezTo>
                    <a:pt x="6736" y="7964"/>
                    <a:pt x="6970" y="7751"/>
                    <a:pt x="7237" y="7751"/>
                  </a:cubicBezTo>
                  <a:cubicBezTo>
                    <a:pt x="7260" y="7751"/>
                    <a:pt x="7282" y="7752"/>
                    <a:pt x="7304" y="7755"/>
                  </a:cubicBezTo>
                  <a:lnTo>
                    <a:pt x="9245" y="7755"/>
                  </a:lnTo>
                  <a:cubicBezTo>
                    <a:pt x="9268" y="7752"/>
                    <a:pt x="9290" y="7751"/>
                    <a:pt x="9312" y="7751"/>
                  </a:cubicBezTo>
                  <a:close/>
                  <a:moveTo>
                    <a:pt x="5363" y="1"/>
                  </a:moveTo>
                  <a:cubicBezTo>
                    <a:pt x="5089" y="1"/>
                    <a:pt x="4873" y="217"/>
                    <a:pt x="4873" y="491"/>
                  </a:cubicBezTo>
                  <a:lnTo>
                    <a:pt x="4873" y="2912"/>
                  </a:lnTo>
                  <a:lnTo>
                    <a:pt x="1442" y="2912"/>
                  </a:lnTo>
                  <a:cubicBezTo>
                    <a:pt x="648" y="2912"/>
                    <a:pt x="1" y="3569"/>
                    <a:pt x="1" y="4363"/>
                  </a:cubicBezTo>
                  <a:cubicBezTo>
                    <a:pt x="11" y="7308"/>
                    <a:pt x="2403" y="9696"/>
                    <a:pt x="5345" y="9696"/>
                  </a:cubicBezTo>
                  <a:cubicBezTo>
                    <a:pt x="5351" y="9696"/>
                    <a:pt x="5357" y="9696"/>
                    <a:pt x="5363" y="9696"/>
                  </a:cubicBezTo>
                  <a:lnTo>
                    <a:pt x="11176" y="9696"/>
                  </a:lnTo>
                  <a:cubicBezTo>
                    <a:pt x="11182" y="9696"/>
                    <a:pt x="11188" y="9696"/>
                    <a:pt x="11195" y="9696"/>
                  </a:cubicBezTo>
                  <a:cubicBezTo>
                    <a:pt x="14147" y="9696"/>
                    <a:pt x="16529" y="7308"/>
                    <a:pt x="16548" y="4363"/>
                  </a:cubicBezTo>
                  <a:cubicBezTo>
                    <a:pt x="16539" y="3559"/>
                    <a:pt x="15892" y="2912"/>
                    <a:pt x="15088" y="2912"/>
                  </a:cubicBezTo>
                  <a:lnTo>
                    <a:pt x="11667" y="2912"/>
                  </a:lnTo>
                  <a:lnTo>
                    <a:pt x="11667" y="491"/>
                  </a:lnTo>
                  <a:cubicBezTo>
                    <a:pt x="11667" y="217"/>
                    <a:pt x="11441" y="1"/>
                    <a:pt x="11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0" name="Google Shape;1620;p125"/>
            <p:cNvSpPr/>
            <p:nvPr/>
          </p:nvSpPr>
          <p:spPr>
            <a:xfrm>
              <a:off x="6442002" y="3455294"/>
              <a:ext cx="323864" cy="133741"/>
            </a:xfrm>
            <a:custGeom>
              <a:avLst/>
              <a:gdLst/>
              <a:ahLst/>
              <a:cxnLst/>
              <a:rect l="l" t="t" r="r" b="b"/>
              <a:pathLst>
                <a:path w="16549" h="6834" extrusionOk="0">
                  <a:moveTo>
                    <a:pt x="1" y="1"/>
                  </a:moveTo>
                  <a:lnTo>
                    <a:pt x="1" y="6343"/>
                  </a:lnTo>
                  <a:cubicBezTo>
                    <a:pt x="1" y="6608"/>
                    <a:pt x="217" y="6834"/>
                    <a:pt x="491" y="6834"/>
                  </a:cubicBezTo>
                  <a:lnTo>
                    <a:pt x="16058" y="6834"/>
                  </a:lnTo>
                  <a:cubicBezTo>
                    <a:pt x="16323" y="6834"/>
                    <a:pt x="16548" y="6608"/>
                    <a:pt x="16548" y="6343"/>
                  </a:cubicBezTo>
                  <a:lnTo>
                    <a:pt x="16548" y="1"/>
                  </a:lnTo>
                  <a:cubicBezTo>
                    <a:pt x="15382" y="1834"/>
                    <a:pt x="13353" y="2952"/>
                    <a:pt x="11176" y="2952"/>
                  </a:cubicBezTo>
                  <a:lnTo>
                    <a:pt x="5363" y="2952"/>
                  </a:lnTo>
                  <a:cubicBezTo>
                    <a:pt x="3187" y="2952"/>
                    <a:pt x="1167" y="183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21" name="Google Shape;1621;p125"/>
          <p:cNvGrpSpPr/>
          <p:nvPr/>
        </p:nvGrpSpPr>
        <p:grpSpPr>
          <a:xfrm>
            <a:off x="6442002" y="2763886"/>
            <a:ext cx="323864" cy="303805"/>
            <a:chOff x="6442002" y="2763886"/>
            <a:chExt cx="323864" cy="303805"/>
          </a:xfrm>
        </p:grpSpPr>
        <p:sp>
          <p:nvSpPr>
            <p:cNvPr id="1622" name="Google Shape;1622;p125"/>
            <p:cNvSpPr/>
            <p:nvPr/>
          </p:nvSpPr>
          <p:spPr>
            <a:xfrm>
              <a:off x="6442002" y="2763886"/>
              <a:ext cx="323864" cy="246934"/>
            </a:xfrm>
            <a:custGeom>
              <a:avLst/>
              <a:gdLst/>
              <a:ahLst/>
              <a:cxnLst/>
              <a:rect l="l" t="t" r="r" b="b"/>
              <a:pathLst>
                <a:path w="16549" h="12618" extrusionOk="0">
                  <a:moveTo>
                    <a:pt x="13117" y="2922"/>
                  </a:moveTo>
                  <a:cubicBezTo>
                    <a:pt x="13382" y="2922"/>
                    <a:pt x="13608" y="3138"/>
                    <a:pt x="13608" y="3412"/>
                  </a:cubicBezTo>
                  <a:lnTo>
                    <a:pt x="13608" y="5343"/>
                  </a:lnTo>
                  <a:cubicBezTo>
                    <a:pt x="13563" y="5618"/>
                    <a:pt x="13340" y="5755"/>
                    <a:pt x="13119" y="5755"/>
                  </a:cubicBezTo>
                  <a:cubicBezTo>
                    <a:pt x="12897" y="5755"/>
                    <a:pt x="12676" y="5618"/>
                    <a:pt x="12637" y="5343"/>
                  </a:cubicBezTo>
                  <a:lnTo>
                    <a:pt x="12637" y="4569"/>
                  </a:lnTo>
                  <a:lnTo>
                    <a:pt x="8618" y="8588"/>
                  </a:lnTo>
                  <a:cubicBezTo>
                    <a:pt x="8520" y="8681"/>
                    <a:pt x="8395" y="8728"/>
                    <a:pt x="8271" y="8728"/>
                  </a:cubicBezTo>
                  <a:cubicBezTo>
                    <a:pt x="8147" y="8728"/>
                    <a:pt x="8025" y="8681"/>
                    <a:pt x="7932" y="8588"/>
                  </a:cubicBezTo>
                  <a:lnTo>
                    <a:pt x="6334" y="7000"/>
                  </a:lnTo>
                  <a:lnTo>
                    <a:pt x="3775" y="9559"/>
                  </a:lnTo>
                  <a:cubicBezTo>
                    <a:pt x="3674" y="9692"/>
                    <a:pt x="3526" y="9758"/>
                    <a:pt x="3378" y="9758"/>
                  </a:cubicBezTo>
                  <a:cubicBezTo>
                    <a:pt x="3253" y="9758"/>
                    <a:pt x="3128" y="9711"/>
                    <a:pt x="3030" y="9617"/>
                  </a:cubicBezTo>
                  <a:cubicBezTo>
                    <a:pt x="2824" y="9402"/>
                    <a:pt x="2844" y="9059"/>
                    <a:pt x="3089" y="8872"/>
                  </a:cubicBezTo>
                  <a:lnTo>
                    <a:pt x="5991" y="5971"/>
                  </a:lnTo>
                  <a:cubicBezTo>
                    <a:pt x="6084" y="5878"/>
                    <a:pt x="6209" y="5831"/>
                    <a:pt x="6334" y="5831"/>
                  </a:cubicBezTo>
                  <a:cubicBezTo>
                    <a:pt x="6459" y="5831"/>
                    <a:pt x="6584" y="5878"/>
                    <a:pt x="6677" y="5971"/>
                  </a:cubicBezTo>
                  <a:lnTo>
                    <a:pt x="8275" y="7569"/>
                  </a:lnTo>
                  <a:lnTo>
                    <a:pt x="11951" y="3892"/>
                  </a:lnTo>
                  <a:lnTo>
                    <a:pt x="11176" y="3892"/>
                  </a:lnTo>
                  <a:cubicBezTo>
                    <a:pt x="10618" y="3804"/>
                    <a:pt x="10618" y="3000"/>
                    <a:pt x="11176" y="2922"/>
                  </a:cubicBezTo>
                  <a:close/>
                  <a:moveTo>
                    <a:pt x="16058" y="1"/>
                  </a:moveTo>
                  <a:lnTo>
                    <a:pt x="16058" y="10"/>
                  </a:lnTo>
                  <a:lnTo>
                    <a:pt x="491" y="10"/>
                  </a:lnTo>
                  <a:cubicBezTo>
                    <a:pt x="217" y="10"/>
                    <a:pt x="1" y="226"/>
                    <a:pt x="1" y="501"/>
                  </a:cubicBezTo>
                  <a:lnTo>
                    <a:pt x="1" y="12127"/>
                  </a:lnTo>
                  <a:cubicBezTo>
                    <a:pt x="1" y="12402"/>
                    <a:pt x="217" y="12617"/>
                    <a:pt x="491" y="12617"/>
                  </a:cubicBezTo>
                  <a:lnTo>
                    <a:pt x="16058" y="12617"/>
                  </a:lnTo>
                  <a:cubicBezTo>
                    <a:pt x="16323" y="12617"/>
                    <a:pt x="16548" y="12402"/>
                    <a:pt x="16548" y="12127"/>
                  </a:cubicBezTo>
                  <a:lnTo>
                    <a:pt x="16548" y="491"/>
                  </a:lnTo>
                  <a:cubicBezTo>
                    <a:pt x="16548" y="226"/>
                    <a:pt x="16323" y="1"/>
                    <a:pt x="160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3" name="Google Shape;1623;p125"/>
            <p:cNvSpPr/>
            <p:nvPr/>
          </p:nvSpPr>
          <p:spPr>
            <a:xfrm>
              <a:off x="6517013" y="3029588"/>
              <a:ext cx="173840" cy="38103"/>
            </a:xfrm>
            <a:custGeom>
              <a:avLst/>
              <a:gdLst/>
              <a:ahLst/>
              <a:cxnLst/>
              <a:rect l="l" t="t" r="r" b="b"/>
              <a:pathLst>
                <a:path w="8883" h="1947" extrusionOk="0">
                  <a:moveTo>
                    <a:pt x="2020" y="1"/>
                  </a:moveTo>
                  <a:lnTo>
                    <a:pt x="2020" y="971"/>
                  </a:lnTo>
                  <a:lnTo>
                    <a:pt x="560" y="971"/>
                  </a:lnTo>
                  <a:cubicBezTo>
                    <a:pt x="533" y="967"/>
                    <a:pt x="507" y="965"/>
                    <a:pt x="482" y="965"/>
                  </a:cubicBezTo>
                  <a:cubicBezTo>
                    <a:pt x="220" y="965"/>
                    <a:pt x="1" y="1184"/>
                    <a:pt x="1" y="1452"/>
                  </a:cubicBezTo>
                  <a:cubicBezTo>
                    <a:pt x="1" y="1733"/>
                    <a:pt x="227" y="1946"/>
                    <a:pt x="493" y="1946"/>
                  </a:cubicBezTo>
                  <a:cubicBezTo>
                    <a:pt x="515" y="1946"/>
                    <a:pt x="537" y="1945"/>
                    <a:pt x="560" y="1942"/>
                  </a:cubicBezTo>
                  <a:lnTo>
                    <a:pt x="8314" y="1942"/>
                  </a:lnTo>
                  <a:cubicBezTo>
                    <a:pt x="8336" y="1945"/>
                    <a:pt x="8359" y="1946"/>
                    <a:pt x="8381" y="1946"/>
                  </a:cubicBezTo>
                  <a:cubicBezTo>
                    <a:pt x="8648" y="1946"/>
                    <a:pt x="8882" y="1733"/>
                    <a:pt x="8882" y="1452"/>
                  </a:cubicBezTo>
                  <a:cubicBezTo>
                    <a:pt x="8882" y="1184"/>
                    <a:pt x="8655" y="965"/>
                    <a:pt x="8392" y="965"/>
                  </a:cubicBezTo>
                  <a:cubicBezTo>
                    <a:pt x="8366" y="965"/>
                    <a:pt x="8340" y="967"/>
                    <a:pt x="8314" y="971"/>
                  </a:cubicBezTo>
                  <a:lnTo>
                    <a:pt x="6863" y="971"/>
                  </a:lnTo>
                  <a:lnTo>
                    <a:pt x="68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24" name="Google Shape;1624;p125"/>
          <p:cNvSpPr/>
          <p:nvPr/>
        </p:nvSpPr>
        <p:spPr>
          <a:xfrm>
            <a:off x="6440671" y="2246005"/>
            <a:ext cx="326545" cy="325351"/>
          </a:xfrm>
          <a:custGeom>
            <a:avLst/>
            <a:gdLst/>
            <a:ahLst/>
            <a:cxnLst/>
            <a:rect l="l" t="t" r="r" b="b"/>
            <a:pathLst>
              <a:path w="16686" h="16625" extrusionOk="0">
                <a:moveTo>
                  <a:pt x="13185" y="2917"/>
                </a:moveTo>
                <a:cubicBezTo>
                  <a:pt x="13450" y="2917"/>
                  <a:pt x="13676" y="3132"/>
                  <a:pt x="13676" y="3397"/>
                </a:cubicBezTo>
                <a:lnTo>
                  <a:pt x="13676" y="5338"/>
                </a:lnTo>
                <a:cubicBezTo>
                  <a:pt x="13725" y="5632"/>
                  <a:pt x="13489" y="5897"/>
                  <a:pt x="13195" y="5897"/>
                </a:cubicBezTo>
                <a:cubicBezTo>
                  <a:pt x="12891" y="5897"/>
                  <a:pt x="12666" y="5632"/>
                  <a:pt x="12705" y="5338"/>
                </a:cubicBezTo>
                <a:lnTo>
                  <a:pt x="12705" y="4564"/>
                </a:lnTo>
                <a:lnTo>
                  <a:pt x="8686" y="8583"/>
                </a:lnTo>
                <a:cubicBezTo>
                  <a:pt x="8593" y="8676"/>
                  <a:pt x="8470" y="8723"/>
                  <a:pt x="8346" y="8723"/>
                </a:cubicBezTo>
                <a:cubicBezTo>
                  <a:pt x="8223" y="8723"/>
                  <a:pt x="8098" y="8676"/>
                  <a:pt x="8000" y="8583"/>
                </a:cubicBezTo>
                <a:lnTo>
                  <a:pt x="6411" y="6995"/>
                </a:lnTo>
                <a:lnTo>
                  <a:pt x="3843" y="9563"/>
                </a:lnTo>
                <a:cubicBezTo>
                  <a:pt x="3749" y="9633"/>
                  <a:pt x="3649" y="9663"/>
                  <a:pt x="3553" y="9663"/>
                </a:cubicBezTo>
                <a:cubicBezTo>
                  <a:pt x="3193" y="9663"/>
                  <a:pt x="2893" y="9233"/>
                  <a:pt x="3157" y="8877"/>
                </a:cubicBezTo>
                <a:lnTo>
                  <a:pt x="6059" y="5966"/>
                </a:lnTo>
                <a:cubicBezTo>
                  <a:pt x="6152" y="5872"/>
                  <a:pt x="6277" y="5826"/>
                  <a:pt x="6402" y="5826"/>
                </a:cubicBezTo>
                <a:cubicBezTo>
                  <a:pt x="6527" y="5826"/>
                  <a:pt x="6652" y="5872"/>
                  <a:pt x="6745" y="5966"/>
                </a:cubicBezTo>
                <a:lnTo>
                  <a:pt x="8343" y="7563"/>
                </a:lnTo>
                <a:lnTo>
                  <a:pt x="12019" y="3887"/>
                </a:lnTo>
                <a:lnTo>
                  <a:pt x="11244" y="3887"/>
                </a:lnTo>
                <a:cubicBezTo>
                  <a:pt x="10695" y="3799"/>
                  <a:pt x="10695" y="2995"/>
                  <a:pt x="11244" y="2917"/>
                </a:cubicBezTo>
                <a:close/>
                <a:moveTo>
                  <a:pt x="10872" y="12602"/>
                </a:moveTo>
                <a:lnTo>
                  <a:pt x="11107" y="13573"/>
                </a:lnTo>
                <a:lnTo>
                  <a:pt x="5568" y="13573"/>
                </a:lnTo>
                <a:lnTo>
                  <a:pt x="5813" y="12602"/>
                </a:lnTo>
                <a:close/>
                <a:moveTo>
                  <a:pt x="492" y="1"/>
                </a:moveTo>
                <a:cubicBezTo>
                  <a:pt x="226" y="1"/>
                  <a:pt x="0" y="215"/>
                  <a:pt x="0" y="495"/>
                </a:cubicBezTo>
                <a:cubicBezTo>
                  <a:pt x="0" y="763"/>
                  <a:pt x="220" y="982"/>
                  <a:pt x="481" y="982"/>
                </a:cubicBezTo>
                <a:cubicBezTo>
                  <a:pt x="507" y="982"/>
                  <a:pt x="533" y="980"/>
                  <a:pt x="559" y="976"/>
                </a:cubicBezTo>
                <a:lnTo>
                  <a:pt x="1079" y="976"/>
                </a:lnTo>
                <a:lnTo>
                  <a:pt x="1079" y="11632"/>
                </a:lnTo>
                <a:lnTo>
                  <a:pt x="559" y="11632"/>
                </a:lnTo>
                <a:cubicBezTo>
                  <a:pt x="537" y="11629"/>
                  <a:pt x="514" y="11627"/>
                  <a:pt x="492" y="11627"/>
                </a:cubicBezTo>
                <a:cubicBezTo>
                  <a:pt x="226" y="11627"/>
                  <a:pt x="0" y="11841"/>
                  <a:pt x="0" y="12122"/>
                </a:cubicBezTo>
                <a:cubicBezTo>
                  <a:pt x="0" y="12398"/>
                  <a:pt x="218" y="12609"/>
                  <a:pt x="478" y="12609"/>
                </a:cubicBezTo>
                <a:cubicBezTo>
                  <a:pt x="505" y="12609"/>
                  <a:pt x="532" y="12607"/>
                  <a:pt x="559" y="12602"/>
                </a:cubicBezTo>
                <a:lnTo>
                  <a:pt x="4823" y="12602"/>
                </a:lnTo>
                <a:cubicBezTo>
                  <a:pt x="4637" y="13357"/>
                  <a:pt x="4186" y="15200"/>
                  <a:pt x="4000" y="15945"/>
                </a:cubicBezTo>
                <a:cubicBezTo>
                  <a:pt x="3882" y="16229"/>
                  <a:pt x="4039" y="16543"/>
                  <a:pt x="4333" y="16612"/>
                </a:cubicBezTo>
                <a:cubicBezTo>
                  <a:pt x="4372" y="16621"/>
                  <a:pt x="4410" y="16625"/>
                  <a:pt x="4448" y="16625"/>
                </a:cubicBezTo>
                <a:cubicBezTo>
                  <a:pt x="4697" y="16625"/>
                  <a:pt x="4915" y="16436"/>
                  <a:pt x="4941" y="16180"/>
                </a:cubicBezTo>
                <a:lnTo>
                  <a:pt x="5343" y="14543"/>
                </a:lnTo>
                <a:lnTo>
                  <a:pt x="11342" y="14543"/>
                </a:lnTo>
                <a:lnTo>
                  <a:pt x="11744" y="16180"/>
                </a:lnTo>
                <a:cubicBezTo>
                  <a:pt x="11770" y="16436"/>
                  <a:pt x="11988" y="16625"/>
                  <a:pt x="12238" y="16625"/>
                </a:cubicBezTo>
                <a:cubicBezTo>
                  <a:pt x="12275" y="16625"/>
                  <a:pt x="12314" y="16621"/>
                  <a:pt x="12352" y="16612"/>
                </a:cubicBezTo>
                <a:cubicBezTo>
                  <a:pt x="12636" y="16543"/>
                  <a:pt x="12803" y="16219"/>
                  <a:pt x="12685" y="15945"/>
                </a:cubicBezTo>
                <a:cubicBezTo>
                  <a:pt x="12499" y="15200"/>
                  <a:pt x="12048" y="13357"/>
                  <a:pt x="11862" y="12602"/>
                </a:cubicBezTo>
                <a:lnTo>
                  <a:pt x="16126" y="12602"/>
                </a:lnTo>
                <a:cubicBezTo>
                  <a:pt x="16153" y="12607"/>
                  <a:pt x="16179" y="12609"/>
                  <a:pt x="16204" y="12609"/>
                </a:cubicBezTo>
                <a:cubicBezTo>
                  <a:pt x="16466" y="12609"/>
                  <a:pt x="16685" y="12390"/>
                  <a:pt x="16685" y="12122"/>
                </a:cubicBezTo>
                <a:cubicBezTo>
                  <a:pt x="16685" y="11841"/>
                  <a:pt x="16459" y="11627"/>
                  <a:pt x="16193" y="11627"/>
                </a:cubicBezTo>
                <a:cubicBezTo>
                  <a:pt x="16171" y="11627"/>
                  <a:pt x="16149" y="11629"/>
                  <a:pt x="16126" y="11632"/>
                </a:cubicBezTo>
                <a:lnTo>
                  <a:pt x="15607" y="11632"/>
                </a:lnTo>
                <a:lnTo>
                  <a:pt x="15607" y="976"/>
                </a:lnTo>
                <a:lnTo>
                  <a:pt x="16126" y="976"/>
                </a:lnTo>
                <a:cubicBezTo>
                  <a:pt x="16153" y="980"/>
                  <a:pt x="16179" y="982"/>
                  <a:pt x="16204" y="982"/>
                </a:cubicBezTo>
                <a:cubicBezTo>
                  <a:pt x="16466" y="982"/>
                  <a:pt x="16685" y="763"/>
                  <a:pt x="16685" y="495"/>
                </a:cubicBezTo>
                <a:cubicBezTo>
                  <a:pt x="16685" y="215"/>
                  <a:pt x="16459" y="1"/>
                  <a:pt x="16193" y="1"/>
                </a:cubicBezTo>
                <a:cubicBezTo>
                  <a:pt x="16171" y="1"/>
                  <a:pt x="16149" y="2"/>
                  <a:pt x="16126" y="5"/>
                </a:cubicBezTo>
                <a:lnTo>
                  <a:pt x="559" y="5"/>
                </a:lnTo>
                <a:cubicBezTo>
                  <a:pt x="537" y="2"/>
                  <a:pt x="514" y="1"/>
                  <a:pt x="4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625" name="Google Shape;1625;p125"/>
          <p:cNvGrpSpPr/>
          <p:nvPr/>
        </p:nvGrpSpPr>
        <p:grpSpPr>
          <a:xfrm>
            <a:off x="6440671" y="1782489"/>
            <a:ext cx="330381" cy="284822"/>
            <a:chOff x="6440671" y="1782489"/>
            <a:chExt cx="330381" cy="284822"/>
          </a:xfrm>
        </p:grpSpPr>
        <p:sp>
          <p:nvSpPr>
            <p:cNvPr id="1626" name="Google Shape;1626;p125"/>
            <p:cNvSpPr/>
            <p:nvPr/>
          </p:nvSpPr>
          <p:spPr>
            <a:xfrm>
              <a:off x="6440671" y="1934450"/>
              <a:ext cx="326545" cy="132861"/>
            </a:xfrm>
            <a:custGeom>
              <a:avLst/>
              <a:gdLst/>
              <a:ahLst/>
              <a:cxnLst/>
              <a:rect l="l" t="t" r="r" b="b"/>
              <a:pathLst>
                <a:path w="16686" h="6789" extrusionOk="0">
                  <a:moveTo>
                    <a:pt x="492" y="1"/>
                  </a:moveTo>
                  <a:cubicBezTo>
                    <a:pt x="226" y="1"/>
                    <a:pt x="0" y="215"/>
                    <a:pt x="0" y="495"/>
                  </a:cubicBezTo>
                  <a:cubicBezTo>
                    <a:pt x="0" y="763"/>
                    <a:pt x="220" y="982"/>
                    <a:pt x="481" y="982"/>
                  </a:cubicBezTo>
                  <a:cubicBezTo>
                    <a:pt x="507" y="982"/>
                    <a:pt x="533" y="980"/>
                    <a:pt x="559" y="976"/>
                  </a:cubicBezTo>
                  <a:lnTo>
                    <a:pt x="7441" y="976"/>
                  </a:lnTo>
                  <a:lnTo>
                    <a:pt x="4069" y="6044"/>
                  </a:lnTo>
                  <a:cubicBezTo>
                    <a:pt x="3863" y="6357"/>
                    <a:pt x="4088" y="6789"/>
                    <a:pt x="4470" y="6789"/>
                  </a:cubicBezTo>
                  <a:lnTo>
                    <a:pt x="12225" y="6789"/>
                  </a:lnTo>
                  <a:cubicBezTo>
                    <a:pt x="12607" y="6789"/>
                    <a:pt x="12832" y="6357"/>
                    <a:pt x="12627" y="6044"/>
                  </a:cubicBezTo>
                  <a:lnTo>
                    <a:pt x="9254" y="976"/>
                  </a:lnTo>
                  <a:lnTo>
                    <a:pt x="16126" y="976"/>
                  </a:lnTo>
                  <a:cubicBezTo>
                    <a:pt x="16153" y="980"/>
                    <a:pt x="16179" y="982"/>
                    <a:pt x="16204" y="982"/>
                  </a:cubicBezTo>
                  <a:cubicBezTo>
                    <a:pt x="16466" y="982"/>
                    <a:pt x="16685" y="763"/>
                    <a:pt x="16685" y="495"/>
                  </a:cubicBezTo>
                  <a:cubicBezTo>
                    <a:pt x="16685" y="215"/>
                    <a:pt x="16459" y="1"/>
                    <a:pt x="16193" y="1"/>
                  </a:cubicBezTo>
                  <a:cubicBezTo>
                    <a:pt x="16171" y="1"/>
                    <a:pt x="16149" y="2"/>
                    <a:pt x="16126" y="5"/>
                  </a:cubicBezTo>
                  <a:lnTo>
                    <a:pt x="559" y="5"/>
                  </a:lnTo>
                  <a:cubicBezTo>
                    <a:pt x="537" y="2"/>
                    <a:pt x="514" y="1"/>
                    <a:pt x="4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7" name="Google Shape;1627;p125"/>
            <p:cNvSpPr/>
            <p:nvPr/>
          </p:nvSpPr>
          <p:spPr>
            <a:xfrm>
              <a:off x="6632887" y="1782607"/>
              <a:ext cx="138164" cy="132959"/>
            </a:xfrm>
            <a:custGeom>
              <a:avLst/>
              <a:gdLst/>
              <a:ahLst/>
              <a:cxnLst/>
              <a:rect l="l" t="t" r="r" b="b"/>
              <a:pathLst>
                <a:path w="7060" h="6794" extrusionOk="0">
                  <a:moveTo>
                    <a:pt x="3393" y="1872"/>
                  </a:moveTo>
                  <a:cubicBezTo>
                    <a:pt x="3687" y="1872"/>
                    <a:pt x="3922" y="2137"/>
                    <a:pt x="3873" y="2431"/>
                  </a:cubicBezTo>
                  <a:lnTo>
                    <a:pt x="3873" y="2921"/>
                  </a:lnTo>
                  <a:lnTo>
                    <a:pt x="4363" y="2921"/>
                  </a:lnTo>
                  <a:cubicBezTo>
                    <a:pt x="4390" y="2917"/>
                    <a:pt x="4416" y="2915"/>
                    <a:pt x="4441" y="2915"/>
                  </a:cubicBezTo>
                  <a:cubicBezTo>
                    <a:pt x="4703" y="2915"/>
                    <a:pt x="4922" y="3134"/>
                    <a:pt x="4922" y="3402"/>
                  </a:cubicBezTo>
                  <a:cubicBezTo>
                    <a:pt x="4922" y="3683"/>
                    <a:pt x="4696" y="3896"/>
                    <a:pt x="4430" y="3896"/>
                  </a:cubicBezTo>
                  <a:cubicBezTo>
                    <a:pt x="4408" y="3896"/>
                    <a:pt x="4386" y="3895"/>
                    <a:pt x="4363" y="3892"/>
                  </a:cubicBezTo>
                  <a:lnTo>
                    <a:pt x="3393" y="3892"/>
                  </a:lnTo>
                  <a:cubicBezTo>
                    <a:pt x="3118" y="3892"/>
                    <a:pt x="2903" y="3666"/>
                    <a:pt x="2903" y="3402"/>
                  </a:cubicBezTo>
                  <a:lnTo>
                    <a:pt x="2903" y="2431"/>
                  </a:lnTo>
                  <a:cubicBezTo>
                    <a:pt x="2863" y="2137"/>
                    <a:pt x="3089" y="1872"/>
                    <a:pt x="3393" y="1872"/>
                  </a:cubicBezTo>
                  <a:close/>
                  <a:moveTo>
                    <a:pt x="3423" y="1"/>
                  </a:moveTo>
                  <a:cubicBezTo>
                    <a:pt x="1677" y="1"/>
                    <a:pt x="1" y="1358"/>
                    <a:pt x="1" y="3402"/>
                  </a:cubicBezTo>
                  <a:cubicBezTo>
                    <a:pt x="11" y="5274"/>
                    <a:pt x="1520" y="6794"/>
                    <a:pt x="3393" y="6794"/>
                  </a:cubicBezTo>
                  <a:cubicBezTo>
                    <a:pt x="4765" y="6794"/>
                    <a:pt x="6010" y="5970"/>
                    <a:pt x="6530" y="4706"/>
                  </a:cubicBezTo>
                  <a:cubicBezTo>
                    <a:pt x="7059" y="3431"/>
                    <a:pt x="6765" y="1971"/>
                    <a:pt x="5795" y="1000"/>
                  </a:cubicBezTo>
                  <a:cubicBezTo>
                    <a:pt x="5104" y="310"/>
                    <a:pt x="4256" y="1"/>
                    <a:pt x="3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8" name="Google Shape;1628;p125"/>
            <p:cNvSpPr/>
            <p:nvPr/>
          </p:nvSpPr>
          <p:spPr>
            <a:xfrm>
              <a:off x="6473999" y="1782489"/>
              <a:ext cx="63563" cy="57105"/>
            </a:xfrm>
            <a:custGeom>
              <a:avLst/>
              <a:gdLst/>
              <a:ahLst/>
              <a:cxnLst/>
              <a:rect l="l" t="t" r="r" b="b"/>
              <a:pathLst>
                <a:path w="3248" h="2918" extrusionOk="0">
                  <a:moveTo>
                    <a:pt x="1809" y="1"/>
                  </a:moveTo>
                  <a:cubicBezTo>
                    <a:pt x="871" y="1"/>
                    <a:pt x="1" y="953"/>
                    <a:pt x="444" y="2026"/>
                  </a:cubicBezTo>
                  <a:cubicBezTo>
                    <a:pt x="671" y="2572"/>
                    <a:pt x="1209" y="2917"/>
                    <a:pt x="1784" y="2917"/>
                  </a:cubicBezTo>
                  <a:cubicBezTo>
                    <a:pt x="1879" y="2917"/>
                    <a:pt x="1976" y="2908"/>
                    <a:pt x="2071" y="2888"/>
                  </a:cubicBezTo>
                  <a:cubicBezTo>
                    <a:pt x="2758" y="2761"/>
                    <a:pt x="3248" y="2163"/>
                    <a:pt x="3248" y="1467"/>
                  </a:cubicBezTo>
                  <a:cubicBezTo>
                    <a:pt x="3248" y="1084"/>
                    <a:pt x="3091" y="712"/>
                    <a:pt x="2816" y="437"/>
                  </a:cubicBezTo>
                  <a:cubicBezTo>
                    <a:pt x="2514" y="132"/>
                    <a:pt x="2157" y="1"/>
                    <a:pt x="18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9" name="Google Shape;1629;p125"/>
            <p:cNvSpPr/>
            <p:nvPr/>
          </p:nvSpPr>
          <p:spPr>
            <a:xfrm>
              <a:off x="6461200" y="1838616"/>
              <a:ext cx="95932" cy="76949"/>
            </a:xfrm>
            <a:custGeom>
              <a:avLst/>
              <a:gdLst/>
              <a:ahLst/>
              <a:cxnLst/>
              <a:rect l="l" t="t" r="r" b="b"/>
              <a:pathLst>
                <a:path w="4902" h="3932" extrusionOk="0">
                  <a:moveTo>
                    <a:pt x="2451" y="1"/>
                  </a:moveTo>
                  <a:cubicBezTo>
                    <a:pt x="1088" y="1"/>
                    <a:pt x="0" y="1118"/>
                    <a:pt x="30" y="2481"/>
                  </a:cubicBezTo>
                  <a:lnTo>
                    <a:pt x="30" y="3451"/>
                  </a:lnTo>
                  <a:cubicBezTo>
                    <a:pt x="30" y="3716"/>
                    <a:pt x="245" y="3932"/>
                    <a:pt x="520" y="3932"/>
                  </a:cubicBezTo>
                  <a:lnTo>
                    <a:pt x="4382" y="3932"/>
                  </a:lnTo>
                  <a:cubicBezTo>
                    <a:pt x="4647" y="3932"/>
                    <a:pt x="4872" y="3716"/>
                    <a:pt x="4872" y="3451"/>
                  </a:cubicBezTo>
                  <a:lnTo>
                    <a:pt x="4872" y="2481"/>
                  </a:lnTo>
                  <a:cubicBezTo>
                    <a:pt x="4902" y="1118"/>
                    <a:pt x="3814" y="1"/>
                    <a:pt x="2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30" name="Google Shape;1630;p125"/>
          <p:cNvGrpSpPr/>
          <p:nvPr/>
        </p:nvGrpSpPr>
        <p:grpSpPr>
          <a:xfrm>
            <a:off x="5903298" y="3818083"/>
            <a:ext cx="208753" cy="323844"/>
            <a:chOff x="5903298" y="3818083"/>
            <a:chExt cx="208753" cy="323844"/>
          </a:xfrm>
        </p:grpSpPr>
        <p:sp>
          <p:nvSpPr>
            <p:cNvPr id="1631" name="Google Shape;1631;p125"/>
            <p:cNvSpPr/>
            <p:nvPr/>
          </p:nvSpPr>
          <p:spPr>
            <a:xfrm>
              <a:off x="5903298" y="3866616"/>
              <a:ext cx="208753" cy="38201"/>
            </a:xfrm>
            <a:custGeom>
              <a:avLst/>
              <a:gdLst/>
              <a:ahLst/>
              <a:cxnLst/>
              <a:rect l="l" t="t" r="r" b="b"/>
              <a:pathLst>
                <a:path w="10667" h="1952" extrusionOk="0">
                  <a:moveTo>
                    <a:pt x="491" y="1"/>
                  </a:moveTo>
                  <a:cubicBezTo>
                    <a:pt x="216" y="1"/>
                    <a:pt x="1" y="216"/>
                    <a:pt x="1" y="491"/>
                  </a:cubicBezTo>
                  <a:lnTo>
                    <a:pt x="1" y="1461"/>
                  </a:lnTo>
                  <a:cubicBezTo>
                    <a:pt x="1" y="1726"/>
                    <a:pt x="216" y="1951"/>
                    <a:pt x="491" y="1951"/>
                  </a:cubicBezTo>
                  <a:lnTo>
                    <a:pt x="10176" y="1951"/>
                  </a:lnTo>
                  <a:cubicBezTo>
                    <a:pt x="10451" y="1942"/>
                    <a:pt x="10667" y="1726"/>
                    <a:pt x="10667" y="1461"/>
                  </a:cubicBezTo>
                  <a:lnTo>
                    <a:pt x="10667" y="491"/>
                  </a:lnTo>
                  <a:cubicBezTo>
                    <a:pt x="10667" y="216"/>
                    <a:pt x="10451" y="1"/>
                    <a:pt x="10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2" name="Google Shape;1632;p125"/>
            <p:cNvSpPr/>
            <p:nvPr/>
          </p:nvSpPr>
          <p:spPr>
            <a:xfrm>
              <a:off x="5938994" y="4103922"/>
              <a:ext cx="137558" cy="38005"/>
            </a:xfrm>
            <a:custGeom>
              <a:avLst/>
              <a:gdLst/>
              <a:ahLst/>
              <a:cxnLst/>
              <a:rect l="l" t="t" r="r" b="b"/>
              <a:pathLst>
                <a:path w="7029" h="1942" extrusionOk="0">
                  <a:moveTo>
                    <a:pt x="0" y="1"/>
                  </a:moveTo>
                  <a:lnTo>
                    <a:pt x="118" y="1491"/>
                  </a:lnTo>
                  <a:cubicBezTo>
                    <a:pt x="147" y="1746"/>
                    <a:pt x="353" y="1932"/>
                    <a:pt x="608" y="1942"/>
                  </a:cubicBezTo>
                  <a:lnTo>
                    <a:pt x="6421" y="1942"/>
                  </a:lnTo>
                  <a:cubicBezTo>
                    <a:pt x="6666" y="1932"/>
                    <a:pt x="6882" y="1746"/>
                    <a:pt x="6902" y="1491"/>
                  </a:cubicBezTo>
                  <a:lnTo>
                    <a:pt x="70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3" name="Google Shape;1633;p125"/>
            <p:cNvSpPr/>
            <p:nvPr/>
          </p:nvSpPr>
          <p:spPr>
            <a:xfrm>
              <a:off x="5923827" y="3923604"/>
              <a:ext cx="167695" cy="28592"/>
            </a:xfrm>
            <a:custGeom>
              <a:avLst/>
              <a:gdLst/>
              <a:ahLst/>
              <a:cxnLst/>
              <a:rect l="l" t="t" r="r" b="b"/>
              <a:pathLst>
                <a:path w="8569" h="1461" extrusionOk="0">
                  <a:moveTo>
                    <a:pt x="1" y="0"/>
                  </a:moveTo>
                  <a:lnTo>
                    <a:pt x="118" y="1461"/>
                  </a:lnTo>
                  <a:lnTo>
                    <a:pt x="8441" y="1461"/>
                  </a:lnTo>
                  <a:lnTo>
                    <a:pt x="85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4" name="Google Shape;1634;p125"/>
            <p:cNvSpPr/>
            <p:nvPr/>
          </p:nvSpPr>
          <p:spPr>
            <a:xfrm>
              <a:off x="5922301" y="3818083"/>
              <a:ext cx="170768" cy="29746"/>
            </a:xfrm>
            <a:custGeom>
              <a:avLst/>
              <a:gdLst/>
              <a:ahLst/>
              <a:cxnLst/>
              <a:rect l="l" t="t" r="r" b="b"/>
              <a:pathLst>
                <a:path w="8726" h="1520" extrusionOk="0">
                  <a:moveTo>
                    <a:pt x="1451" y="0"/>
                  </a:moveTo>
                  <a:cubicBezTo>
                    <a:pt x="647" y="0"/>
                    <a:pt x="0" y="647"/>
                    <a:pt x="0" y="1451"/>
                  </a:cubicBezTo>
                  <a:lnTo>
                    <a:pt x="0" y="1520"/>
                  </a:lnTo>
                  <a:lnTo>
                    <a:pt x="8725" y="1520"/>
                  </a:lnTo>
                  <a:lnTo>
                    <a:pt x="8725" y="1451"/>
                  </a:lnTo>
                  <a:cubicBezTo>
                    <a:pt x="8725" y="657"/>
                    <a:pt x="8068" y="0"/>
                    <a:pt x="72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5" name="Google Shape;1635;p125"/>
            <p:cNvSpPr/>
            <p:nvPr/>
          </p:nvSpPr>
          <p:spPr>
            <a:xfrm>
              <a:off x="5912320" y="3971179"/>
              <a:ext cx="190534" cy="113780"/>
            </a:xfrm>
            <a:custGeom>
              <a:avLst/>
              <a:gdLst/>
              <a:ahLst/>
              <a:cxnLst/>
              <a:rect l="l" t="t" r="r" b="b"/>
              <a:pathLst>
                <a:path w="9736" h="5814" extrusionOk="0">
                  <a:moveTo>
                    <a:pt x="501" y="0"/>
                  </a:moveTo>
                  <a:cubicBezTo>
                    <a:pt x="216" y="0"/>
                    <a:pt x="1" y="245"/>
                    <a:pt x="20" y="530"/>
                  </a:cubicBezTo>
                  <a:lnTo>
                    <a:pt x="510" y="5372"/>
                  </a:lnTo>
                  <a:cubicBezTo>
                    <a:pt x="540" y="5627"/>
                    <a:pt x="746" y="5813"/>
                    <a:pt x="991" y="5813"/>
                  </a:cubicBezTo>
                  <a:lnTo>
                    <a:pt x="8735" y="5813"/>
                  </a:lnTo>
                  <a:cubicBezTo>
                    <a:pt x="8990" y="5813"/>
                    <a:pt x="9196" y="5617"/>
                    <a:pt x="9215" y="5372"/>
                  </a:cubicBezTo>
                  <a:lnTo>
                    <a:pt x="9706" y="530"/>
                  </a:lnTo>
                  <a:cubicBezTo>
                    <a:pt x="9735" y="245"/>
                    <a:pt x="9510" y="0"/>
                    <a:pt x="92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36" name="Google Shape;1636;p125"/>
          <p:cNvGrpSpPr/>
          <p:nvPr/>
        </p:nvGrpSpPr>
        <p:grpSpPr>
          <a:xfrm>
            <a:off x="5903298" y="3283645"/>
            <a:ext cx="208753" cy="324960"/>
            <a:chOff x="5903298" y="3283645"/>
            <a:chExt cx="208753" cy="324960"/>
          </a:xfrm>
        </p:grpSpPr>
        <p:sp>
          <p:nvSpPr>
            <p:cNvPr id="1637" name="Google Shape;1637;p125"/>
            <p:cNvSpPr/>
            <p:nvPr/>
          </p:nvSpPr>
          <p:spPr>
            <a:xfrm>
              <a:off x="5903298" y="3283645"/>
              <a:ext cx="208753" cy="125816"/>
            </a:xfrm>
            <a:custGeom>
              <a:avLst/>
              <a:gdLst/>
              <a:ahLst/>
              <a:cxnLst/>
              <a:rect l="l" t="t" r="r" b="b"/>
              <a:pathLst>
                <a:path w="10667" h="6429" extrusionOk="0">
                  <a:moveTo>
                    <a:pt x="3447" y="0"/>
                  </a:moveTo>
                  <a:cubicBezTo>
                    <a:pt x="3296" y="0"/>
                    <a:pt x="3146" y="70"/>
                    <a:pt x="3050" y="204"/>
                  </a:cubicBezTo>
                  <a:lnTo>
                    <a:pt x="2079" y="1174"/>
                  </a:lnTo>
                  <a:cubicBezTo>
                    <a:pt x="1991" y="1263"/>
                    <a:pt x="1942" y="1390"/>
                    <a:pt x="1942" y="1518"/>
                  </a:cubicBezTo>
                  <a:lnTo>
                    <a:pt x="1942" y="3027"/>
                  </a:lnTo>
                  <a:lnTo>
                    <a:pt x="491" y="3027"/>
                  </a:lnTo>
                  <a:cubicBezTo>
                    <a:pt x="216" y="3027"/>
                    <a:pt x="1" y="3253"/>
                    <a:pt x="1" y="3517"/>
                  </a:cubicBezTo>
                  <a:lnTo>
                    <a:pt x="1" y="5949"/>
                  </a:lnTo>
                  <a:cubicBezTo>
                    <a:pt x="1" y="6213"/>
                    <a:pt x="216" y="6429"/>
                    <a:pt x="491" y="6429"/>
                  </a:cubicBezTo>
                  <a:lnTo>
                    <a:pt x="10176" y="6429"/>
                  </a:lnTo>
                  <a:cubicBezTo>
                    <a:pt x="10441" y="6429"/>
                    <a:pt x="10657" y="6213"/>
                    <a:pt x="10667" y="5949"/>
                  </a:cubicBezTo>
                  <a:lnTo>
                    <a:pt x="10667" y="3517"/>
                  </a:lnTo>
                  <a:cubicBezTo>
                    <a:pt x="10667" y="3243"/>
                    <a:pt x="10451" y="3027"/>
                    <a:pt x="10176" y="3027"/>
                  </a:cubicBezTo>
                  <a:lnTo>
                    <a:pt x="8726" y="3027"/>
                  </a:lnTo>
                  <a:lnTo>
                    <a:pt x="8726" y="1508"/>
                  </a:lnTo>
                  <a:cubicBezTo>
                    <a:pt x="8726" y="1380"/>
                    <a:pt x="8677" y="1263"/>
                    <a:pt x="8579" y="1165"/>
                  </a:cubicBezTo>
                  <a:lnTo>
                    <a:pt x="7618" y="204"/>
                  </a:lnTo>
                  <a:cubicBezTo>
                    <a:pt x="7516" y="70"/>
                    <a:pt x="7364" y="0"/>
                    <a:pt x="7213" y="0"/>
                  </a:cubicBezTo>
                  <a:cubicBezTo>
                    <a:pt x="7089" y="0"/>
                    <a:pt x="6966" y="48"/>
                    <a:pt x="6873" y="145"/>
                  </a:cubicBezTo>
                  <a:cubicBezTo>
                    <a:pt x="6657" y="351"/>
                    <a:pt x="6687" y="704"/>
                    <a:pt x="6932" y="880"/>
                  </a:cubicBezTo>
                  <a:lnTo>
                    <a:pt x="7755" y="1714"/>
                  </a:lnTo>
                  <a:lnTo>
                    <a:pt x="7755" y="3027"/>
                  </a:lnTo>
                  <a:lnTo>
                    <a:pt x="2912" y="3027"/>
                  </a:lnTo>
                  <a:lnTo>
                    <a:pt x="2912" y="1714"/>
                  </a:lnTo>
                  <a:lnTo>
                    <a:pt x="3736" y="890"/>
                  </a:lnTo>
                  <a:cubicBezTo>
                    <a:pt x="3981" y="714"/>
                    <a:pt x="4010" y="361"/>
                    <a:pt x="3795" y="145"/>
                  </a:cubicBezTo>
                  <a:cubicBezTo>
                    <a:pt x="3697" y="48"/>
                    <a:pt x="3571" y="0"/>
                    <a:pt x="3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8" name="Google Shape;1638;p125"/>
            <p:cNvSpPr/>
            <p:nvPr/>
          </p:nvSpPr>
          <p:spPr>
            <a:xfrm>
              <a:off x="5922105" y="3561011"/>
              <a:ext cx="170964" cy="47594"/>
            </a:xfrm>
            <a:custGeom>
              <a:avLst/>
              <a:gdLst/>
              <a:ahLst/>
              <a:cxnLst/>
              <a:rect l="l" t="t" r="r" b="b"/>
              <a:pathLst>
                <a:path w="8736" h="2432" extrusionOk="0">
                  <a:moveTo>
                    <a:pt x="491" y="0"/>
                  </a:moveTo>
                  <a:cubicBezTo>
                    <a:pt x="226" y="0"/>
                    <a:pt x="10" y="216"/>
                    <a:pt x="1" y="490"/>
                  </a:cubicBezTo>
                  <a:lnTo>
                    <a:pt x="1" y="1941"/>
                  </a:lnTo>
                  <a:cubicBezTo>
                    <a:pt x="1" y="2216"/>
                    <a:pt x="226" y="2431"/>
                    <a:pt x="491" y="2431"/>
                  </a:cubicBezTo>
                  <a:lnTo>
                    <a:pt x="8245" y="2431"/>
                  </a:lnTo>
                  <a:cubicBezTo>
                    <a:pt x="8519" y="2431"/>
                    <a:pt x="8735" y="2216"/>
                    <a:pt x="8735" y="1941"/>
                  </a:cubicBezTo>
                  <a:lnTo>
                    <a:pt x="8735" y="490"/>
                  </a:lnTo>
                  <a:cubicBezTo>
                    <a:pt x="8735" y="216"/>
                    <a:pt x="8519" y="0"/>
                    <a:pt x="8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9" name="Google Shape;1639;p125"/>
            <p:cNvSpPr/>
            <p:nvPr/>
          </p:nvSpPr>
          <p:spPr>
            <a:xfrm>
              <a:off x="5924590" y="3428248"/>
              <a:ext cx="166169" cy="113976"/>
            </a:xfrm>
            <a:custGeom>
              <a:avLst/>
              <a:gdLst/>
              <a:ahLst/>
              <a:cxnLst/>
              <a:rect l="l" t="t" r="r" b="b"/>
              <a:pathLst>
                <a:path w="8491" h="5824" extrusionOk="0">
                  <a:moveTo>
                    <a:pt x="1" y="1"/>
                  </a:moveTo>
                  <a:lnTo>
                    <a:pt x="726" y="5824"/>
                  </a:lnTo>
                  <a:lnTo>
                    <a:pt x="7765" y="5824"/>
                  </a:lnTo>
                  <a:lnTo>
                    <a:pt x="84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40" name="Google Shape;1640;p125"/>
          <p:cNvGrpSpPr/>
          <p:nvPr/>
        </p:nvGrpSpPr>
        <p:grpSpPr>
          <a:xfrm>
            <a:off x="5845743" y="2753905"/>
            <a:ext cx="323864" cy="323864"/>
            <a:chOff x="5845743" y="2753905"/>
            <a:chExt cx="323864" cy="323864"/>
          </a:xfrm>
        </p:grpSpPr>
        <p:sp>
          <p:nvSpPr>
            <p:cNvPr id="1641" name="Google Shape;1641;p125"/>
            <p:cNvSpPr/>
            <p:nvPr/>
          </p:nvSpPr>
          <p:spPr>
            <a:xfrm>
              <a:off x="5845743" y="2753905"/>
              <a:ext cx="323864" cy="323864"/>
            </a:xfrm>
            <a:custGeom>
              <a:avLst/>
              <a:gdLst/>
              <a:ahLst/>
              <a:cxnLst/>
              <a:rect l="l" t="t" r="r" b="b"/>
              <a:pathLst>
                <a:path w="16549" h="16549" extrusionOk="0">
                  <a:moveTo>
                    <a:pt x="8275" y="1"/>
                  </a:moveTo>
                  <a:cubicBezTo>
                    <a:pt x="5844" y="11"/>
                    <a:pt x="3530" y="1089"/>
                    <a:pt x="1971" y="2961"/>
                  </a:cubicBezTo>
                  <a:lnTo>
                    <a:pt x="1971" y="1491"/>
                  </a:lnTo>
                  <a:cubicBezTo>
                    <a:pt x="1932" y="1212"/>
                    <a:pt x="1712" y="1072"/>
                    <a:pt x="1490" y="1072"/>
                  </a:cubicBezTo>
                  <a:cubicBezTo>
                    <a:pt x="1268" y="1072"/>
                    <a:pt x="1045" y="1212"/>
                    <a:pt x="1001" y="1491"/>
                  </a:cubicBezTo>
                  <a:lnTo>
                    <a:pt x="1001" y="4402"/>
                  </a:lnTo>
                  <a:cubicBezTo>
                    <a:pt x="1001" y="4667"/>
                    <a:pt x="1226" y="4893"/>
                    <a:pt x="1491" y="4893"/>
                  </a:cubicBezTo>
                  <a:lnTo>
                    <a:pt x="4402" y="4893"/>
                  </a:lnTo>
                  <a:cubicBezTo>
                    <a:pt x="4961" y="4804"/>
                    <a:pt x="4961" y="4001"/>
                    <a:pt x="4402" y="3922"/>
                  </a:cubicBezTo>
                  <a:lnTo>
                    <a:pt x="2461" y="3922"/>
                  </a:lnTo>
                  <a:cubicBezTo>
                    <a:pt x="3874" y="2060"/>
                    <a:pt x="6031" y="1056"/>
                    <a:pt x="8236" y="1056"/>
                  </a:cubicBezTo>
                  <a:cubicBezTo>
                    <a:pt x="9397" y="1056"/>
                    <a:pt x="10571" y="1334"/>
                    <a:pt x="11657" y="1913"/>
                  </a:cubicBezTo>
                  <a:cubicBezTo>
                    <a:pt x="14804" y="3589"/>
                    <a:pt x="16254" y="7304"/>
                    <a:pt x="15098" y="10676"/>
                  </a:cubicBezTo>
                  <a:cubicBezTo>
                    <a:pt x="14076" y="13654"/>
                    <a:pt x="11290" y="15584"/>
                    <a:pt x="8230" y="15584"/>
                  </a:cubicBezTo>
                  <a:cubicBezTo>
                    <a:pt x="7824" y="15584"/>
                    <a:pt x="7413" y="15550"/>
                    <a:pt x="7000" y="15480"/>
                  </a:cubicBezTo>
                  <a:cubicBezTo>
                    <a:pt x="3491" y="14872"/>
                    <a:pt x="932" y="11814"/>
                    <a:pt x="971" y="8245"/>
                  </a:cubicBezTo>
                  <a:cubicBezTo>
                    <a:pt x="981" y="7647"/>
                    <a:pt x="1069" y="7039"/>
                    <a:pt x="1236" y="6461"/>
                  </a:cubicBezTo>
                  <a:cubicBezTo>
                    <a:pt x="1344" y="6187"/>
                    <a:pt x="1197" y="5873"/>
                    <a:pt x="903" y="5795"/>
                  </a:cubicBezTo>
                  <a:cubicBezTo>
                    <a:pt x="864" y="5785"/>
                    <a:pt x="826" y="5781"/>
                    <a:pt x="787" y="5781"/>
                  </a:cubicBezTo>
                  <a:cubicBezTo>
                    <a:pt x="544" y="5781"/>
                    <a:pt x="320" y="5962"/>
                    <a:pt x="295" y="6216"/>
                  </a:cubicBezTo>
                  <a:cubicBezTo>
                    <a:pt x="109" y="6883"/>
                    <a:pt x="11" y="7559"/>
                    <a:pt x="1" y="8245"/>
                  </a:cubicBezTo>
                  <a:cubicBezTo>
                    <a:pt x="1" y="12794"/>
                    <a:pt x="3716" y="16548"/>
                    <a:pt x="8275" y="16548"/>
                  </a:cubicBezTo>
                  <a:cubicBezTo>
                    <a:pt x="12843" y="16548"/>
                    <a:pt x="16548" y="12843"/>
                    <a:pt x="16548" y="8275"/>
                  </a:cubicBezTo>
                  <a:cubicBezTo>
                    <a:pt x="16548" y="3706"/>
                    <a:pt x="12843" y="11"/>
                    <a:pt x="8275" y="11"/>
                  </a:cubicBezTo>
                  <a:lnTo>
                    <a:pt x="82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2" name="Google Shape;1642;p125"/>
            <p:cNvSpPr/>
            <p:nvPr/>
          </p:nvSpPr>
          <p:spPr>
            <a:xfrm>
              <a:off x="5903298" y="2925240"/>
              <a:ext cx="57007" cy="75990"/>
            </a:xfrm>
            <a:custGeom>
              <a:avLst/>
              <a:gdLst/>
              <a:ahLst/>
              <a:cxnLst/>
              <a:rect l="l" t="t" r="r" b="b"/>
              <a:pathLst>
                <a:path w="2913" h="3883" extrusionOk="0">
                  <a:moveTo>
                    <a:pt x="491" y="0"/>
                  </a:moveTo>
                  <a:cubicBezTo>
                    <a:pt x="216" y="0"/>
                    <a:pt x="1" y="216"/>
                    <a:pt x="1" y="490"/>
                  </a:cubicBezTo>
                  <a:lnTo>
                    <a:pt x="1" y="3392"/>
                  </a:lnTo>
                  <a:cubicBezTo>
                    <a:pt x="1" y="3666"/>
                    <a:pt x="216" y="3882"/>
                    <a:pt x="491" y="3882"/>
                  </a:cubicBezTo>
                  <a:lnTo>
                    <a:pt x="2422" y="3882"/>
                  </a:lnTo>
                  <a:cubicBezTo>
                    <a:pt x="2697" y="3872"/>
                    <a:pt x="2912" y="3657"/>
                    <a:pt x="2912" y="3392"/>
                  </a:cubicBezTo>
                  <a:lnTo>
                    <a:pt x="2912" y="490"/>
                  </a:lnTo>
                  <a:cubicBezTo>
                    <a:pt x="2912" y="216"/>
                    <a:pt x="2697" y="0"/>
                    <a:pt x="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3" name="Google Shape;1643;p125"/>
            <p:cNvSpPr/>
            <p:nvPr/>
          </p:nvSpPr>
          <p:spPr>
            <a:xfrm>
              <a:off x="5979269" y="2887255"/>
              <a:ext cx="57007" cy="113976"/>
            </a:xfrm>
            <a:custGeom>
              <a:avLst/>
              <a:gdLst/>
              <a:ahLst/>
              <a:cxnLst/>
              <a:rect l="l" t="t" r="r" b="b"/>
              <a:pathLst>
                <a:path w="2913" h="5824" extrusionOk="0">
                  <a:moveTo>
                    <a:pt x="491" y="0"/>
                  </a:moveTo>
                  <a:cubicBezTo>
                    <a:pt x="217" y="0"/>
                    <a:pt x="1" y="216"/>
                    <a:pt x="1" y="490"/>
                  </a:cubicBezTo>
                  <a:lnTo>
                    <a:pt x="1" y="5333"/>
                  </a:lnTo>
                  <a:cubicBezTo>
                    <a:pt x="1" y="5607"/>
                    <a:pt x="217" y="5823"/>
                    <a:pt x="491" y="5823"/>
                  </a:cubicBezTo>
                  <a:lnTo>
                    <a:pt x="2422" y="5823"/>
                  </a:lnTo>
                  <a:cubicBezTo>
                    <a:pt x="2687" y="5823"/>
                    <a:pt x="2912" y="5598"/>
                    <a:pt x="2912" y="5333"/>
                  </a:cubicBezTo>
                  <a:lnTo>
                    <a:pt x="2912" y="490"/>
                  </a:lnTo>
                  <a:cubicBezTo>
                    <a:pt x="2912" y="216"/>
                    <a:pt x="2687" y="0"/>
                    <a:pt x="2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4" name="Google Shape;1644;p125"/>
            <p:cNvSpPr/>
            <p:nvPr/>
          </p:nvSpPr>
          <p:spPr>
            <a:xfrm>
              <a:off x="6055064" y="2830463"/>
              <a:ext cx="56988" cy="170944"/>
            </a:xfrm>
            <a:custGeom>
              <a:avLst/>
              <a:gdLst/>
              <a:ahLst/>
              <a:cxnLst/>
              <a:rect l="l" t="t" r="r" b="b"/>
              <a:pathLst>
                <a:path w="2912" h="8735" extrusionOk="0">
                  <a:moveTo>
                    <a:pt x="490" y="0"/>
                  </a:moveTo>
                  <a:cubicBezTo>
                    <a:pt x="216" y="0"/>
                    <a:pt x="0" y="216"/>
                    <a:pt x="0" y="490"/>
                  </a:cubicBezTo>
                  <a:lnTo>
                    <a:pt x="0" y="8245"/>
                  </a:lnTo>
                  <a:cubicBezTo>
                    <a:pt x="0" y="8509"/>
                    <a:pt x="216" y="8735"/>
                    <a:pt x="490" y="8735"/>
                  </a:cubicBezTo>
                  <a:lnTo>
                    <a:pt x="2421" y="8725"/>
                  </a:lnTo>
                  <a:cubicBezTo>
                    <a:pt x="2696" y="8715"/>
                    <a:pt x="2912" y="8500"/>
                    <a:pt x="2912" y="8235"/>
                  </a:cubicBezTo>
                  <a:lnTo>
                    <a:pt x="2912" y="490"/>
                  </a:lnTo>
                  <a:cubicBezTo>
                    <a:pt x="2912" y="216"/>
                    <a:pt x="2696" y="0"/>
                    <a:pt x="2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45" name="Google Shape;1645;p125"/>
          <p:cNvGrpSpPr/>
          <p:nvPr/>
        </p:nvGrpSpPr>
        <p:grpSpPr>
          <a:xfrm>
            <a:off x="5845743" y="2246103"/>
            <a:ext cx="324060" cy="323844"/>
            <a:chOff x="5845743" y="2246103"/>
            <a:chExt cx="324060" cy="323844"/>
          </a:xfrm>
        </p:grpSpPr>
        <p:sp>
          <p:nvSpPr>
            <p:cNvPr id="1646" name="Google Shape;1646;p125"/>
            <p:cNvSpPr/>
            <p:nvPr/>
          </p:nvSpPr>
          <p:spPr>
            <a:xfrm>
              <a:off x="5845743" y="2323228"/>
              <a:ext cx="324060" cy="246719"/>
            </a:xfrm>
            <a:custGeom>
              <a:avLst/>
              <a:gdLst/>
              <a:ahLst/>
              <a:cxnLst/>
              <a:rect l="l" t="t" r="r" b="b"/>
              <a:pathLst>
                <a:path w="16559" h="12607" extrusionOk="0">
                  <a:moveTo>
                    <a:pt x="7302" y="4853"/>
                  </a:moveTo>
                  <a:cubicBezTo>
                    <a:pt x="6006" y="4853"/>
                    <a:pt x="5366" y="6414"/>
                    <a:pt x="6275" y="7333"/>
                  </a:cubicBezTo>
                  <a:cubicBezTo>
                    <a:pt x="6572" y="7627"/>
                    <a:pt x="6938" y="7759"/>
                    <a:pt x="7295" y="7759"/>
                  </a:cubicBezTo>
                  <a:cubicBezTo>
                    <a:pt x="8046" y="7759"/>
                    <a:pt x="8765" y="7180"/>
                    <a:pt x="8765" y="6303"/>
                  </a:cubicBezTo>
                  <a:cubicBezTo>
                    <a:pt x="8765" y="5500"/>
                    <a:pt x="8108" y="4853"/>
                    <a:pt x="7314" y="4853"/>
                  </a:cubicBezTo>
                  <a:cubicBezTo>
                    <a:pt x="7310" y="4853"/>
                    <a:pt x="7306" y="4853"/>
                    <a:pt x="7302" y="4853"/>
                  </a:cubicBezTo>
                  <a:close/>
                  <a:moveTo>
                    <a:pt x="7314" y="3872"/>
                  </a:moveTo>
                  <a:cubicBezTo>
                    <a:pt x="7855" y="3872"/>
                    <a:pt x="8397" y="4052"/>
                    <a:pt x="8843" y="4421"/>
                  </a:cubicBezTo>
                  <a:cubicBezTo>
                    <a:pt x="9804" y="5206"/>
                    <a:pt x="10020" y="6598"/>
                    <a:pt x="9333" y="7637"/>
                  </a:cubicBezTo>
                  <a:lnTo>
                    <a:pt x="11539" y="9833"/>
                  </a:lnTo>
                  <a:cubicBezTo>
                    <a:pt x="11725" y="10019"/>
                    <a:pt x="11725" y="10323"/>
                    <a:pt x="11539" y="10519"/>
                  </a:cubicBezTo>
                  <a:lnTo>
                    <a:pt x="11529" y="10519"/>
                  </a:lnTo>
                  <a:cubicBezTo>
                    <a:pt x="11436" y="10612"/>
                    <a:pt x="11314" y="10658"/>
                    <a:pt x="11190" y="10658"/>
                  </a:cubicBezTo>
                  <a:cubicBezTo>
                    <a:pt x="11066" y="10658"/>
                    <a:pt x="10941" y="10612"/>
                    <a:pt x="10843" y="10519"/>
                  </a:cubicBezTo>
                  <a:lnTo>
                    <a:pt x="8647" y="8313"/>
                  </a:lnTo>
                  <a:cubicBezTo>
                    <a:pt x="8235" y="8585"/>
                    <a:pt x="7767" y="8717"/>
                    <a:pt x="7304" y="8717"/>
                  </a:cubicBezTo>
                  <a:cubicBezTo>
                    <a:pt x="6599" y="8717"/>
                    <a:pt x="5905" y="8412"/>
                    <a:pt x="5432" y="7833"/>
                  </a:cubicBezTo>
                  <a:cubicBezTo>
                    <a:pt x="4648" y="6862"/>
                    <a:pt x="4716" y="5460"/>
                    <a:pt x="5598" y="4578"/>
                  </a:cubicBezTo>
                  <a:cubicBezTo>
                    <a:pt x="6071" y="4111"/>
                    <a:pt x="6692" y="3872"/>
                    <a:pt x="7314" y="3872"/>
                  </a:cubicBezTo>
                  <a:close/>
                  <a:moveTo>
                    <a:pt x="491" y="0"/>
                  </a:moveTo>
                  <a:cubicBezTo>
                    <a:pt x="217" y="0"/>
                    <a:pt x="1" y="216"/>
                    <a:pt x="1" y="490"/>
                  </a:cubicBezTo>
                  <a:lnTo>
                    <a:pt x="1" y="12117"/>
                  </a:lnTo>
                  <a:cubicBezTo>
                    <a:pt x="1" y="12391"/>
                    <a:pt x="217" y="12607"/>
                    <a:pt x="491" y="12607"/>
                  </a:cubicBezTo>
                  <a:lnTo>
                    <a:pt x="16068" y="12607"/>
                  </a:lnTo>
                  <a:cubicBezTo>
                    <a:pt x="16333" y="12607"/>
                    <a:pt x="16558" y="12391"/>
                    <a:pt x="16558" y="12117"/>
                  </a:cubicBezTo>
                  <a:lnTo>
                    <a:pt x="16558" y="2421"/>
                  </a:lnTo>
                  <a:cubicBezTo>
                    <a:pt x="16558" y="2157"/>
                    <a:pt x="16333" y="1931"/>
                    <a:pt x="16068" y="1931"/>
                  </a:cubicBezTo>
                  <a:lnTo>
                    <a:pt x="16068" y="1941"/>
                  </a:lnTo>
                  <a:lnTo>
                    <a:pt x="7510" y="1941"/>
                  </a:lnTo>
                  <a:lnTo>
                    <a:pt x="5716" y="137"/>
                  </a:lnTo>
                  <a:cubicBezTo>
                    <a:pt x="5618" y="49"/>
                    <a:pt x="5500" y="0"/>
                    <a:pt x="5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7" name="Google Shape;1647;p125"/>
            <p:cNvSpPr/>
            <p:nvPr/>
          </p:nvSpPr>
          <p:spPr>
            <a:xfrm>
              <a:off x="6074046" y="2251661"/>
              <a:ext cx="51430" cy="51430"/>
            </a:xfrm>
            <a:custGeom>
              <a:avLst/>
              <a:gdLst/>
              <a:ahLst/>
              <a:cxnLst/>
              <a:rect l="l" t="t" r="r" b="b"/>
              <a:pathLst>
                <a:path w="2628" h="2628" extrusionOk="0">
                  <a:moveTo>
                    <a:pt x="1" y="1"/>
                  </a:moveTo>
                  <a:lnTo>
                    <a:pt x="1" y="2628"/>
                  </a:lnTo>
                  <a:lnTo>
                    <a:pt x="2628" y="262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8" name="Google Shape;1648;p125"/>
            <p:cNvSpPr/>
            <p:nvPr/>
          </p:nvSpPr>
          <p:spPr>
            <a:xfrm>
              <a:off x="5903298" y="2246103"/>
              <a:ext cx="227756" cy="96128"/>
            </a:xfrm>
            <a:custGeom>
              <a:avLst/>
              <a:gdLst/>
              <a:ahLst/>
              <a:cxnLst/>
              <a:rect l="l" t="t" r="r" b="b"/>
              <a:pathLst>
                <a:path w="11638" h="4912" extrusionOk="0">
                  <a:moveTo>
                    <a:pt x="491" y="0"/>
                  </a:moveTo>
                  <a:cubicBezTo>
                    <a:pt x="226" y="0"/>
                    <a:pt x="1" y="216"/>
                    <a:pt x="1" y="481"/>
                  </a:cubicBezTo>
                  <a:lnTo>
                    <a:pt x="1" y="2971"/>
                  </a:lnTo>
                  <a:lnTo>
                    <a:pt x="2422" y="2971"/>
                  </a:lnTo>
                  <a:cubicBezTo>
                    <a:pt x="2814" y="2971"/>
                    <a:pt x="3177" y="3127"/>
                    <a:pt x="3452" y="3402"/>
                  </a:cubicBezTo>
                  <a:lnTo>
                    <a:pt x="4961" y="4912"/>
                  </a:lnTo>
                  <a:lnTo>
                    <a:pt x="11637" y="4912"/>
                  </a:lnTo>
                  <a:lnTo>
                    <a:pt x="11637" y="3882"/>
                  </a:lnTo>
                  <a:lnTo>
                    <a:pt x="8245" y="3882"/>
                  </a:lnTo>
                  <a:cubicBezTo>
                    <a:pt x="7981" y="3882"/>
                    <a:pt x="7755" y="3657"/>
                    <a:pt x="7755" y="3392"/>
                  </a:cubicBezTo>
                  <a:lnTo>
                    <a:pt x="77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49" name="Google Shape;1649;p125"/>
          <p:cNvSpPr/>
          <p:nvPr/>
        </p:nvSpPr>
        <p:spPr>
          <a:xfrm>
            <a:off x="5855156" y="1876210"/>
            <a:ext cx="29179" cy="37437"/>
          </a:xfrm>
          <a:custGeom>
            <a:avLst/>
            <a:gdLst/>
            <a:ahLst/>
            <a:cxnLst/>
            <a:rect l="l" t="t" r="r" b="b"/>
            <a:pathLst>
              <a:path w="1491" h="1913" extrusionOk="0">
                <a:moveTo>
                  <a:pt x="1490" y="1"/>
                </a:moveTo>
                <a:lnTo>
                  <a:pt x="0" y="981"/>
                </a:lnTo>
                <a:lnTo>
                  <a:pt x="1490" y="1913"/>
                </a:lnTo>
                <a:lnTo>
                  <a:pt x="149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650" name="Google Shape;1650;p125"/>
          <p:cNvGrpSpPr/>
          <p:nvPr/>
        </p:nvGrpSpPr>
        <p:grpSpPr>
          <a:xfrm>
            <a:off x="5845939" y="1763233"/>
            <a:ext cx="323864" cy="323844"/>
            <a:chOff x="5845939" y="1763233"/>
            <a:chExt cx="323864" cy="323844"/>
          </a:xfrm>
        </p:grpSpPr>
        <p:sp>
          <p:nvSpPr>
            <p:cNvPr id="1651" name="Google Shape;1651;p125"/>
            <p:cNvSpPr/>
            <p:nvPr/>
          </p:nvSpPr>
          <p:spPr>
            <a:xfrm>
              <a:off x="6131034" y="1876210"/>
              <a:ext cx="29179" cy="37437"/>
            </a:xfrm>
            <a:custGeom>
              <a:avLst/>
              <a:gdLst/>
              <a:ahLst/>
              <a:cxnLst/>
              <a:rect l="l" t="t" r="r" b="b"/>
              <a:pathLst>
                <a:path w="1491" h="1913" extrusionOk="0">
                  <a:moveTo>
                    <a:pt x="0" y="1"/>
                  </a:moveTo>
                  <a:lnTo>
                    <a:pt x="0" y="1913"/>
                  </a:lnTo>
                  <a:lnTo>
                    <a:pt x="1490" y="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2" name="Google Shape;1652;p125"/>
            <p:cNvSpPr/>
            <p:nvPr/>
          </p:nvSpPr>
          <p:spPr>
            <a:xfrm>
              <a:off x="5845939" y="1912102"/>
              <a:ext cx="323864" cy="174975"/>
            </a:xfrm>
            <a:custGeom>
              <a:avLst/>
              <a:gdLst/>
              <a:ahLst/>
              <a:cxnLst/>
              <a:rect l="l" t="t" r="r" b="b"/>
              <a:pathLst>
                <a:path w="16549" h="8941" extrusionOk="0">
                  <a:moveTo>
                    <a:pt x="1" y="0"/>
                  </a:moveTo>
                  <a:lnTo>
                    <a:pt x="1" y="8450"/>
                  </a:lnTo>
                  <a:cubicBezTo>
                    <a:pt x="1" y="8725"/>
                    <a:pt x="216" y="8941"/>
                    <a:pt x="491" y="8941"/>
                  </a:cubicBezTo>
                  <a:lnTo>
                    <a:pt x="16058" y="8941"/>
                  </a:lnTo>
                  <a:cubicBezTo>
                    <a:pt x="16333" y="8941"/>
                    <a:pt x="16548" y="8725"/>
                    <a:pt x="16548" y="8450"/>
                  </a:cubicBezTo>
                  <a:lnTo>
                    <a:pt x="16548" y="0"/>
                  </a:lnTo>
                  <a:lnTo>
                    <a:pt x="8529" y="4990"/>
                  </a:lnTo>
                  <a:cubicBezTo>
                    <a:pt x="8451" y="5039"/>
                    <a:pt x="8360" y="5063"/>
                    <a:pt x="8270" y="5063"/>
                  </a:cubicBezTo>
                  <a:cubicBezTo>
                    <a:pt x="8179" y="5063"/>
                    <a:pt x="8088" y="5039"/>
                    <a:pt x="8010" y="499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3" name="Google Shape;1653;p125"/>
            <p:cNvSpPr/>
            <p:nvPr/>
          </p:nvSpPr>
          <p:spPr>
            <a:xfrm>
              <a:off x="6055064" y="1768790"/>
              <a:ext cx="51430" cy="51430"/>
            </a:xfrm>
            <a:custGeom>
              <a:avLst/>
              <a:gdLst/>
              <a:ahLst/>
              <a:cxnLst/>
              <a:rect l="l" t="t" r="r" b="b"/>
              <a:pathLst>
                <a:path w="2628" h="2628" extrusionOk="0">
                  <a:moveTo>
                    <a:pt x="0" y="0"/>
                  </a:moveTo>
                  <a:lnTo>
                    <a:pt x="0" y="2628"/>
                  </a:lnTo>
                  <a:lnTo>
                    <a:pt x="2627" y="2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4" name="Google Shape;1654;p125"/>
            <p:cNvSpPr/>
            <p:nvPr/>
          </p:nvSpPr>
          <p:spPr>
            <a:xfrm>
              <a:off x="5968721" y="1849360"/>
              <a:ext cx="49140" cy="49316"/>
            </a:xfrm>
            <a:custGeom>
              <a:avLst/>
              <a:gdLst/>
              <a:ahLst/>
              <a:cxnLst/>
              <a:rect l="l" t="t" r="r" b="b"/>
              <a:pathLst>
                <a:path w="2511" h="2520" extrusionOk="0">
                  <a:moveTo>
                    <a:pt x="1" y="1"/>
                  </a:moveTo>
                  <a:lnTo>
                    <a:pt x="1079" y="2520"/>
                  </a:lnTo>
                  <a:lnTo>
                    <a:pt x="1363" y="1667"/>
                  </a:lnTo>
                  <a:cubicBezTo>
                    <a:pt x="1412" y="1520"/>
                    <a:pt x="1530" y="1402"/>
                    <a:pt x="1687" y="1353"/>
                  </a:cubicBezTo>
                  <a:lnTo>
                    <a:pt x="2510" y="10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5" name="Google Shape;1655;p125"/>
            <p:cNvSpPr/>
            <p:nvPr/>
          </p:nvSpPr>
          <p:spPr>
            <a:xfrm>
              <a:off x="5903122" y="1763233"/>
              <a:ext cx="208929" cy="227149"/>
            </a:xfrm>
            <a:custGeom>
              <a:avLst/>
              <a:gdLst/>
              <a:ahLst/>
              <a:cxnLst/>
              <a:rect l="l" t="t" r="r" b="b"/>
              <a:pathLst>
                <a:path w="10676" h="11607" extrusionOk="0">
                  <a:moveTo>
                    <a:pt x="2444" y="3004"/>
                  </a:moveTo>
                  <a:cubicBezTo>
                    <a:pt x="2503" y="3004"/>
                    <a:pt x="2565" y="3015"/>
                    <a:pt x="2627" y="3039"/>
                  </a:cubicBezTo>
                  <a:lnTo>
                    <a:pt x="7421" y="5098"/>
                  </a:lnTo>
                  <a:cubicBezTo>
                    <a:pt x="7813" y="5284"/>
                    <a:pt x="7793" y="5852"/>
                    <a:pt x="7382" y="5999"/>
                  </a:cubicBezTo>
                  <a:lnTo>
                    <a:pt x="6068" y="6441"/>
                  </a:lnTo>
                  <a:lnTo>
                    <a:pt x="7578" y="7940"/>
                  </a:lnTo>
                  <a:cubicBezTo>
                    <a:pt x="7813" y="8117"/>
                    <a:pt x="7842" y="8470"/>
                    <a:pt x="7627" y="8685"/>
                  </a:cubicBezTo>
                  <a:cubicBezTo>
                    <a:pt x="7533" y="8779"/>
                    <a:pt x="7408" y="8826"/>
                    <a:pt x="7284" y="8826"/>
                  </a:cubicBezTo>
                  <a:cubicBezTo>
                    <a:pt x="7136" y="8826"/>
                    <a:pt x="6987" y="8760"/>
                    <a:pt x="6892" y="8627"/>
                  </a:cubicBezTo>
                  <a:lnTo>
                    <a:pt x="5392" y="7127"/>
                  </a:lnTo>
                  <a:lnTo>
                    <a:pt x="4951" y="8440"/>
                  </a:lnTo>
                  <a:cubicBezTo>
                    <a:pt x="4875" y="8652"/>
                    <a:pt x="4685" y="8761"/>
                    <a:pt x="4494" y="8761"/>
                  </a:cubicBezTo>
                  <a:cubicBezTo>
                    <a:pt x="4314" y="8761"/>
                    <a:pt x="4134" y="8665"/>
                    <a:pt x="4049" y="8470"/>
                  </a:cubicBezTo>
                  <a:lnTo>
                    <a:pt x="1990" y="3676"/>
                  </a:lnTo>
                  <a:cubicBezTo>
                    <a:pt x="1857" y="3336"/>
                    <a:pt x="2117" y="3004"/>
                    <a:pt x="2444" y="3004"/>
                  </a:cubicBezTo>
                  <a:close/>
                  <a:moveTo>
                    <a:pt x="490" y="0"/>
                  </a:moveTo>
                  <a:cubicBezTo>
                    <a:pt x="216" y="0"/>
                    <a:pt x="0" y="216"/>
                    <a:pt x="0" y="490"/>
                  </a:cubicBezTo>
                  <a:lnTo>
                    <a:pt x="0" y="8293"/>
                  </a:lnTo>
                  <a:lnTo>
                    <a:pt x="5333" y="11607"/>
                  </a:lnTo>
                  <a:lnTo>
                    <a:pt x="10676" y="8293"/>
                  </a:lnTo>
                  <a:lnTo>
                    <a:pt x="10676" y="3882"/>
                  </a:lnTo>
                  <a:lnTo>
                    <a:pt x="7284" y="3882"/>
                  </a:lnTo>
                  <a:cubicBezTo>
                    <a:pt x="7009" y="3882"/>
                    <a:pt x="6794" y="3666"/>
                    <a:pt x="6794" y="3402"/>
                  </a:cubicBezTo>
                  <a:lnTo>
                    <a:pt x="67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56" name="Google Shape;1656;p125"/>
          <p:cNvGrpSpPr/>
          <p:nvPr/>
        </p:nvGrpSpPr>
        <p:grpSpPr>
          <a:xfrm>
            <a:off x="5270013" y="3818024"/>
            <a:ext cx="331144" cy="323903"/>
            <a:chOff x="5270013" y="3818024"/>
            <a:chExt cx="331144" cy="323903"/>
          </a:xfrm>
        </p:grpSpPr>
        <p:sp>
          <p:nvSpPr>
            <p:cNvPr id="1657" name="Google Shape;1657;p125"/>
            <p:cNvSpPr/>
            <p:nvPr/>
          </p:nvSpPr>
          <p:spPr>
            <a:xfrm>
              <a:off x="5391660" y="4027188"/>
              <a:ext cx="95169" cy="38201"/>
            </a:xfrm>
            <a:custGeom>
              <a:avLst/>
              <a:gdLst/>
              <a:ahLst/>
              <a:cxnLst/>
              <a:rect l="l" t="t" r="r" b="b"/>
              <a:pathLst>
                <a:path w="4863" h="1952" extrusionOk="0">
                  <a:moveTo>
                    <a:pt x="4372" y="1"/>
                  </a:moveTo>
                  <a:lnTo>
                    <a:pt x="4372" y="11"/>
                  </a:lnTo>
                  <a:lnTo>
                    <a:pt x="490" y="11"/>
                  </a:lnTo>
                  <a:cubicBezTo>
                    <a:pt x="216" y="11"/>
                    <a:pt x="0" y="226"/>
                    <a:pt x="0" y="501"/>
                  </a:cubicBezTo>
                  <a:lnTo>
                    <a:pt x="0" y="1461"/>
                  </a:lnTo>
                  <a:cubicBezTo>
                    <a:pt x="0" y="1736"/>
                    <a:pt x="216" y="1952"/>
                    <a:pt x="490" y="1952"/>
                  </a:cubicBezTo>
                  <a:lnTo>
                    <a:pt x="4372" y="1952"/>
                  </a:lnTo>
                  <a:cubicBezTo>
                    <a:pt x="4637" y="1952"/>
                    <a:pt x="4862" y="1736"/>
                    <a:pt x="4862" y="1461"/>
                  </a:cubicBezTo>
                  <a:lnTo>
                    <a:pt x="4862" y="491"/>
                  </a:lnTo>
                  <a:cubicBezTo>
                    <a:pt x="4862" y="226"/>
                    <a:pt x="4637" y="1"/>
                    <a:pt x="43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8" name="Google Shape;1658;p125"/>
            <p:cNvSpPr/>
            <p:nvPr/>
          </p:nvSpPr>
          <p:spPr>
            <a:xfrm>
              <a:off x="5270013" y="3818024"/>
              <a:ext cx="331144" cy="323903"/>
            </a:xfrm>
            <a:custGeom>
              <a:avLst/>
              <a:gdLst/>
              <a:ahLst/>
              <a:cxnLst/>
              <a:rect l="l" t="t" r="r" b="b"/>
              <a:pathLst>
                <a:path w="16921" h="16551" extrusionOk="0">
                  <a:moveTo>
                    <a:pt x="8647" y="5777"/>
                  </a:moveTo>
                  <a:cubicBezTo>
                    <a:pt x="8951" y="5777"/>
                    <a:pt x="9177" y="6042"/>
                    <a:pt x="9137" y="6336"/>
                  </a:cubicBezTo>
                  <a:lnTo>
                    <a:pt x="9137" y="7307"/>
                  </a:lnTo>
                  <a:cubicBezTo>
                    <a:pt x="9177" y="7601"/>
                    <a:pt x="8951" y="7865"/>
                    <a:pt x="8647" y="7865"/>
                  </a:cubicBezTo>
                  <a:cubicBezTo>
                    <a:pt x="8353" y="7865"/>
                    <a:pt x="8118" y="7601"/>
                    <a:pt x="8167" y="7307"/>
                  </a:cubicBezTo>
                  <a:lnTo>
                    <a:pt x="8167" y="6336"/>
                  </a:lnTo>
                  <a:cubicBezTo>
                    <a:pt x="8118" y="6042"/>
                    <a:pt x="8353" y="5777"/>
                    <a:pt x="8647" y="5777"/>
                  </a:cubicBezTo>
                  <a:close/>
                  <a:moveTo>
                    <a:pt x="9951" y="2101"/>
                  </a:moveTo>
                  <a:cubicBezTo>
                    <a:pt x="12392" y="2621"/>
                    <a:pt x="14294" y="4532"/>
                    <a:pt x="14813" y="6973"/>
                  </a:cubicBezTo>
                  <a:cubicBezTo>
                    <a:pt x="13745" y="7503"/>
                    <a:pt x="13745" y="9032"/>
                    <a:pt x="14813" y="9571"/>
                  </a:cubicBezTo>
                  <a:cubicBezTo>
                    <a:pt x="14294" y="12002"/>
                    <a:pt x="12392" y="13914"/>
                    <a:pt x="9951" y="14433"/>
                  </a:cubicBezTo>
                  <a:lnTo>
                    <a:pt x="9951" y="14443"/>
                  </a:lnTo>
                  <a:cubicBezTo>
                    <a:pt x="9681" y="13909"/>
                    <a:pt x="9164" y="13642"/>
                    <a:pt x="8648" y="13642"/>
                  </a:cubicBezTo>
                  <a:cubicBezTo>
                    <a:pt x="8133" y="13642"/>
                    <a:pt x="7618" y="13909"/>
                    <a:pt x="7353" y="14443"/>
                  </a:cubicBezTo>
                  <a:cubicBezTo>
                    <a:pt x="4912" y="13924"/>
                    <a:pt x="3001" y="12012"/>
                    <a:pt x="2481" y="9581"/>
                  </a:cubicBezTo>
                  <a:cubicBezTo>
                    <a:pt x="3550" y="9042"/>
                    <a:pt x="3550" y="7513"/>
                    <a:pt x="2481" y="6983"/>
                  </a:cubicBezTo>
                  <a:cubicBezTo>
                    <a:pt x="3001" y="4542"/>
                    <a:pt x="4912" y="2631"/>
                    <a:pt x="7353" y="2111"/>
                  </a:cubicBezTo>
                  <a:cubicBezTo>
                    <a:pt x="7481" y="2366"/>
                    <a:pt x="7677" y="2582"/>
                    <a:pt x="7932" y="2729"/>
                  </a:cubicBezTo>
                  <a:lnTo>
                    <a:pt x="5324" y="7062"/>
                  </a:lnTo>
                  <a:cubicBezTo>
                    <a:pt x="5187" y="7307"/>
                    <a:pt x="5275" y="7611"/>
                    <a:pt x="5520" y="7748"/>
                  </a:cubicBezTo>
                  <a:cubicBezTo>
                    <a:pt x="5559" y="7777"/>
                    <a:pt x="6902" y="8258"/>
                    <a:pt x="7157" y="9738"/>
                  </a:cubicBezTo>
                  <a:lnTo>
                    <a:pt x="10137" y="9738"/>
                  </a:lnTo>
                  <a:cubicBezTo>
                    <a:pt x="10382" y="8258"/>
                    <a:pt x="11735" y="7777"/>
                    <a:pt x="11765" y="7748"/>
                  </a:cubicBezTo>
                  <a:cubicBezTo>
                    <a:pt x="12019" y="7611"/>
                    <a:pt x="12108" y="7307"/>
                    <a:pt x="11970" y="7062"/>
                  </a:cubicBezTo>
                  <a:lnTo>
                    <a:pt x="9373" y="2719"/>
                  </a:lnTo>
                  <a:cubicBezTo>
                    <a:pt x="9618" y="2572"/>
                    <a:pt x="9824" y="2356"/>
                    <a:pt x="9951" y="2101"/>
                  </a:cubicBezTo>
                  <a:close/>
                  <a:moveTo>
                    <a:pt x="8647" y="1"/>
                  </a:moveTo>
                  <a:cubicBezTo>
                    <a:pt x="8020" y="1"/>
                    <a:pt x="7392" y="381"/>
                    <a:pt x="7226" y="1141"/>
                  </a:cubicBezTo>
                  <a:cubicBezTo>
                    <a:pt x="4344" y="1719"/>
                    <a:pt x="2089" y="3974"/>
                    <a:pt x="1520" y="6856"/>
                  </a:cubicBezTo>
                  <a:cubicBezTo>
                    <a:pt x="1" y="7189"/>
                    <a:pt x="1" y="9355"/>
                    <a:pt x="1520" y="9689"/>
                  </a:cubicBezTo>
                  <a:cubicBezTo>
                    <a:pt x="2089" y="12581"/>
                    <a:pt x="4344" y="14835"/>
                    <a:pt x="7226" y="15404"/>
                  </a:cubicBezTo>
                  <a:cubicBezTo>
                    <a:pt x="7373" y="16071"/>
                    <a:pt x="7971" y="16551"/>
                    <a:pt x="8647" y="16551"/>
                  </a:cubicBezTo>
                  <a:cubicBezTo>
                    <a:pt x="9333" y="16551"/>
                    <a:pt x="9922" y="16071"/>
                    <a:pt x="10069" y="15404"/>
                  </a:cubicBezTo>
                  <a:cubicBezTo>
                    <a:pt x="12951" y="14835"/>
                    <a:pt x="15205" y="12581"/>
                    <a:pt x="15784" y="9699"/>
                  </a:cubicBezTo>
                  <a:cubicBezTo>
                    <a:pt x="16441" y="9542"/>
                    <a:pt x="16921" y="8954"/>
                    <a:pt x="16921" y="8277"/>
                  </a:cubicBezTo>
                  <a:cubicBezTo>
                    <a:pt x="16921" y="7591"/>
                    <a:pt x="16441" y="7003"/>
                    <a:pt x="15784" y="6856"/>
                  </a:cubicBezTo>
                  <a:cubicBezTo>
                    <a:pt x="15205" y="3974"/>
                    <a:pt x="12951" y="1719"/>
                    <a:pt x="10069" y="1141"/>
                  </a:cubicBezTo>
                  <a:cubicBezTo>
                    <a:pt x="9902" y="381"/>
                    <a:pt x="9275" y="1"/>
                    <a:pt x="8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59" name="Google Shape;1659;p125"/>
          <p:cNvGrpSpPr/>
          <p:nvPr/>
        </p:nvGrpSpPr>
        <p:grpSpPr>
          <a:xfrm>
            <a:off x="5277313" y="3284741"/>
            <a:ext cx="323844" cy="323864"/>
            <a:chOff x="5277313" y="3284741"/>
            <a:chExt cx="323844" cy="323864"/>
          </a:xfrm>
        </p:grpSpPr>
        <p:sp>
          <p:nvSpPr>
            <p:cNvPr id="1660" name="Google Shape;1660;p125"/>
            <p:cNvSpPr/>
            <p:nvPr/>
          </p:nvSpPr>
          <p:spPr>
            <a:xfrm>
              <a:off x="5462817" y="3513612"/>
              <a:ext cx="124915" cy="45305"/>
            </a:xfrm>
            <a:custGeom>
              <a:avLst/>
              <a:gdLst/>
              <a:ahLst/>
              <a:cxnLst/>
              <a:rect l="l" t="t" r="r" b="b"/>
              <a:pathLst>
                <a:path w="6383" h="2315" extrusionOk="0">
                  <a:moveTo>
                    <a:pt x="1" y="1"/>
                  </a:moveTo>
                  <a:lnTo>
                    <a:pt x="3187" y="2314"/>
                  </a:lnTo>
                  <a:lnTo>
                    <a:pt x="63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1" name="Google Shape;1661;p125"/>
            <p:cNvSpPr/>
            <p:nvPr/>
          </p:nvSpPr>
          <p:spPr>
            <a:xfrm>
              <a:off x="5449392" y="3527429"/>
              <a:ext cx="151765" cy="81176"/>
            </a:xfrm>
            <a:custGeom>
              <a:avLst/>
              <a:gdLst/>
              <a:ahLst/>
              <a:cxnLst/>
              <a:rect l="l" t="t" r="r" b="b"/>
              <a:pathLst>
                <a:path w="7755" h="4148" extrusionOk="0">
                  <a:moveTo>
                    <a:pt x="1" y="1"/>
                  </a:moveTo>
                  <a:lnTo>
                    <a:pt x="1" y="3657"/>
                  </a:lnTo>
                  <a:cubicBezTo>
                    <a:pt x="1" y="3932"/>
                    <a:pt x="216" y="4147"/>
                    <a:pt x="491" y="4147"/>
                  </a:cubicBezTo>
                  <a:lnTo>
                    <a:pt x="7275" y="4147"/>
                  </a:lnTo>
                  <a:cubicBezTo>
                    <a:pt x="7539" y="4147"/>
                    <a:pt x="7755" y="3922"/>
                    <a:pt x="7755" y="3657"/>
                  </a:cubicBezTo>
                  <a:lnTo>
                    <a:pt x="7755" y="1"/>
                  </a:lnTo>
                  <a:lnTo>
                    <a:pt x="4157" y="2599"/>
                  </a:lnTo>
                  <a:cubicBezTo>
                    <a:pt x="4074" y="2657"/>
                    <a:pt x="3973" y="2687"/>
                    <a:pt x="3873" y="2687"/>
                  </a:cubicBezTo>
                  <a:cubicBezTo>
                    <a:pt x="3772" y="2687"/>
                    <a:pt x="3672" y="2657"/>
                    <a:pt x="3589" y="259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2" name="Google Shape;1662;p125"/>
            <p:cNvSpPr/>
            <p:nvPr/>
          </p:nvSpPr>
          <p:spPr>
            <a:xfrm>
              <a:off x="5458805" y="3380673"/>
              <a:ext cx="113976" cy="76186"/>
            </a:xfrm>
            <a:custGeom>
              <a:avLst/>
              <a:gdLst/>
              <a:ahLst/>
              <a:cxnLst/>
              <a:rect l="l" t="t" r="r" b="b"/>
              <a:pathLst>
                <a:path w="5824" h="3893" extrusionOk="0">
                  <a:moveTo>
                    <a:pt x="490" y="0"/>
                  </a:moveTo>
                  <a:cubicBezTo>
                    <a:pt x="216" y="0"/>
                    <a:pt x="0" y="226"/>
                    <a:pt x="0" y="491"/>
                  </a:cubicBezTo>
                  <a:lnTo>
                    <a:pt x="0" y="3402"/>
                  </a:lnTo>
                  <a:cubicBezTo>
                    <a:pt x="0" y="3677"/>
                    <a:pt x="216" y="3892"/>
                    <a:pt x="490" y="3892"/>
                  </a:cubicBezTo>
                  <a:lnTo>
                    <a:pt x="5333" y="3892"/>
                  </a:lnTo>
                  <a:cubicBezTo>
                    <a:pt x="5607" y="3892"/>
                    <a:pt x="5823" y="3677"/>
                    <a:pt x="5823" y="3402"/>
                  </a:cubicBezTo>
                  <a:lnTo>
                    <a:pt x="5823" y="491"/>
                  </a:lnTo>
                  <a:cubicBezTo>
                    <a:pt x="5823" y="226"/>
                    <a:pt x="5607" y="0"/>
                    <a:pt x="5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3" name="Google Shape;1663;p125"/>
            <p:cNvSpPr/>
            <p:nvPr/>
          </p:nvSpPr>
          <p:spPr>
            <a:xfrm>
              <a:off x="5277313" y="3284741"/>
              <a:ext cx="248069" cy="323864"/>
            </a:xfrm>
            <a:custGeom>
              <a:avLst/>
              <a:gdLst/>
              <a:ahLst/>
              <a:cxnLst/>
              <a:rect l="l" t="t" r="r" b="b"/>
              <a:pathLst>
                <a:path w="12676" h="16549" extrusionOk="0">
                  <a:moveTo>
                    <a:pt x="4373" y="2971"/>
                  </a:moveTo>
                  <a:cubicBezTo>
                    <a:pt x="4647" y="2971"/>
                    <a:pt x="4863" y="3187"/>
                    <a:pt x="4863" y="3461"/>
                  </a:cubicBezTo>
                  <a:lnTo>
                    <a:pt x="4863" y="4912"/>
                  </a:lnTo>
                  <a:lnTo>
                    <a:pt x="5833" y="4912"/>
                  </a:lnTo>
                  <a:lnTo>
                    <a:pt x="5833" y="4422"/>
                  </a:lnTo>
                  <a:cubicBezTo>
                    <a:pt x="5872" y="4143"/>
                    <a:pt x="6093" y="4003"/>
                    <a:pt x="6315" y="4003"/>
                  </a:cubicBezTo>
                  <a:cubicBezTo>
                    <a:pt x="6537" y="4003"/>
                    <a:pt x="6760" y="4143"/>
                    <a:pt x="6804" y="4422"/>
                  </a:cubicBezTo>
                  <a:lnTo>
                    <a:pt x="6784" y="8304"/>
                  </a:lnTo>
                  <a:cubicBezTo>
                    <a:pt x="6833" y="8598"/>
                    <a:pt x="6598" y="8863"/>
                    <a:pt x="6304" y="8863"/>
                  </a:cubicBezTo>
                  <a:cubicBezTo>
                    <a:pt x="6000" y="8863"/>
                    <a:pt x="5774" y="8598"/>
                    <a:pt x="5814" y="8304"/>
                  </a:cubicBezTo>
                  <a:lnTo>
                    <a:pt x="5814" y="5883"/>
                  </a:lnTo>
                  <a:lnTo>
                    <a:pt x="4843" y="5883"/>
                  </a:lnTo>
                  <a:lnTo>
                    <a:pt x="4843" y="12186"/>
                  </a:lnTo>
                  <a:cubicBezTo>
                    <a:pt x="4843" y="12255"/>
                    <a:pt x="4833" y="12333"/>
                    <a:pt x="4794" y="12402"/>
                  </a:cubicBezTo>
                  <a:lnTo>
                    <a:pt x="3824" y="14333"/>
                  </a:lnTo>
                  <a:cubicBezTo>
                    <a:pt x="3735" y="14509"/>
                    <a:pt x="3566" y="14598"/>
                    <a:pt x="3396" y="14598"/>
                  </a:cubicBezTo>
                  <a:cubicBezTo>
                    <a:pt x="3226" y="14598"/>
                    <a:pt x="3054" y="14509"/>
                    <a:pt x="2961" y="14333"/>
                  </a:cubicBezTo>
                  <a:lnTo>
                    <a:pt x="1990" y="12402"/>
                  </a:lnTo>
                  <a:cubicBezTo>
                    <a:pt x="1961" y="12333"/>
                    <a:pt x="1941" y="12255"/>
                    <a:pt x="1941" y="12186"/>
                  </a:cubicBezTo>
                  <a:lnTo>
                    <a:pt x="1941" y="3461"/>
                  </a:lnTo>
                  <a:cubicBezTo>
                    <a:pt x="1941" y="3187"/>
                    <a:pt x="2157" y="2971"/>
                    <a:pt x="2432" y="2971"/>
                  </a:cubicBezTo>
                  <a:close/>
                  <a:moveTo>
                    <a:pt x="491" y="1"/>
                  </a:moveTo>
                  <a:cubicBezTo>
                    <a:pt x="226" y="1"/>
                    <a:pt x="0" y="217"/>
                    <a:pt x="0" y="491"/>
                  </a:cubicBezTo>
                  <a:lnTo>
                    <a:pt x="0" y="16058"/>
                  </a:lnTo>
                  <a:cubicBezTo>
                    <a:pt x="0" y="16333"/>
                    <a:pt x="226" y="16548"/>
                    <a:pt x="491" y="16548"/>
                  </a:cubicBezTo>
                  <a:lnTo>
                    <a:pt x="7911" y="16548"/>
                  </a:lnTo>
                  <a:cubicBezTo>
                    <a:pt x="7853" y="16392"/>
                    <a:pt x="7823" y="16225"/>
                    <a:pt x="7823" y="16058"/>
                  </a:cubicBezTo>
                  <a:lnTo>
                    <a:pt x="7823" y="12186"/>
                  </a:lnTo>
                  <a:cubicBezTo>
                    <a:pt x="7823" y="11382"/>
                    <a:pt x="8470" y="10725"/>
                    <a:pt x="9274" y="10725"/>
                  </a:cubicBezTo>
                  <a:lnTo>
                    <a:pt x="12666" y="10725"/>
                  </a:lnTo>
                  <a:lnTo>
                    <a:pt x="12666" y="9755"/>
                  </a:lnTo>
                  <a:lnTo>
                    <a:pt x="9764" y="9755"/>
                  </a:lnTo>
                  <a:cubicBezTo>
                    <a:pt x="8960" y="9755"/>
                    <a:pt x="8313" y="9108"/>
                    <a:pt x="8313" y="8304"/>
                  </a:cubicBezTo>
                  <a:lnTo>
                    <a:pt x="8313" y="5393"/>
                  </a:lnTo>
                  <a:cubicBezTo>
                    <a:pt x="8313" y="4599"/>
                    <a:pt x="8960" y="3942"/>
                    <a:pt x="9764" y="3942"/>
                  </a:cubicBezTo>
                  <a:lnTo>
                    <a:pt x="12676" y="3942"/>
                  </a:lnTo>
                  <a:lnTo>
                    <a:pt x="12676" y="3393"/>
                  </a:lnTo>
                  <a:cubicBezTo>
                    <a:pt x="12676" y="3265"/>
                    <a:pt x="12617" y="3138"/>
                    <a:pt x="12529" y="3050"/>
                  </a:cubicBezTo>
                  <a:lnTo>
                    <a:pt x="9627" y="148"/>
                  </a:lnTo>
                  <a:cubicBezTo>
                    <a:pt x="9529" y="50"/>
                    <a:pt x="9411" y="1"/>
                    <a:pt x="9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4" name="Google Shape;1664;p125"/>
            <p:cNvSpPr/>
            <p:nvPr/>
          </p:nvSpPr>
          <p:spPr>
            <a:xfrm>
              <a:off x="5334281" y="3399852"/>
              <a:ext cx="19218" cy="140062"/>
            </a:xfrm>
            <a:custGeom>
              <a:avLst/>
              <a:gdLst/>
              <a:ahLst/>
              <a:cxnLst/>
              <a:rect l="l" t="t" r="r" b="b"/>
              <a:pathLst>
                <a:path w="982" h="7157" extrusionOk="0">
                  <a:moveTo>
                    <a:pt x="11" y="1"/>
                  </a:moveTo>
                  <a:lnTo>
                    <a:pt x="1" y="6196"/>
                  </a:lnTo>
                  <a:lnTo>
                    <a:pt x="491" y="7157"/>
                  </a:lnTo>
                  <a:lnTo>
                    <a:pt x="981" y="6196"/>
                  </a:lnTo>
                  <a:lnTo>
                    <a:pt x="9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5" name="Google Shape;1665;p125"/>
            <p:cNvSpPr/>
            <p:nvPr/>
          </p:nvSpPr>
          <p:spPr>
            <a:xfrm>
              <a:off x="5334281" y="3361867"/>
              <a:ext cx="19022" cy="19022"/>
            </a:xfrm>
            <a:custGeom>
              <a:avLst/>
              <a:gdLst/>
              <a:ahLst/>
              <a:cxnLst/>
              <a:rect l="l" t="t" r="r" b="b"/>
              <a:pathLst>
                <a:path w="972" h="972" extrusionOk="0">
                  <a:moveTo>
                    <a:pt x="1" y="1"/>
                  </a:moveTo>
                  <a:lnTo>
                    <a:pt x="1" y="971"/>
                  </a:lnTo>
                  <a:lnTo>
                    <a:pt x="971" y="971"/>
                  </a:lnTo>
                  <a:lnTo>
                    <a:pt x="9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66" name="Google Shape;1666;p125"/>
          <p:cNvSpPr/>
          <p:nvPr/>
        </p:nvSpPr>
        <p:spPr>
          <a:xfrm>
            <a:off x="5277117" y="2755255"/>
            <a:ext cx="324040" cy="322514"/>
          </a:xfrm>
          <a:custGeom>
            <a:avLst/>
            <a:gdLst/>
            <a:ahLst/>
            <a:cxnLst/>
            <a:rect l="l" t="t" r="r" b="b"/>
            <a:pathLst>
              <a:path w="16558" h="16480" extrusionOk="0">
                <a:moveTo>
                  <a:pt x="4294" y="3873"/>
                </a:moveTo>
                <a:lnTo>
                  <a:pt x="7804" y="5627"/>
                </a:lnTo>
                <a:lnTo>
                  <a:pt x="7804" y="7745"/>
                </a:lnTo>
                <a:lnTo>
                  <a:pt x="5373" y="7745"/>
                </a:lnTo>
                <a:cubicBezTo>
                  <a:pt x="5108" y="7755"/>
                  <a:pt x="4892" y="7970"/>
                  <a:pt x="4892" y="8235"/>
                </a:cubicBezTo>
                <a:lnTo>
                  <a:pt x="4892" y="8725"/>
                </a:lnTo>
                <a:lnTo>
                  <a:pt x="981" y="8715"/>
                </a:lnTo>
                <a:lnTo>
                  <a:pt x="981" y="3873"/>
                </a:lnTo>
                <a:close/>
                <a:moveTo>
                  <a:pt x="8283" y="1"/>
                </a:moveTo>
                <a:cubicBezTo>
                  <a:pt x="8061" y="1"/>
                  <a:pt x="7838" y="138"/>
                  <a:pt x="7794" y="412"/>
                </a:cubicBezTo>
                <a:lnTo>
                  <a:pt x="7794" y="1147"/>
                </a:lnTo>
                <a:lnTo>
                  <a:pt x="4294" y="2902"/>
                </a:lnTo>
                <a:lnTo>
                  <a:pt x="491" y="2902"/>
                </a:lnTo>
                <a:cubicBezTo>
                  <a:pt x="216" y="2902"/>
                  <a:pt x="1" y="3128"/>
                  <a:pt x="1" y="3392"/>
                </a:cubicBezTo>
                <a:lnTo>
                  <a:pt x="1" y="9206"/>
                </a:lnTo>
                <a:cubicBezTo>
                  <a:pt x="1" y="9480"/>
                  <a:pt x="226" y="9696"/>
                  <a:pt x="491" y="9696"/>
                </a:cubicBezTo>
                <a:lnTo>
                  <a:pt x="4882" y="9696"/>
                </a:lnTo>
                <a:lnTo>
                  <a:pt x="4882" y="10186"/>
                </a:lnTo>
                <a:cubicBezTo>
                  <a:pt x="4892" y="10451"/>
                  <a:pt x="5098" y="10666"/>
                  <a:pt x="5373" y="10666"/>
                </a:cubicBezTo>
                <a:lnTo>
                  <a:pt x="11186" y="10666"/>
                </a:lnTo>
                <a:cubicBezTo>
                  <a:pt x="11451" y="10666"/>
                  <a:pt x="11676" y="10451"/>
                  <a:pt x="11676" y="10186"/>
                </a:cubicBezTo>
                <a:lnTo>
                  <a:pt x="11676" y="9696"/>
                </a:lnTo>
                <a:lnTo>
                  <a:pt x="15587" y="9696"/>
                </a:lnTo>
                <a:lnTo>
                  <a:pt x="15587" y="11627"/>
                </a:lnTo>
                <a:lnTo>
                  <a:pt x="8284" y="11627"/>
                </a:lnTo>
                <a:cubicBezTo>
                  <a:pt x="8010" y="11637"/>
                  <a:pt x="7794" y="11852"/>
                  <a:pt x="7794" y="12117"/>
                </a:cubicBezTo>
                <a:lnTo>
                  <a:pt x="7794" y="13656"/>
                </a:lnTo>
                <a:cubicBezTo>
                  <a:pt x="7127" y="13891"/>
                  <a:pt x="6725" y="14578"/>
                  <a:pt x="6853" y="15274"/>
                </a:cubicBezTo>
                <a:cubicBezTo>
                  <a:pt x="6971" y="15970"/>
                  <a:pt x="7578" y="16479"/>
                  <a:pt x="8284" y="16479"/>
                </a:cubicBezTo>
                <a:cubicBezTo>
                  <a:pt x="8990" y="16479"/>
                  <a:pt x="9598" y="15970"/>
                  <a:pt x="9715" y="15274"/>
                </a:cubicBezTo>
                <a:cubicBezTo>
                  <a:pt x="9833" y="14578"/>
                  <a:pt x="9431" y="13891"/>
                  <a:pt x="8765" y="13656"/>
                </a:cubicBezTo>
                <a:lnTo>
                  <a:pt x="8765" y="12607"/>
                </a:lnTo>
                <a:lnTo>
                  <a:pt x="16068" y="12607"/>
                </a:lnTo>
                <a:cubicBezTo>
                  <a:pt x="16332" y="12607"/>
                  <a:pt x="16558" y="12382"/>
                  <a:pt x="16558" y="12117"/>
                </a:cubicBezTo>
                <a:lnTo>
                  <a:pt x="16558" y="9206"/>
                </a:lnTo>
                <a:cubicBezTo>
                  <a:pt x="16558" y="8941"/>
                  <a:pt x="16332" y="8715"/>
                  <a:pt x="16068" y="8715"/>
                </a:cubicBezTo>
                <a:lnTo>
                  <a:pt x="11676" y="8715"/>
                </a:lnTo>
                <a:lnTo>
                  <a:pt x="11676" y="8235"/>
                </a:lnTo>
                <a:cubicBezTo>
                  <a:pt x="11676" y="7961"/>
                  <a:pt x="11460" y="7745"/>
                  <a:pt x="11186" y="7745"/>
                </a:cubicBezTo>
                <a:lnTo>
                  <a:pt x="8765" y="7745"/>
                </a:lnTo>
                <a:lnTo>
                  <a:pt x="8765" y="5627"/>
                </a:lnTo>
                <a:lnTo>
                  <a:pt x="12372" y="3824"/>
                </a:lnTo>
                <a:cubicBezTo>
                  <a:pt x="12725" y="3637"/>
                  <a:pt x="12725" y="3138"/>
                  <a:pt x="12372" y="2951"/>
                </a:cubicBezTo>
                <a:lnTo>
                  <a:pt x="8765" y="1147"/>
                </a:lnTo>
                <a:lnTo>
                  <a:pt x="8765" y="412"/>
                </a:lnTo>
                <a:cubicBezTo>
                  <a:pt x="8725" y="138"/>
                  <a:pt x="8505" y="1"/>
                  <a:pt x="828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667" name="Google Shape;1667;p125"/>
          <p:cNvGrpSpPr/>
          <p:nvPr/>
        </p:nvGrpSpPr>
        <p:grpSpPr>
          <a:xfrm>
            <a:off x="5275962" y="2247433"/>
            <a:ext cx="328071" cy="323864"/>
            <a:chOff x="5275962" y="2247433"/>
            <a:chExt cx="328071" cy="323864"/>
          </a:xfrm>
        </p:grpSpPr>
        <p:sp>
          <p:nvSpPr>
            <p:cNvPr id="1668" name="Google Shape;1668;p125"/>
            <p:cNvSpPr/>
            <p:nvPr/>
          </p:nvSpPr>
          <p:spPr>
            <a:xfrm>
              <a:off x="5275962" y="2264714"/>
              <a:ext cx="307171" cy="306584"/>
            </a:xfrm>
            <a:custGeom>
              <a:avLst/>
              <a:gdLst/>
              <a:ahLst/>
              <a:cxnLst/>
              <a:rect l="l" t="t" r="r" b="b"/>
              <a:pathLst>
                <a:path w="15696" h="15666" extrusionOk="0">
                  <a:moveTo>
                    <a:pt x="4426" y="2985"/>
                  </a:moveTo>
                  <a:cubicBezTo>
                    <a:pt x="5173" y="2985"/>
                    <a:pt x="5892" y="3565"/>
                    <a:pt x="5892" y="4441"/>
                  </a:cubicBezTo>
                  <a:cubicBezTo>
                    <a:pt x="5892" y="5245"/>
                    <a:pt x="5245" y="5892"/>
                    <a:pt x="4442" y="5902"/>
                  </a:cubicBezTo>
                  <a:cubicBezTo>
                    <a:pt x="3148" y="5902"/>
                    <a:pt x="2491" y="4333"/>
                    <a:pt x="3412" y="3412"/>
                  </a:cubicBezTo>
                  <a:cubicBezTo>
                    <a:pt x="3707" y="3117"/>
                    <a:pt x="4070" y="2985"/>
                    <a:pt x="4426" y="2985"/>
                  </a:cubicBezTo>
                  <a:close/>
                  <a:moveTo>
                    <a:pt x="10274" y="7831"/>
                  </a:moveTo>
                  <a:cubicBezTo>
                    <a:pt x="11518" y="7831"/>
                    <a:pt x="12715" y="8799"/>
                    <a:pt x="12715" y="10264"/>
                  </a:cubicBezTo>
                  <a:cubicBezTo>
                    <a:pt x="12715" y="11597"/>
                    <a:pt x="11627" y="12685"/>
                    <a:pt x="10294" y="12685"/>
                  </a:cubicBezTo>
                  <a:cubicBezTo>
                    <a:pt x="8127" y="12685"/>
                    <a:pt x="7049" y="10078"/>
                    <a:pt x="8578" y="8548"/>
                  </a:cubicBezTo>
                  <a:cubicBezTo>
                    <a:pt x="9070" y="8053"/>
                    <a:pt x="9677" y="7831"/>
                    <a:pt x="10274" y="7831"/>
                  </a:cubicBezTo>
                  <a:close/>
                  <a:moveTo>
                    <a:pt x="4442" y="0"/>
                  </a:moveTo>
                  <a:cubicBezTo>
                    <a:pt x="4138" y="0"/>
                    <a:pt x="3912" y="275"/>
                    <a:pt x="3951" y="569"/>
                  </a:cubicBezTo>
                  <a:lnTo>
                    <a:pt x="3951" y="1088"/>
                  </a:lnTo>
                  <a:cubicBezTo>
                    <a:pt x="3393" y="1167"/>
                    <a:pt x="2863" y="1392"/>
                    <a:pt x="2412" y="1725"/>
                  </a:cubicBezTo>
                  <a:lnTo>
                    <a:pt x="2040" y="1363"/>
                  </a:lnTo>
                  <a:cubicBezTo>
                    <a:pt x="1943" y="1229"/>
                    <a:pt x="1794" y="1159"/>
                    <a:pt x="1643" y="1159"/>
                  </a:cubicBezTo>
                  <a:cubicBezTo>
                    <a:pt x="1518" y="1159"/>
                    <a:pt x="1392" y="1206"/>
                    <a:pt x="1295" y="1304"/>
                  </a:cubicBezTo>
                  <a:cubicBezTo>
                    <a:pt x="1089" y="1520"/>
                    <a:pt x="1108" y="1873"/>
                    <a:pt x="1354" y="2049"/>
                  </a:cubicBezTo>
                  <a:lnTo>
                    <a:pt x="1726" y="2412"/>
                  </a:lnTo>
                  <a:cubicBezTo>
                    <a:pt x="1383" y="2863"/>
                    <a:pt x="1158" y="3402"/>
                    <a:pt x="1079" y="3961"/>
                  </a:cubicBezTo>
                  <a:lnTo>
                    <a:pt x="560" y="3961"/>
                  </a:lnTo>
                  <a:cubicBezTo>
                    <a:pt x="1" y="4039"/>
                    <a:pt x="1" y="4843"/>
                    <a:pt x="560" y="4931"/>
                  </a:cubicBezTo>
                  <a:lnTo>
                    <a:pt x="1079" y="4931"/>
                  </a:lnTo>
                  <a:cubicBezTo>
                    <a:pt x="1158" y="5490"/>
                    <a:pt x="1383" y="6019"/>
                    <a:pt x="1726" y="6470"/>
                  </a:cubicBezTo>
                  <a:lnTo>
                    <a:pt x="1354" y="6843"/>
                  </a:lnTo>
                  <a:cubicBezTo>
                    <a:pt x="1090" y="7199"/>
                    <a:pt x="1390" y="7629"/>
                    <a:pt x="1750" y="7629"/>
                  </a:cubicBezTo>
                  <a:cubicBezTo>
                    <a:pt x="1846" y="7629"/>
                    <a:pt x="1945" y="7599"/>
                    <a:pt x="2040" y="7529"/>
                  </a:cubicBezTo>
                  <a:lnTo>
                    <a:pt x="2412" y="7156"/>
                  </a:lnTo>
                  <a:cubicBezTo>
                    <a:pt x="2863" y="7499"/>
                    <a:pt x="3393" y="7725"/>
                    <a:pt x="3951" y="7803"/>
                  </a:cubicBezTo>
                  <a:lnTo>
                    <a:pt x="3951" y="8323"/>
                  </a:lnTo>
                  <a:cubicBezTo>
                    <a:pt x="3912" y="8617"/>
                    <a:pt x="4138" y="8882"/>
                    <a:pt x="4442" y="8882"/>
                  </a:cubicBezTo>
                  <a:cubicBezTo>
                    <a:pt x="4736" y="8882"/>
                    <a:pt x="4971" y="8617"/>
                    <a:pt x="4922" y="8323"/>
                  </a:cubicBezTo>
                  <a:lnTo>
                    <a:pt x="4922" y="7803"/>
                  </a:lnTo>
                  <a:cubicBezTo>
                    <a:pt x="5490" y="7715"/>
                    <a:pt x="6030" y="7490"/>
                    <a:pt x="6490" y="7137"/>
                  </a:cubicBezTo>
                  <a:cubicBezTo>
                    <a:pt x="6520" y="7176"/>
                    <a:pt x="6500" y="7156"/>
                    <a:pt x="6883" y="7539"/>
                  </a:cubicBezTo>
                  <a:cubicBezTo>
                    <a:pt x="6363" y="8176"/>
                    <a:pt x="6039" y="8950"/>
                    <a:pt x="5951" y="9774"/>
                  </a:cubicBezTo>
                  <a:lnTo>
                    <a:pt x="5441" y="9774"/>
                  </a:lnTo>
                  <a:cubicBezTo>
                    <a:pt x="5415" y="9769"/>
                    <a:pt x="5389" y="9767"/>
                    <a:pt x="5363" y="9767"/>
                  </a:cubicBezTo>
                  <a:cubicBezTo>
                    <a:pt x="5100" y="9767"/>
                    <a:pt x="4873" y="9986"/>
                    <a:pt x="4873" y="10254"/>
                  </a:cubicBezTo>
                  <a:cubicBezTo>
                    <a:pt x="4873" y="10535"/>
                    <a:pt x="5107" y="10749"/>
                    <a:pt x="5375" y="10749"/>
                  </a:cubicBezTo>
                  <a:cubicBezTo>
                    <a:pt x="5397" y="10749"/>
                    <a:pt x="5419" y="10747"/>
                    <a:pt x="5441" y="10744"/>
                  </a:cubicBezTo>
                  <a:lnTo>
                    <a:pt x="5951" y="10744"/>
                  </a:lnTo>
                  <a:cubicBezTo>
                    <a:pt x="6039" y="11558"/>
                    <a:pt x="6363" y="12332"/>
                    <a:pt x="6883" y="12979"/>
                  </a:cubicBezTo>
                  <a:lnTo>
                    <a:pt x="6510" y="13342"/>
                  </a:lnTo>
                  <a:cubicBezTo>
                    <a:pt x="6247" y="13699"/>
                    <a:pt x="6547" y="14128"/>
                    <a:pt x="6907" y="14128"/>
                  </a:cubicBezTo>
                  <a:cubicBezTo>
                    <a:pt x="7002" y="14128"/>
                    <a:pt x="7102" y="14098"/>
                    <a:pt x="7196" y="14028"/>
                  </a:cubicBezTo>
                  <a:lnTo>
                    <a:pt x="7569" y="13666"/>
                  </a:lnTo>
                  <a:cubicBezTo>
                    <a:pt x="8206" y="14175"/>
                    <a:pt x="8980" y="14499"/>
                    <a:pt x="9804" y="14587"/>
                  </a:cubicBezTo>
                  <a:lnTo>
                    <a:pt x="9804" y="15107"/>
                  </a:lnTo>
                  <a:cubicBezTo>
                    <a:pt x="9755" y="15401"/>
                    <a:pt x="9980" y="15665"/>
                    <a:pt x="10284" y="15665"/>
                  </a:cubicBezTo>
                  <a:cubicBezTo>
                    <a:pt x="10588" y="15665"/>
                    <a:pt x="10814" y="15401"/>
                    <a:pt x="10774" y="15107"/>
                  </a:cubicBezTo>
                  <a:lnTo>
                    <a:pt x="10774" y="14587"/>
                  </a:lnTo>
                  <a:cubicBezTo>
                    <a:pt x="11588" y="14499"/>
                    <a:pt x="12362" y="14175"/>
                    <a:pt x="13009" y="13666"/>
                  </a:cubicBezTo>
                  <a:lnTo>
                    <a:pt x="13372" y="14028"/>
                  </a:lnTo>
                  <a:cubicBezTo>
                    <a:pt x="13469" y="14163"/>
                    <a:pt x="13618" y="14232"/>
                    <a:pt x="13769" y="14232"/>
                  </a:cubicBezTo>
                  <a:cubicBezTo>
                    <a:pt x="13894" y="14232"/>
                    <a:pt x="14020" y="14185"/>
                    <a:pt x="14117" y="14087"/>
                  </a:cubicBezTo>
                  <a:cubicBezTo>
                    <a:pt x="14333" y="13871"/>
                    <a:pt x="14303" y="13519"/>
                    <a:pt x="14058" y="13342"/>
                  </a:cubicBezTo>
                  <a:lnTo>
                    <a:pt x="13696" y="12979"/>
                  </a:lnTo>
                  <a:cubicBezTo>
                    <a:pt x="14205" y="12332"/>
                    <a:pt x="14529" y="11558"/>
                    <a:pt x="14617" y="10744"/>
                  </a:cubicBezTo>
                  <a:lnTo>
                    <a:pt x="15137" y="10744"/>
                  </a:lnTo>
                  <a:cubicBezTo>
                    <a:pt x="15159" y="10747"/>
                    <a:pt x="15181" y="10749"/>
                    <a:pt x="15203" y="10749"/>
                  </a:cubicBezTo>
                  <a:cubicBezTo>
                    <a:pt x="15470" y="10749"/>
                    <a:pt x="15695" y="10535"/>
                    <a:pt x="15695" y="10254"/>
                  </a:cubicBezTo>
                  <a:cubicBezTo>
                    <a:pt x="15695" y="9986"/>
                    <a:pt x="15476" y="9767"/>
                    <a:pt x="15215" y="9767"/>
                  </a:cubicBezTo>
                  <a:cubicBezTo>
                    <a:pt x="15189" y="9767"/>
                    <a:pt x="15163" y="9769"/>
                    <a:pt x="15137" y="9774"/>
                  </a:cubicBezTo>
                  <a:lnTo>
                    <a:pt x="14617" y="9774"/>
                  </a:lnTo>
                  <a:cubicBezTo>
                    <a:pt x="14529" y="8960"/>
                    <a:pt x="14205" y="8186"/>
                    <a:pt x="13696" y="7539"/>
                  </a:cubicBezTo>
                  <a:lnTo>
                    <a:pt x="14058" y="7176"/>
                  </a:lnTo>
                  <a:cubicBezTo>
                    <a:pt x="14303" y="6990"/>
                    <a:pt x="14333" y="6637"/>
                    <a:pt x="14117" y="6431"/>
                  </a:cubicBezTo>
                  <a:cubicBezTo>
                    <a:pt x="14020" y="6333"/>
                    <a:pt x="13894" y="6286"/>
                    <a:pt x="13769" y="6286"/>
                  </a:cubicBezTo>
                  <a:cubicBezTo>
                    <a:pt x="13618" y="6286"/>
                    <a:pt x="13469" y="6356"/>
                    <a:pt x="13372" y="6490"/>
                  </a:cubicBezTo>
                  <a:lnTo>
                    <a:pt x="13009" y="6852"/>
                  </a:lnTo>
                  <a:cubicBezTo>
                    <a:pt x="12362" y="6343"/>
                    <a:pt x="11588" y="6019"/>
                    <a:pt x="10765" y="5921"/>
                  </a:cubicBezTo>
                  <a:lnTo>
                    <a:pt x="10765" y="5411"/>
                  </a:lnTo>
                  <a:cubicBezTo>
                    <a:pt x="10814" y="5117"/>
                    <a:pt x="10588" y="4853"/>
                    <a:pt x="10284" y="4853"/>
                  </a:cubicBezTo>
                  <a:cubicBezTo>
                    <a:pt x="9980" y="4853"/>
                    <a:pt x="9755" y="5117"/>
                    <a:pt x="9804" y="5411"/>
                  </a:cubicBezTo>
                  <a:lnTo>
                    <a:pt x="9804" y="5921"/>
                  </a:lnTo>
                  <a:cubicBezTo>
                    <a:pt x="8980" y="6019"/>
                    <a:pt x="8206" y="6343"/>
                    <a:pt x="7559" y="6852"/>
                  </a:cubicBezTo>
                  <a:cubicBezTo>
                    <a:pt x="7186" y="6470"/>
                    <a:pt x="7196" y="6490"/>
                    <a:pt x="7167" y="6460"/>
                  </a:cubicBezTo>
                  <a:cubicBezTo>
                    <a:pt x="7500" y="6009"/>
                    <a:pt x="7716" y="5480"/>
                    <a:pt x="7794" y="4931"/>
                  </a:cubicBezTo>
                  <a:lnTo>
                    <a:pt x="8314" y="4931"/>
                  </a:lnTo>
                  <a:cubicBezTo>
                    <a:pt x="8873" y="4843"/>
                    <a:pt x="8873" y="4039"/>
                    <a:pt x="8314" y="3961"/>
                  </a:cubicBezTo>
                  <a:lnTo>
                    <a:pt x="7794" y="3961"/>
                  </a:lnTo>
                  <a:cubicBezTo>
                    <a:pt x="7716" y="3402"/>
                    <a:pt x="7490" y="2863"/>
                    <a:pt x="7157" y="2412"/>
                  </a:cubicBezTo>
                  <a:lnTo>
                    <a:pt x="7520" y="2049"/>
                  </a:lnTo>
                  <a:cubicBezTo>
                    <a:pt x="7783" y="1693"/>
                    <a:pt x="7483" y="1263"/>
                    <a:pt x="7123" y="1263"/>
                  </a:cubicBezTo>
                  <a:cubicBezTo>
                    <a:pt x="7028" y="1263"/>
                    <a:pt x="6928" y="1293"/>
                    <a:pt x="6833" y="1363"/>
                  </a:cubicBezTo>
                  <a:lnTo>
                    <a:pt x="6471" y="1725"/>
                  </a:lnTo>
                  <a:cubicBezTo>
                    <a:pt x="6010" y="1392"/>
                    <a:pt x="5481" y="1167"/>
                    <a:pt x="4922" y="1088"/>
                  </a:cubicBezTo>
                  <a:lnTo>
                    <a:pt x="4922" y="569"/>
                  </a:lnTo>
                  <a:cubicBezTo>
                    <a:pt x="4971" y="275"/>
                    <a:pt x="4736" y="0"/>
                    <a:pt x="44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9" name="Google Shape;1669;p125"/>
            <p:cNvSpPr/>
            <p:nvPr/>
          </p:nvSpPr>
          <p:spPr>
            <a:xfrm>
              <a:off x="5480312" y="2247433"/>
              <a:ext cx="123722" cy="132978"/>
            </a:xfrm>
            <a:custGeom>
              <a:avLst/>
              <a:gdLst/>
              <a:ahLst/>
              <a:cxnLst/>
              <a:rect l="l" t="t" r="r" b="b"/>
              <a:pathLst>
                <a:path w="6322" h="6795" extrusionOk="0">
                  <a:moveTo>
                    <a:pt x="3167" y="2829"/>
                  </a:moveTo>
                  <a:cubicBezTo>
                    <a:pt x="3422" y="2829"/>
                    <a:pt x="3665" y="3025"/>
                    <a:pt x="3665" y="3324"/>
                  </a:cubicBezTo>
                  <a:cubicBezTo>
                    <a:pt x="3665" y="3589"/>
                    <a:pt x="3440" y="3814"/>
                    <a:pt x="3175" y="3814"/>
                  </a:cubicBezTo>
                  <a:cubicBezTo>
                    <a:pt x="2734" y="3814"/>
                    <a:pt x="2518" y="3285"/>
                    <a:pt x="2822" y="2971"/>
                  </a:cubicBezTo>
                  <a:cubicBezTo>
                    <a:pt x="2923" y="2873"/>
                    <a:pt x="3047" y="2829"/>
                    <a:pt x="3167" y="2829"/>
                  </a:cubicBezTo>
                  <a:close/>
                  <a:moveTo>
                    <a:pt x="3165" y="1"/>
                  </a:moveTo>
                  <a:cubicBezTo>
                    <a:pt x="2945" y="1"/>
                    <a:pt x="2724" y="138"/>
                    <a:pt x="2685" y="413"/>
                  </a:cubicBezTo>
                  <a:lnTo>
                    <a:pt x="2685" y="952"/>
                  </a:lnTo>
                  <a:cubicBezTo>
                    <a:pt x="2166" y="1060"/>
                    <a:pt x="1705" y="1324"/>
                    <a:pt x="1352" y="1716"/>
                  </a:cubicBezTo>
                  <a:lnTo>
                    <a:pt x="891" y="1452"/>
                  </a:lnTo>
                  <a:cubicBezTo>
                    <a:pt x="821" y="1422"/>
                    <a:pt x="753" y="1409"/>
                    <a:pt x="689" y="1409"/>
                  </a:cubicBezTo>
                  <a:cubicBezTo>
                    <a:pt x="266" y="1409"/>
                    <a:pt x="1" y="1987"/>
                    <a:pt x="401" y="2285"/>
                  </a:cubicBezTo>
                  <a:lnTo>
                    <a:pt x="862" y="2559"/>
                  </a:lnTo>
                  <a:cubicBezTo>
                    <a:pt x="695" y="3059"/>
                    <a:pt x="695" y="3589"/>
                    <a:pt x="862" y="4089"/>
                  </a:cubicBezTo>
                  <a:lnTo>
                    <a:pt x="401" y="4363"/>
                  </a:lnTo>
                  <a:cubicBezTo>
                    <a:pt x="1" y="4661"/>
                    <a:pt x="266" y="5240"/>
                    <a:pt x="689" y="5240"/>
                  </a:cubicBezTo>
                  <a:cubicBezTo>
                    <a:pt x="753" y="5240"/>
                    <a:pt x="821" y="5226"/>
                    <a:pt x="891" y="5196"/>
                  </a:cubicBezTo>
                  <a:lnTo>
                    <a:pt x="1352" y="4932"/>
                  </a:lnTo>
                  <a:cubicBezTo>
                    <a:pt x="1705" y="5324"/>
                    <a:pt x="2166" y="5598"/>
                    <a:pt x="2685" y="5696"/>
                  </a:cubicBezTo>
                  <a:lnTo>
                    <a:pt x="2685" y="6236"/>
                  </a:lnTo>
                  <a:cubicBezTo>
                    <a:pt x="2636" y="6530"/>
                    <a:pt x="2862" y="6794"/>
                    <a:pt x="3165" y="6794"/>
                  </a:cubicBezTo>
                  <a:cubicBezTo>
                    <a:pt x="3469" y="6794"/>
                    <a:pt x="3695" y="6530"/>
                    <a:pt x="3646" y="6236"/>
                  </a:cubicBezTo>
                  <a:lnTo>
                    <a:pt x="3646" y="5696"/>
                  </a:lnTo>
                  <a:cubicBezTo>
                    <a:pt x="4165" y="5598"/>
                    <a:pt x="4626" y="5324"/>
                    <a:pt x="4979" y="4932"/>
                  </a:cubicBezTo>
                  <a:lnTo>
                    <a:pt x="5440" y="5196"/>
                  </a:lnTo>
                  <a:cubicBezTo>
                    <a:pt x="5510" y="5226"/>
                    <a:pt x="5577" y="5240"/>
                    <a:pt x="5641" y="5240"/>
                  </a:cubicBezTo>
                  <a:cubicBezTo>
                    <a:pt x="6063" y="5240"/>
                    <a:pt x="6321" y="4661"/>
                    <a:pt x="5930" y="4363"/>
                  </a:cubicBezTo>
                  <a:lnTo>
                    <a:pt x="5469" y="4089"/>
                  </a:lnTo>
                  <a:cubicBezTo>
                    <a:pt x="5636" y="3589"/>
                    <a:pt x="5636" y="3059"/>
                    <a:pt x="5469" y="2559"/>
                  </a:cubicBezTo>
                  <a:lnTo>
                    <a:pt x="5930" y="2285"/>
                  </a:lnTo>
                  <a:cubicBezTo>
                    <a:pt x="6321" y="1987"/>
                    <a:pt x="6063" y="1409"/>
                    <a:pt x="5641" y="1409"/>
                  </a:cubicBezTo>
                  <a:cubicBezTo>
                    <a:pt x="5577" y="1409"/>
                    <a:pt x="5510" y="1422"/>
                    <a:pt x="5440" y="1452"/>
                  </a:cubicBezTo>
                  <a:lnTo>
                    <a:pt x="4979" y="1716"/>
                  </a:lnTo>
                  <a:cubicBezTo>
                    <a:pt x="4626" y="1324"/>
                    <a:pt x="4165" y="1060"/>
                    <a:pt x="3646" y="952"/>
                  </a:cubicBezTo>
                  <a:lnTo>
                    <a:pt x="3646" y="413"/>
                  </a:lnTo>
                  <a:cubicBezTo>
                    <a:pt x="3607" y="138"/>
                    <a:pt x="3386" y="1"/>
                    <a:pt x="31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70" name="Google Shape;1670;p125"/>
          <p:cNvGrpSpPr/>
          <p:nvPr/>
        </p:nvGrpSpPr>
        <p:grpSpPr>
          <a:xfrm>
            <a:off x="5277313" y="1801590"/>
            <a:ext cx="323844" cy="247110"/>
            <a:chOff x="5277313" y="1801590"/>
            <a:chExt cx="323844" cy="247110"/>
          </a:xfrm>
        </p:grpSpPr>
        <p:sp>
          <p:nvSpPr>
            <p:cNvPr id="1671" name="Google Shape;1671;p125"/>
            <p:cNvSpPr/>
            <p:nvPr/>
          </p:nvSpPr>
          <p:spPr>
            <a:xfrm>
              <a:off x="5314535" y="1801590"/>
              <a:ext cx="248069" cy="114034"/>
            </a:xfrm>
            <a:custGeom>
              <a:avLst/>
              <a:gdLst/>
              <a:ahLst/>
              <a:cxnLst/>
              <a:rect l="l" t="t" r="r" b="b"/>
              <a:pathLst>
                <a:path w="12676" h="5827" extrusionOk="0">
                  <a:moveTo>
                    <a:pt x="549" y="1"/>
                  </a:moveTo>
                  <a:cubicBezTo>
                    <a:pt x="0" y="89"/>
                    <a:pt x="0" y="883"/>
                    <a:pt x="549" y="971"/>
                  </a:cubicBezTo>
                  <a:lnTo>
                    <a:pt x="2980" y="971"/>
                  </a:lnTo>
                  <a:lnTo>
                    <a:pt x="2980" y="3402"/>
                  </a:lnTo>
                  <a:cubicBezTo>
                    <a:pt x="2980" y="3569"/>
                    <a:pt x="3059" y="3716"/>
                    <a:pt x="3196" y="3804"/>
                  </a:cubicBezTo>
                  <a:lnTo>
                    <a:pt x="6098" y="5745"/>
                  </a:lnTo>
                  <a:cubicBezTo>
                    <a:pt x="6181" y="5799"/>
                    <a:pt x="6277" y="5826"/>
                    <a:pt x="6371" y="5826"/>
                  </a:cubicBezTo>
                  <a:cubicBezTo>
                    <a:pt x="6465" y="5826"/>
                    <a:pt x="6558" y="5799"/>
                    <a:pt x="6637" y="5745"/>
                  </a:cubicBezTo>
                  <a:lnTo>
                    <a:pt x="9548" y="3804"/>
                  </a:lnTo>
                  <a:cubicBezTo>
                    <a:pt x="9676" y="3716"/>
                    <a:pt x="9764" y="3569"/>
                    <a:pt x="9764" y="3402"/>
                  </a:cubicBezTo>
                  <a:lnTo>
                    <a:pt x="9764" y="981"/>
                  </a:lnTo>
                  <a:lnTo>
                    <a:pt x="11705" y="981"/>
                  </a:lnTo>
                  <a:lnTo>
                    <a:pt x="11705" y="3647"/>
                  </a:lnTo>
                  <a:cubicBezTo>
                    <a:pt x="12029" y="3726"/>
                    <a:pt x="12352" y="3775"/>
                    <a:pt x="12666" y="3824"/>
                  </a:cubicBezTo>
                  <a:lnTo>
                    <a:pt x="12676" y="491"/>
                  </a:lnTo>
                  <a:cubicBezTo>
                    <a:pt x="12676" y="216"/>
                    <a:pt x="12450" y="1"/>
                    <a:pt x="12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2" name="Google Shape;1672;p125"/>
            <p:cNvSpPr/>
            <p:nvPr/>
          </p:nvSpPr>
          <p:spPr>
            <a:xfrm>
              <a:off x="5277313" y="1867775"/>
              <a:ext cx="152529" cy="180925"/>
            </a:xfrm>
            <a:custGeom>
              <a:avLst/>
              <a:gdLst/>
              <a:ahLst/>
              <a:cxnLst/>
              <a:rect l="l" t="t" r="r" b="b"/>
              <a:pathLst>
                <a:path w="7794" h="9245" extrusionOk="0">
                  <a:moveTo>
                    <a:pt x="3912" y="1"/>
                  </a:moveTo>
                  <a:cubicBezTo>
                    <a:pt x="2951" y="324"/>
                    <a:pt x="1941" y="491"/>
                    <a:pt x="932" y="510"/>
                  </a:cubicBezTo>
                  <a:lnTo>
                    <a:pt x="491" y="510"/>
                  </a:lnTo>
                  <a:cubicBezTo>
                    <a:pt x="216" y="510"/>
                    <a:pt x="0" y="726"/>
                    <a:pt x="0" y="1001"/>
                  </a:cubicBezTo>
                  <a:lnTo>
                    <a:pt x="0" y="8755"/>
                  </a:lnTo>
                  <a:cubicBezTo>
                    <a:pt x="0" y="9019"/>
                    <a:pt x="216" y="9245"/>
                    <a:pt x="491" y="9245"/>
                  </a:cubicBezTo>
                  <a:lnTo>
                    <a:pt x="932" y="9245"/>
                  </a:lnTo>
                  <a:cubicBezTo>
                    <a:pt x="2157" y="9245"/>
                    <a:pt x="3451" y="8980"/>
                    <a:pt x="4902" y="8451"/>
                  </a:cubicBezTo>
                  <a:cubicBezTo>
                    <a:pt x="5206" y="8333"/>
                    <a:pt x="5529" y="8274"/>
                    <a:pt x="5853" y="8274"/>
                  </a:cubicBezTo>
                  <a:cubicBezTo>
                    <a:pt x="6715" y="8274"/>
                    <a:pt x="7470" y="8755"/>
                    <a:pt x="7794" y="8990"/>
                  </a:cubicBezTo>
                  <a:lnTo>
                    <a:pt x="7794" y="3334"/>
                  </a:lnTo>
                  <a:cubicBezTo>
                    <a:pt x="7676" y="3294"/>
                    <a:pt x="7568" y="3236"/>
                    <a:pt x="7470" y="3167"/>
                  </a:cubicBezTo>
                  <a:lnTo>
                    <a:pt x="4559" y="1236"/>
                  </a:lnTo>
                  <a:cubicBezTo>
                    <a:pt x="4157" y="961"/>
                    <a:pt x="3912" y="510"/>
                    <a:pt x="3912" y="20"/>
                  </a:cubicBezTo>
                  <a:lnTo>
                    <a:pt x="39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3" name="Google Shape;1673;p125"/>
            <p:cNvSpPr/>
            <p:nvPr/>
          </p:nvSpPr>
          <p:spPr>
            <a:xfrm>
              <a:off x="5448824" y="1867775"/>
              <a:ext cx="152333" cy="180553"/>
            </a:xfrm>
            <a:custGeom>
              <a:avLst/>
              <a:gdLst/>
              <a:ahLst/>
              <a:cxnLst/>
              <a:rect l="l" t="t" r="r" b="b"/>
              <a:pathLst>
                <a:path w="7784" h="9226" extrusionOk="0">
                  <a:moveTo>
                    <a:pt x="3873" y="1"/>
                  </a:moveTo>
                  <a:lnTo>
                    <a:pt x="3873" y="20"/>
                  </a:lnTo>
                  <a:cubicBezTo>
                    <a:pt x="3873" y="510"/>
                    <a:pt x="3627" y="961"/>
                    <a:pt x="3226" y="1226"/>
                  </a:cubicBezTo>
                  <a:lnTo>
                    <a:pt x="314" y="3167"/>
                  </a:lnTo>
                  <a:cubicBezTo>
                    <a:pt x="216" y="3236"/>
                    <a:pt x="108" y="3294"/>
                    <a:pt x="0" y="3334"/>
                  </a:cubicBezTo>
                  <a:lnTo>
                    <a:pt x="0" y="8980"/>
                  </a:lnTo>
                  <a:cubicBezTo>
                    <a:pt x="314" y="8745"/>
                    <a:pt x="1069" y="8265"/>
                    <a:pt x="1932" y="8265"/>
                  </a:cubicBezTo>
                  <a:cubicBezTo>
                    <a:pt x="2255" y="8265"/>
                    <a:pt x="2579" y="8323"/>
                    <a:pt x="2882" y="8441"/>
                  </a:cubicBezTo>
                  <a:cubicBezTo>
                    <a:pt x="4333" y="8970"/>
                    <a:pt x="5637" y="9225"/>
                    <a:pt x="6862" y="9225"/>
                  </a:cubicBezTo>
                  <a:lnTo>
                    <a:pt x="7304" y="9225"/>
                  </a:lnTo>
                  <a:cubicBezTo>
                    <a:pt x="7568" y="9225"/>
                    <a:pt x="7784" y="9010"/>
                    <a:pt x="7784" y="8735"/>
                  </a:cubicBezTo>
                  <a:lnTo>
                    <a:pt x="7784" y="991"/>
                  </a:lnTo>
                  <a:cubicBezTo>
                    <a:pt x="7784" y="726"/>
                    <a:pt x="7568" y="501"/>
                    <a:pt x="7304" y="501"/>
                  </a:cubicBezTo>
                  <a:lnTo>
                    <a:pt x="7304" y="510"/>
                  </a:lnTo>
                  <a:lnTo>
                    <a:pt x="6862" y="510"/>
                  </a:lnTo>
                  <a:cubicBezTo>
                    <a:pt x="6510" y="501"/>
                    <a:pt x="6157" y="481"/>
                    <a:pt x="5814" y="442"/>
                  </a:cubicBezTo>
                  <a:lnTo>
                    <a:pt x="5814" y="2932"/>
                  </a:lnTo>
                  <a:cubicBezTo>
                    <a:pt x="5853" y="3226"/>
                    <a:pt x="5627" y="3491"/>
                    <a:pt x="5323" y="3491"/>
                  </a:cubicBezTo>
                  <a:cubicBezTo>
                    <a:pt x="5029" y="3491"/>
                    <a:pt x="4794" y="3226"/>
                    <a:pt x="4843" y="2932"/>
                  </a:cubicBezTo>
                  <a:lnTo>
                    <a:pt x="4843" y="265"/>
                  </a:lnTo>
                  <a:cubicBezTo>
                    <a:pt x="4529" y="197"/>
                    <a:pt x="4206" y="108"/>
                    <a:pt x="38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74" name="Google Shape;1674;p125"/>
          <p:cNvGrpSpPr/>
          <p:nvPr/>
        </p:nvGrpSpPr>
        <p:grpSpPr>
          <a:xfrm>
            <a:off x="4694870" y="3818513"/>
            <a:ext cx="354158" cy="323923"/>
            <a:chOff x="4694870" y="3818513"/>
            <a:chExt cx="354158" cy="323923"/>
          </a:xfrm>
        </p:grpSpPr>
        <p:sp>
          <p:nvSpPr>
            <p:cNvPr id="1675" name="Google Shape;1675;p125"/>
            <p:cNvSpPr/>
            <p:nvPr/>
          </p:nvSpPr>
          <p:spPr>
            <a:xfrm>
              <a:off x="4694870" y="3818513"/>
              <a:ext cx="298521" cy="207638"/>
            </a:xfrm>
            <a:custGeom>
              <a:avLst/>
              <a:gdLst/>
              <a:ahLst/>
              <a:cxnLst/>
              <a:rect l="l" t="t" r="r" b="b"/>
              <a:pathLst>
                <a:path w="15254" h="10610" extrusionOk="0">
                  <a:moveTo>
                    <a:pt x="8885" y="0"/>
                  </a:moveTo>
                  <a:cubicBezTo>
                    <a:pt x="7373" y="0"/>
                    <a:pt x="5854" y="414"/>
                    <a:pt x="4510" y="1253"/>
                  </a:cubicBezTo>
                  <a:cubicBezTo>
                    <a:pt x="1461" y="3164"/>
                    <a:pt x="0" y="6821"/>
                    <a:pt x="892" y="10311"/>
                  </a:cubicBezTo>
                  <a:cubicBezTo>
                    <a:pt x="978" y="10518"/>
                    <a:pt x="1155" y="10610"/>
                    <a:pt x="1332" y="10610"/>
                  </a:cubicBezTo>
                  <a:cubicBezTo>
                    <a:pt x="1600" y="10610"/>
                    <a:pt x="1869" y="10402"/>
                    <a:pt x="1833" y="10066"/>
                  </a:cubicBezTo>
                  <a:lnTo>
                    <a:pt x="1824" y="10066"/>
                  </a:lnTo>
                  <a:cubicBezTo>
                    <a:pt x="1000" y="6929"/>
                    <a:pt x="2353" y="3625"/>
                    <a:pt x="5147" y="1968"/>
                  </a:cubicBezTo>
                  <a:cubicBezTo>
                    <a:pt x="6299" y="1283"/>
                    <a:pt x="7581" y="948"/>
                    <a:pt x="8857" y="948"/>
                  </a:cubicBezTo>
                  <a:cubicBezTo>
                    <a:pt x="10664" y="948"/>
                    <a:pt x="12457" y="1620"/>
                    <a:pt x="13842" y="2919"/>
                  </a:cubicBezTo>
                  <a:lnTo>
                    <a:pt x="12774" y="2919"/>
                  </a:lnTo>
                  <a:cubicBezTo>
                    <a:pt x="12225" y="2998"/>
                    <a:pt x="12225" y="3802"/>
                    <a:pt x="12774" y="3890"/>
                  </a:cubicBezTo>
                  <a:lnTo>
                    <a:pt x="14715" y="3890"/>
                  </a:lnTo>
                  <a:cubicBezTo>
                    <a:pt x="14979" y="3890"/>
                    <a:pt x="15205" y="3674"/>
                    <a:pt x="15205" y="3400"/>
                  </a:cubicBezTo>
                  <a:lnTo>
                    <a:pt x="15205" y="1468"/>
                  </a:lnTo>
                  <a:cubicBezTo>
                    <a:pt x="15254" y="1165"/>
                    <a:pt x="15019" y="900"/>
                    <a:pt x="14724" y="900"/>
                  </a:cubicBezTo>
                  <a:cubicBezTo>
                    <a:pt x="14421" y="900"/>
                    <a:pt x="14195" y="1165"/>
                    <a:pt x="14234" y="1468"/>
                  </a:cubicBezTo>
                  <a:lnTo>
                    <a:pt x="14234" y="1968"/>
                  </a:lnTo>
                  <a:cubicBezTo>
                    <a:pt x="12706" y="664"/>
                    <a:pt x="10800" y="0"/>
                    <a:pt x="88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6" name="Google Shape;1676;p125"/>
            <p:cNvSpPr/>
            <p:nvPr/>
          </p:nvSpPr>
          <p:spPr>
            <a:xfrm>
              <a:off x="4725752" y="3912273"/>
              <a:ext cx="323277" cy="230163"/>
            </a:xfrm>
            <a:custGeom>
              <a:avLst/>
              <a:gdLst/>
              <a:ahLst/>
              <a:cxnLst/>
              <a:rect l="l" t="t" r="r" b="b"/>
              <a:pathLst>
                <a:path w="16519" h="11761" extrusionOk="0">
                  <a:moveTo>
                    <a:pt x="14493" y="1"/>
                  </a:moveTo>
                  <a:cubicBezTo>
                    <a:pt x="14430" y="1"/>
                    <a:pt x="14366" y="13"/>
                    <a:pt x="14303" y="40"/>
                  </a:cubicBezTo>
                  <a:cubicBezTo>
                    <a:pt x="14029" y="148"/>
                    <a:pt x="13911" y="481"/>
                    <a:pt x="14068" y="736"/>
                  </a:cubicBezTo>
                  <a:cubicBezTo>
                    <a:pt x="15450" y="4128"/>
                    <a:pt x="14097" y="8020"/>
                    <a:pt x="10911" y="9823"/>
                  </a:cubicBezTo>
                  <a:cubicBezTo>
                    <a:pt x="9787" y="10458"/>
                    <a:pt x="8559" y="10763"/>
                    <a:pt x="7345" y="10763"/>
                  </a:cubicBezTo>
                  <a:cubicBezTo>
                    <a:pt x="5108" y="10763"/>
                    <a:pt x="2917" y="9730"/>
                    <a:pt x="1500" y="7824"/>
                  </a:cubicBezTo>
                  <a:lnTo>
                    <a:pt x="2471" y="7824"/>
                  </a:lnTo>
                  <a:cubicBezTo>
                    <a:pt x="2498" y="7828"/>
                    <a:pt x="2525" y="7830"/>
                    <a:pt x="2551" y="7830"/>
                  </a:cubicBezTo>
                  <a:cubicBezTo>
                    <a:pt x="2820" y="7830"/>
                    <a:pt x="3039" y="7611"/>
                    <a:pt x="3039" y="7343"/>
                  </a:cubicBezTo>
                  <a:cubicBezTo>
                    <a:pt x="3039" y="7062"/>
                    <a:pt x="2814" y="6849"/>
                    <a:pt x="2539" y="6849"/>
                  </a:cubicBezTo>
                  <a:cubicBezTo>
                    <a:pt x="2517" y="6849"/>
                    <a:pt x="2494" y="6850"/>
                    <a:pt x="2471" y="6853"/>
                  </a:cubicBezTo>
                  <a:lnTo>
                    <a:pt x="540" y="6853"/>
                  </a:lnTo>
                  <a:cubicBezTo>
                    <a:pt x="265" y="6853"/>
                    <a:pt x="50" y="7069"/>
                    <a:pt x="50" y="7343"/>
                  </a:cubicBezTo>
                  <a:lnTo>
                    <a:pt x="50" y="9274"/>
                  </a:lnTo>
                  <a:cubicBezTo>
                    <a:pt x="1" y="9568"/>
                    <a:pt x="236" y="9833"/>
                    <a:pt x="530" y="9833"/>
                  </a:cubicBezTo>
                  <a:cubicBezTo>
                    <a:pt x="834" y="9833"/>
                    <a:pt x="1059" y="9568"/>
                    <a:pt x="1020" y="9274"/>
                  </a:cubicBezTo>
                  <a:lnTo>
                    <a:pt x="1020" y="8774"/>
                  </a:lnTo>
                  <a:cubicBezTo>
                    <a:pt x="2628" y="10724"/>
                    <a:pt x="4979" y="11761"/>
                    <a:pt x="7365" y="11761"/>
                  </a:cubicBezTo>
                  <a:cubicBezTo>
                    <a:pt x="8819" y="11761"/>
                    <a:pt x="10286" y="11376"/>
                    <a:pt x="11607" y="10578"/>
                  </a:cubicBezTo>
                  <a:cubicBezTo>
                    <a:pt x="15097" y="8480"/>
                    <a:pt x="16519" y="4138"/>
                    <a:pt x="14960" y="373"/>
                  </a:cubicBezTo>
                  <a:cubicBezTo>
                    <a:pt x="14907" y="146"/>
                    <a:pt x="14708" y="1"/>
                    <a:pt x="14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7" name="Google Shape;1677;p125"/>
            <p:cNvSpPr/>
            <p:nvPr/>
          </p:nvSpPr>
          <p:spPr>
            <a:xfrm>
              <a:off x="4801331" y="3894503"/>
              <a:ext cx="135659" cy="56929"/>
            </a:xfrm>
            <a:custGeom>
              <a:avLst/>
              <a:gdLst/>
              <a:ahLst/>
              <a:cxnLst/>
              <a:rect l="l" t="t" r="r" b="b"/>
              <a:pathLst>
                <a:path w="6932" h="2909" extrusionOk="0">
                  <a:moveTo>
                    <a:pt x="6451" y="0"/>
                  </a:moveTo>
                  <a:cubicBezTo>
                    <a:pt x="6425" y="0"/>
                    <a:pt x="6399" y="2"/>
                    <a:pt x="6373" y="7"/>
                  </a:cubicBezTo>
                  <a:lnTo>
                    <a:pt x="560" y="7"/>
                  </a:lnTo>
                  <a:cubicBezTo>
                    <a:pt x="1" y="85"/>
                    <a:pt x="1" y="889"/>
                    <a:pt x="560" y="977"/>
                  </a:cubicBezTo>
                  <a:lnTo>
                    <a:pt x="1050" y="977"/>
                  </a:lnTo>
                  <a:lnTo>
                    <a:pt x="1050" y="2909"/>
                  </a:lnTo>
                  <a:lnTo>
                    <a:pt x="5893" y="2909"/>
                  </a:lnTo>
                  <a:lnTo>
                    <a:pt x="5883" y="977"/>
                  </a:lnTo>
                  <a:lnTo>
                    <a:pt x="6373" y="977"/>
                  </a:lnTo>
                  <a:cubicBezTo>
                    <a:pt x="6395" y="980"/>
                    <a:pt x="6418" y="982"/>
                    <a:pt x="6439" y="982"/>
                  </a:cubicBezTo>
                  <a:cubicBezTo>
                    <a:pt x="6706" y="982"/>
                    <a:pt x="6932" y="768"/>
                    <a:pt x="6932" y="487"/>
                  </a:cubicBezTo>
                  <a:cubicBezTo>
                    <a:pt x="6932" y="219"/>
                    <a:pt x="6712" y="0"/>
                    <a:pt x="64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8" name="Google Shape;1678;p125"/>
            <p:cNvSpPr/>
            <p:nvPr/>
          </p:nvSpPr>
          <p:spPr>
            <a:xfrm>
              <a:off x="4821097" y="3970415"/>
              <a:ext cx="95952" cy="114935"/>
            </a:xfrm>
            <a:custGeom>
              <a:avLst/>
              <a:gdLst/>
              <a:ahLst/>
              <a:cxnLst/>
              <a:rect l="l" t="t" r="r" b="b"/>
              <a:pathLst>
                <a:path w="4903" h="5873" extrusionOk="0">
                  <a:moveTo>
                    <a:pt x="30" y="0"/>
                  </a:moveTo>
                  <a:lnTo>
                    <a:pt x="30" y="3392"/>
                  </a:lnTo>
                  <a:cubicBezTo>
                    <a:pt x="1" y="4754"/>
                    <a:pt x="1089" y="5872"/>
                    <a:pt x="2451" y="5872"/>
                  </a:cubicBezTo>
                  <a:cubicBezTo>
                    <a:pt x="3814" y="5872"/>
                    <a:pt x="4902" y="4754"/>
                    <a:pt x="4873" y="3392"/>
                  </a:cubicBezTo>
                  <a:lnTo>
                    <a:pt x="48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79" name="Google Shape;1679;p125"/>
          <p:cNvSpPr/>
          <p:nvPr/>
        </p:nvSpPr>
        <p:spPr>
          <a:xfrm>
            <a:off x="4755302" y="3284741"/>
            <a:ext cx="227540" cy="323727"/>
          </a:xfrm>
          <a:custGeom>
            <a:avLst/>
            <a:gdLst/>
            <a:ahLst/>
            <a:cxnLst/>
            <a:rect l="l" t="t" r="r" b="b"/>
            <a:pathLst>
              <a:path w="11627" h="16542" extrusionOk="0">
                <a:moveTo>
                  <a:pt x="5813" y="3873"/>
                </a:moveTo>
                <a:cubicBezTo>
                  <a:pt x="4088" y="3873"/>
                  <a:pt x="3225" y="5961"/>
                  <a:pt x="4441" y="7177"/>
                </a:cubicBezTo>
                <a:cubicBezTo>
                  <a:pt x="4838" y="7574"/>
                  <a:pt x="5325" y="7752"/>
                  <a:pt x="5802" y="7752"/>
                </a:cubicBezTo>
                <a:cubicBezTo>
                  <a:pt x="6796" y="7752"/>
                  <a:pt x="7745" y="6980"/>
                  <a:pt x="7745" y="5814"/>
                </a:cubicBezTo>
                <a:cubicBezTo>
                  <a:pt x="7745" y="4746"/>
                  <a:pt x="6882" y="3873"/>
                  <a:pt x="5813" y="3873"/>
                </a:cubicBezTo>
                <a:close/>
                <a:moveTo>
                  <a:pt x="5813" y="1854"/>
                </a:moveTo>
                <a:cubicBezTo>
                  <a:pt x="6108" y="1854"/>
                  <a:pt x="6343" y="2128"/>
                  <a:pt x="6294" y="2422"/>
                </a:cubicBezTo>
                <a:lnTo>
                  <a:pt x="6294" y="2952"/>
                </a:lnTo>
                <a:cubicBezTo>
                  <a:pt x="7509" y="3158"/>
                  <a:pt x="8470" y="4108"/>
                  <a:pt x="8676" y="5324"/>
                </a:cubicBezTo>
                <a:lnTo>
                  <a:pt x="9195" y="5324"/>
                </a:lnTo>
                <a:cubicBezTo>
                  <a:pt x="9754" y="5412"/>
                  <a:pt x="9754" y="6216"/>
                  <a:pt x="9195" y="6294"/>
                </a:cubicBezTo>
                <a:lnTo>
                  <a:pt x="8676" y="6294"/>
                </a:lnTo>
                <a:cubicBezTo>
                  <a:pt x="8470" y="7510"/>
                  <a:pt x="7509" y="8471"/>
                  <a:pt x="6294" y="8677"/>
                </a:cubicBezTo>
                <a:lnTo>
                  <a:pt x="6294" y="9196"/>
                </a:lnTo>
                <a:cubicBezTo>
                  <a:pt x="6343" y="9500"/>
                  <a:pt x="6108" y="9765"/>
                  <a:pt x="5813" y="9765"/>
                </a:cubicBezTo>
                <a:cubicBezTo>
                  <a:pt x="5510" y="9765"/>
                  <a:pt x="5274" y="9500"/>
                  <a:pt x="5323" y="9196"/>
                </a:cubicBezTo>
                <a:lnTo>
                  <a:pt x="5323" y="8677"/>
                </a:lnTo>
                <a:cubicBezTo>
                  <a:pt x="4108" y="8471"/>
                  <a:pt x="3157" y="7510"/>
                  <a:pt x="2941" y="6294"/>
                </a:cubicBezTo>
                <a:lnTo>
                  <a:pt x="2422" y="6294"/>
                </a:lnTo>
                <a:cubicBezTo>
                  <a:pt x="1863" y="6216"/>
                  <a:pt x="1863" y="5412"/>
                  <a:pt x="2422" y="5324"/>
                </a:cubicBezTo>
                <a:lnTo>
                  <a:pt x="2941" y="5324"/>
                </a:lnTo>
                <a:cubicBezTo>
                  <a:pt x="3157" y="4108"/>
                  <a:pt x="4108" y="3158"/>
                  <a:pt x="5323" y="2952"/>
                </a:cubicBezTo>
                <a:lnTo>
                  <a:pt x="5323" y="2422"/>
                </a:lnTo>
                <a:cubicBezTo>
                  <a:pt x="5274" y="2128"/>
                  <a:pt x="5510" y="1854"/>
                  <a:pt x="5813" y="1854"/>
                </a:cubicBezTo>
                <a:close/>
                <a:moveTo>
                  <a:pt x="5813" y="1"/>
                </a:moveTo>
                <a:cubicBezTo>
                  <a:pt x="2608" y="1"/>
                  <a:pt x="0" y="2609"/>
                  <a:pt x="0" y="5814"/>
                </a:cubicBezTo>
                <a:cubicBezTo>
                  <a:pt x="0" y="9814"/>
                  <a:pt x="5215" y="16107"/>
                  <a:pt x="5441" y="16372"/>
                </a:cubicBezTo>
                <a:cubicBezTo>
                  <a:pt x="5539" y="16485"/>
                  <a:pt x="5676" y="16541"/>
                  <a:pt x="5813" y="16541"/>
                </a:cubicBezTo>
                <a:cubicBezTo>
                  <a:pt x="5951" y="16541"/>
                  <a:pt x="6088" y="16485"/>
                  <a:pt x="6186" y="16372"/>
                </a:cubicBezTo>
                <a:cubicBezTo>
                  <a:pt x="6402" y="16107"/>
                  <a:pt x="11627" y="9814"/>
                  <a:pt x="11627" y="5814"/>
                </a:cubicBezTo>
                <a:cubicBezTo>
                  <a:pt x="11617" y="2609"/>
                  <a:pt x="9019" y="1"/>
                  <a:pt x="581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680" name="Google Shape;1680;p125"/>
          <p:cNvGrpSpPr/>
          <p:nvPr/>
        </p:nvGrpSpPr>
        <p:grpSpPr>
          <a:xfrm>
            <a:off x="4705614" y="2763886"/>
            <a:ext cx="326721" cy="303707"/>
            <a:chOff x="4705614" y="2763886"/>
            <a:chExt cx="326721" cy="303707"/>
          </a:xfrm>
        </p:grpSpPr>
        <p:sp>
          <p:nvSpPr>
            <p:cNvPr id="1681" name="Google Shape;1681;p125"/>
            <p:cNvSpPr/>
            <p:nvPr/>
          </p:nvSpPr>
          <p:spPr>
            <a:xfrm>
              <a:off x="4991454" y="2858722"/>
              <a:ext cx="40882" cy="19237"/>
            </a:xfrm>
            <a:custGeom>
              <a:avLst/>
              <a:gdLst/>
              <a:ahLst/>
              <a:cxnLst/>
              <a:rect l="l" t="t" r="r" b="b"/>
              <a:pathLst>
                <a:path w="2089" h="983" extrusionOk="0">
                  <a:moveTo>
                    <a:pt x="482" y="1"/>
                  </a:moveTo>
                  <a:cubicBezTo>
                    <a:pt x="220" y="1"/>
                    <a:pt x="1" y="220"/>
                    <a:pt x="1" y="488"/>
                  </a:cubicBezTo>
                  <a:cubicBezTo>
                    <a:pt x="1" y="768"/>
                    <a:pt x="227" y="982"/>
                    <a:pt x="493" y="982"/>
                  </a:cubicBezTo>
                  <a:cubicBezTo>
                    <a:pt x="515" y="982"/>
                    <a:pt x="537" y="981"/>
                    <a:pt x="560" y="978"/>
                  </a:cubicBezTo>
                  <a:lnTo>
                    <a:pt x="1530" y="978"/>
                  </a:lnTo>
                  <a:cubicBezTo>
                    <a:pt x="2089" y="889"/>
                    <a:pt x="2089" y="95"/>
                    <a:pt x="1530" y="7"/>
                  </a:cubicBezTo>
                  <a:lnTo>
                    <a:pt x="560" y="7"/>
                  </a:lnTo>
                  <a:cubicBezTo>
                    <a:pt x="533" y="3"/>
                    <a:pt x="507" y="1"/>
                    <a:pt x="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2" name="Google Shape;1682;p125"/>
            <p:cNvSpPr/>
            <p:nvPr/>
          </p:nvSpPr>
          <p:spPr>
            <a:xfrm>
              <a:off x="4705614" y="2858722"/>
              <a:ext cx="40882" cy="19237"/>
            </a:xfrm>
            <a:custGeom>
              <a:avLst/>
              <a:gdLst/>
              <a:ahLst/>
              <a:cxnLst/>
              <a:rect l="l" t="t" r="r" b="b"/>
              <a:pathLst>
                <a:path w="2089" h="983" extrusionOk="0">
                  <a:moveTo>
                    <a:pt x="488" y="1"/>
                  </a:moveTo>
                  <a:cubicBezTo>
                    <a:pt x="220" y="1"/>
                    <a:pt x="0" y="220"/>
                    <a:pt x="0" y="488"/>
                  </a:cubicBezTo>
                  <a:cubicBezTo>
                    <a:pt x="0" y="768"/>
                    <a:pt x="226" y="982"/>
                    <a:pt x="500" y="982"/>
                  </a:cubicBezTo>
                  <a:cubicBezTo>
                    <a:pt x="523" y="982"/>
                    <a:pt x="546" y="981"/>
                    <a:pt x="569" y="978"/>
                  </a:cubicBezTo>
                  <a:lnTo>
                    <a:pt x="1529" y="978"/>
                  </a:lnTo>
                  <a:cubicBezTo>
                    <a:pt x="2088" y="889"/>
                    <a:pt x="2088" y="95"/>
                    <a:pt x="1529" y="7"/>
                  </a:cubicBezTo>
                  <a:lnTo>
                    <a:pt x="569" y="7"/>
                  </a:lnTo>
                  <a:cubicBezTo>
                    <a:pt x="542" y="3"/>
                    <a:pt x="515" y="1"/>
                    <a:pt x="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3" name="Google Shape;1683;p125"/>
            <p:cNvSpPr/>
            <p:nvPr/>
          </p:nvSpPr>
          <p:spPr>
            <a:xfrm>
              <a:off x="4973234" y="2783495"/>
              <a:ext cx="39434" cy="27966"/>
            </a:xfrm>
            <a:custGeom>
              <a:avLst/>
              <a:gdLst/>
              <a:ahLst/>
              <a:cxnLst/>
              <a:rect l="l" t="t" r="r" b="b"/>
              <a:pathLst>
                <a:path w="2015" h="1429" extrusionOk="0">
                  <a:moveTo>
                    <a:pt x="1337" y="0"/>
                  </a:moveTo>
                  <a:cubicBezTo>
                    <a:pt x="1277" y="0"/>
                    <a:pt x="1213" y="12"/>
                    <a:pt x="1147" y="38"/>
                  </a:cubicBezTo>
                  <a:lnTo>
                    <a:pt x="314" y="528"/>
                  </a:lnTo>
                  <a:cubicBezTo>
                    <a:pt x="79" y="655"/>
                    <a:pt x="0" y="949"/>
                    <a:pt x="128" y="1185"/>
                  </a:cubicBezTo>
                  <a:cubicBezTo>
                    <a:pt x="219" y="1342"/>
                    <a:pt x="381" y="1429"/>
                    <a:pt x="548" y="1429"/>
                  </a:cubicBezTo>
                  <a:cubicBezTo>
                    <a:pt x="631" y="1429"/>
                    <a:pt x="716" y="1407"/>
                    <a:pt x="795" y="1361"/>
                  </a:cubicBezTo>
                  <a:lnTo>
                    <a:pt x="1638" y="871"/>
                  </a:lnTo>
                  <a:cubicBezTo>
                    <a:pt x="2014" y="563"/>
                    <a:pt x="1755" y="0"/>
                    <a:pt x="13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4" name="Google Shape;1684;p125"/>
            <p:cNvSpPr/>
            <p:nvPr/>
          </p:nvSpPr>
          <p:spPr>
            <a:xfrm>
              <a:off x="4726711" y="2925730"/>
              <a:ext cx="39903" cy="27966"/>
            </a:xfrm>
            <a:custGeom>
              <a:avLst/>
              <a:gdLst/>
              <a:ahLst/>
              <a:cxnLst/>
              <a:rect l="l" t="t" r="r" b="b"/>
              <a:pathLst>
                <a:path w="2039" h="1429" extrusionOk="0">
                  <a:moveTo>
                    <a:pt x="1359" y="1"/>
                  </a:moveTo>
                  <a:cubicBezTo>
                    <a:pt x="1295" y="1"/>
                    <a:pt x="1227" y="14"/>
                    <a:pt x="1157" y="44"/>
                  </a:cubicBezTo>
                  <a:lnTo>
                    <a:pt x="314" y="524"/>
                  </a:lnTo>
                  <a:cubicBezTo>
                    <a:pt x="89" y="661"/>
                    <a:pt x="1" y="955"/>
                    <a:pt x="138" y="1191"/>
                  </a:cubicBezTo>
                  <a:cubicBezTo>
                    <a:pt x="230" y="1343"/>
                    <a:pt x="395" y="1428"/>
                    <a:pt x="564" y="1428"/>
                  </a:cubicBezTo>
                  <a:cubicBezTo>
                    <a:pt x="645" y="1428"/>
                    <a:pt x="728" y="1408"/>
                    <a:pt x="804" y="1367"/>
                  </a:cubicBezTo>
                  <a:lnTo>
                    <a:pt x="1647" y="877"/>
                  </a:lnTo>
                  <a:cubicBezTo>
                    <a:pt x="2039" y="579"/>
                    <a:pt x="1780" y="1"/>
                    <a:pt x="13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5" name="Google Shape;1685;p125"/>
            <p:cNvSpPr/>
            <p:nvPr/>
          </p:nvSpPr>
          <p:spPr>
            <a:xfrm>
              <a:off x="4971492" y="2925788"/>
              <a:ext cx="41469" cy="28905"/>
            </a:xfrm>
            <a:custGeom>
              <a:avLst/>
              <a:gdLst/>
              <a:ahLst/>
              <a:cxnLst/>
              <a:rect l="l" t="t" r="r" b="b"/>
              <a:pathLst>
                <a:path w="2119" h="1477" extrusionOk="0">
                  <a:moveTo>
                    <a:pt x="687" y="0"/>
                  </a:moveTo>
                  <a:cubicBezTo>
                    <a:pt x="263" y="0"/>
                    <a:pt x="0" y="576"/>
                    <a:pt x="393" y="884"/>
                  </a:cubicBezTo>
                  <a:lnTo>
                    <a:pt x="1236" y="1364"/>
                  </a:lnTo>
                  <a:cubicBezTo>
                    <a:pt x="1328" y="1441"/>
                    <a:pt x="1438" y="1477"/>
                    <a:pt x="1546" y="1477"/>
                  </a:cubicBezTo>
                  <a:cubicBezTo>
                    <a:pt x="1716" y="1477"/>
                    <a:pt x="1882" y="1388"/>
                    <a:pt x="1972" y="1227"/>
                  </a:cubicBezTo>
                  <a:cubicBezTo>
                    <a:pt x="2119" y="972"/>
                    <a:pt x="2001" y="639"/>
                    <a:pt x="1727" y="531"/>
                  </a:cubicBezTo>
                  <a:lnTo>
                    <a:pt x="884" y="41"/>
                  </a:lnTo>
                  <a:cubicBezTo>
                    <a:pt x="816" y="13"/>
                    <a:pt x="750" y="0"/>
                    <a:pt x="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6" name="Google Shape;1686;p125"/>
            <p:cNvSpPr/>
            <p:nvPr/>
          </p:nvSpPr>
          <p:spPr>
            <a:xfrm>
              <a:off x="4725360" y="2782164"/>
              <a:ext cx="41254" cy="28827"/>
            </a:xfrm>
            <a:custGeom>
              <a:avLst/>
              <a:gdLst/>
              <a:ahLst/>
              <a:cxnLst/>
              <a:rect l="l" t="t" r="r" b="b"/>
              <a:pathLst>
                <a:path w="2108" h="1473" extrusionOk="0">
                  <a:moveTo>
                    <a:pt x="571" y="0"/>
                  </a:moveTo>
                  <a:cubicBezTo>
                    <a:pt x="403" y="0"/>
                    <a:pt x="238" y="86"/>
                    <a:pt x="148" y="243"/>
                  </a:cubicBezTo>
                  <a:cubicBezTo>
                    <a:pt x="1" y="498"/>
                    <a:pt x="109" y="831"/>
                    <a:pt x="383" y="939"/>
                  </a:cubicBezTo>
                  <a:lnTo>
                    <a:pt x="1226" y="1429"/>
                  </a:lnTo>
                  <a:cubicBezTo>
                    <a:pt x="1296" y="1459"/>
                    <a:pt x="1364" y="1472"/>
                    <a:pt x="1428" y="1472"/>
                  </a:cubicBezTo>
                  <a:cubicBezTo>
                    <a:pt x="1849" y="1472"/>
                    <a:pt x="2108" y="894"/>
                    <a:pt x="1716" y="596"/>
                  </a:cubicBezTo>
                  <a:lnTo>
                    <a:pt x="873" y="106"/>
                  </a:lnTo>
                  <a:cubicBezTo>
                    <a:pt x="783" y="34"/>
                    <a:pt x="676" y="0"/>
                    <a:pt x="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7" name="Google Shape;1687;p125"/>
            <p:cNvSpPr/>
            <p:nvPr/>
          </p:nvSpPr>
          <p:spPr>
            <a:xfrm>
              <a:off x="4801155" y="3010468"/>
              <a:ext cx="135835" cy="57125"/>
            </a:xfrm>
            <a:custGeom>
              <a:avLst/>
              <a:gdLst/>
              <a:ahLst/>
              <a:cxnLst/>
              <a:rect l="l" t="t" r="r" b="b"/>
              <a:pathLst>
                <a:path w="6941" h="2919" extrusionOk="0">
                  <a:moveTo>
                    <a:pt x="488" y="1"/>
                  </a:moveTo>
                  <a:cubicBezTo>
                    <a:pt x="220" y="1"/>
                    <a:pt x="0" y="220"/>
                    <a:pt x="0" y="488"/>
                  </a:cubicBezTo>
                  <a:cubicBezTo>
                    <a:pt x="0" y="768"/>
                    <a:pt x="226" y="982"/>
                    <a:pt x="500" y="982"/>
                  </a:cubicBezTo>
                  <a:cubicBezTo>
                    <a:pt x="523" y="982"/>
                    <a:pt x="546" y="981"/>
                    <a:pt x="569" y="978"/>
                  </a:cubicBezTo>
                  <a:lnTo>
                    <a:pt x="1088" y="978"/>
                  </a:lnTo>
                  <a:cubicBezTo>
                    <a:pt x="1324" y="2105"/>
                    <a:pt x="2314" y="2919"/>
                    <a:pt x="3470" y="2919"/>
                  </a:cubicBezTo>
                  <a:cubicBezTo>
                    <a:pt x="4617" y="2919"/>
                    <a:pt x="5607" y="2105"/>
                    <a:pt x="5843" y="978"/>
                  </a:cubicBezTo>
                  <a:lnTo>
                    <a:pt x="6372" y="978"/>
                  </a:lnTo>
                  <a:cubicBezTo>
                    <a:pt x="6395" y="981"/>
                    <a:pt x="6418" y="982"/>
                    <a:pt x="6441" y="982"/>
                  </a:cubicBezTo>
                  <a:cubicBezTo>
                    <a:pt x="6715" y="982"/>
                    <a:pt x="6941" y="768"/>
                    <a:pt x="6941" y="488"/>
                  </a:cubicBezTo>
                  <a:cubicBezTo>
                    <a:pt x="6941" y="220"/>
                    <a:pt x="6721" y="1"/>
                    <a:pt x="6453" y="1"/>
                  </a:cubicBezTo>
                  <a:cubicBezTo>
                    <a:pt x="6426" y="1"/>
                    <a:pt x="6399" y="3"/>
                    <a:pt x="6372" y="7"/>
                  </a:cubicBezTo>
                  <a:lnTo>
                    <a:pt x="569" y="7"/>
                  </a:lnTo>
                  <a:cubicBezTo>
                    <a:pt x="542" y="3"/>
                    <a:pt x="515" y="1"/>
                    <a:pt x="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8" name="Google Shape;1688;p125"/>
            <p:cNvSpPr/>
            <p:nvPr/>
          </p:nvSpPr>
          <p:spPr>
            <a:xfrm>
              <a:off x="4755870" y="2763886"/>
              <a:ext cx="226405" cy="227736"/>
            </a:xfrm>
            <a:custGeom>
              <a:avLst/>
              <a:gdLst/>
              <a:ahLst/>
              <a:cxnLst/>
              <a:rect l="l" t="t" r="r" b="b"/>
              <a:pathLst>
                <a:path w="11569" h="11637" extrusionOk="0">
                  <a:moveTo>
                    <a:pt x="7770" y="4806"/>
                  </a:moveTo>
                  <a:cubicBezTo>
                    <a:pt x="7894" y="4806"/>
                    <a:pt x="8020" y="4854"/>
                    <a:pt x="8118" y="4951"/>
                  </a:cubicBezTo>
                  <a:cubicBezTo>
                    <a:pt x="8323" y="5157"/>
                    <a:pt x="8304" y="5510"/>
                    <a:pt x="8059" y="5686"/>
                  </a:cubicBezTo>
                  <a:lnTo>
                    <a:pt x="6118" y="7627"/>
                  </a:lnTo>
                  <a:cubicBezTo>
                    <a:pt x="6025" y="7721"/>
                    <a:pt x="5902" y="7767"/>
                    <a:pt x="5778" y="7767"/>
                  </a:cubicBezTo>
                  <a:cubicBezTo>
                    <a:pt x="5655" y="7767"/>
                    <a:pt x="5530" y="7721"/>
                    <a:pt x="5431" y="7627"/>
                  </a:cubicBezTo>
                  <a:lnTo>
                    <a:pt x="4471" y="6657"/>
                  </a:lnTo>
                  <a:cubicBezTo>
                    <a:pt x="4285" y="6471"/>
                    <a:pt x="4285" y="6167"/>
                    <a:pt x="4471" y="5971"/>
                  </a:cubicBezTo>
                  <a:cubicBezTo>
                    <a:pt x="4564" y="5878"/>
                    <a:pt x="4686" y="5831"/>
                    <a:pt x="4810" y="5831"/>
                  </a:cubicBezTo>
                  <a:cubicBezTo>
                    <a:pt x="4934" y="5831"/>
                    <a:pt x="5059" y="5878"/>
                    <a:pt x="5157" y="5971"/>
                  </a:cubicBezTo>
                  <a:lnTo>
                    <a:pt x="5784" y="6598"/>
                  </a:lnTo>
                  <a:lnTo>
                    <a:pt x="7373" y="5010"/>
                  </a:lnTo>
                  <a:cubicBezTo>
                    <a:pt x="7469" y="4876"/>
                    <a:pt x="7619" y="4806"/>
                    <a:pt x="7770" y="4806"/>
                  </a:cubicBezTo>
                  <a:close/>
                  <a:moveTo>
                    <a:pt x="5787" y="1"/>
                  </a:moveTo>
                  <a:cubicBezTo>
                    <a:pt x="5780" y="1"/>
                    <a:pt x="5772" y="1"/>
                    <a:pt x="5765" y="1"/>
                  </a:cubicBezTo>
                  <a:cubicBezTo>
                    <a:pt x="3441" y="10"/>
                    <a:pt x="1393" y="1520"/>
                    <a:pt x="697" y="3736"/>
                  </a:cubicBezTo>
                  <a:cubicBezTo>
                    <a:pt x="1" y="5951"/>
                    <a:pt x="814" y="8363"/>
                    <a:pt x="2726" y="9696"/>
                  </a:cubicBezTo>
                  <a:cubicBezTo>
                    <a:pt x="3059" y="9921"/>
                    <a:pt x="3285" y="10274"/>
                    <a:pt x="3343" y="10666"/>
                  </a:cubicBezTo>
                  <a:lnTo>
                    <a:pt x="2647" y="10666"/>
                  </a:lnTo>
                  <a:cubicBezTo>
                    <a:pt x="2089" y="10755"/>
                    <a:pt x="2089" y="11558"/>
                    <a:pt x="2647" y="11637"/>
                  </a:cubicBezTo>
                  <a:lnTo>
                    <a:pt x="8902" y="11637"/>
                  </a:lnTo>
                  <a:cubicBezTo>
                    <a:pt x="9461" y="11558"/>
                    <a:pt x="9461" y="10755"/>
                    <a:pt x="8902" y="10666"/>
                  </a:cubicBezTo>
                  <a:lnTo>
                    <a:pt x="8225" y="10666"/>
                  </a:lnTo>
                  <a:cubicBezTo>
                    <a:pt x="8304" y="10264"/>
                    <a:pt x="8539" y="9902"/>
                    <a:pt x="8872" y="9676"/>
                  </a:cubicBezTo>
                  <a:cubicBezTo>
                    <a:pt x="10764" y="8323"/>
                    <a:pt x="11568" y="5912"/>
                    <a:pt x="10862" y="3696"/>
                  </a:cubicBezTo>
                  <a:cubicBezTo>
                    <a:pt x="10149" y="1498"/>
                    <a:pt x="8101" y="1"/>
                    <a:pt x="5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89" name="Google Shape;1689;p125"/>
          <p:cNvGrpSpPr/>
          <p:nvPr/>
        </p:nvGrpSpPr>
        <p:grpSpPr>
          <a:xfrm>
            <a:off x="4707141" y="2264127"/>
            <a:ext cx="324040" cy="286074"/>
            <a:chOff x="4707141" y="2264127"/>
            <a:chExt cx="324040" cy="286074"/>
          </a:xfrm>
        </p:grpSpPr>
        <p:sp>
          <p:nvSpPr>
            <p:cNvPr id="1690" name="Google Shape;1690;p125"/>
            <p:cNvSpPr/>
            <p:nvPr/>
          </p:nvSpPr>
          <p:spPr>
            <a:xfrm>
              <a:off x="4707141" y="2284656"/>
              <a:ext cx="324040" cy="265545"/>
            </a:xfrm>
            <a:custGeom>
              <a:avLst/>
              <a:gdLst/>
              <a:ahLst/>
              <a:cxnLst/>
              <a:rect l="l" t="t" r="r" b="b"/>
              <a:pathLst>
                <a:path w="16558" h="13569" extrusionOk="0">
                  <a:moveTo>
                    <a:pt x="491" y="1"/>
                  </a:moveTo>
                  <a:cubicBezTo>
                    <a:pt x="226" y="1"/>
                    <a:pt x="1" y="216"/>
                    <a:pt x="1" y="491"/>
                  </a:cubicBezTo>
                  <a:lnTo>
                    <a:pt x="1" y="2912"/>
                  </a:lnTo>
                  <a:lnTo>
                    <a:pt x="16548" y="2912"/>
                  </a:lnTo>
                  <a:lnTo>
                    <a:pt x="16548" y="491"/>
                  </a:lnTo>
                  <a:cubicBezTo>
                    <a:pt x="16548" y="216"/>
                    <a:pt x="16333" y="1"/>
                    <a:pt x="16058" y="1"/>
                  </a:cubicBezTo>
                  <a:lnTo>
                    <a:pt x="13607" y="1"/>
                  </a:lnTo>
                  <a:lnTo>
                    <a:pt x="13607" y="1452"/>
                  </a:lnTo>
                  <a:cubicBezTo>
                    <a:pt x="13568" y="1731"/>
                    <a:pt x="13348" y="1871"/>
                    <a:pt x="13126" y="1871"/>
                  </a:cubicBezTo>
                  <a:cubicBezTo>
                    <a:pt x="12904" y="1871"/>
                    <a:pt x="12681" y="1731"/>
                    <a:pt x="12637" y="1452"/>
                  </a:cubicBezTo>
                  <a:lnTo>
                    <a:pt x="12637" y="1"/>
                  </a:lnTo>
                  <a:lnTo>
                    <a:pt x="3912" y="1"/>
                  </a:lnTo>
                  <a:lnTo>
                    <a:pt x="3912" y="1452"/>
                  </a:lnTo>
                  <a:cubicBezTo>
                    <a:pt x="3873" y="1731"/>
                    <a:pt x="3652" y="1871"/>
                    <a:pt x="3430" y="1871"/>
                  </a:cubicBezTo>
                  <a:cubicBezTo>
                    <a:pt x="3209" y="1871"/>
                    <a:pt x="2986" y="1731"/>
                    <a:pt x="2942" y="1452"/>
                  </a:cubicBezTo>
                  <a:lnTo>
                    <a:pt x="2942" y="1"/>
                  </a:lnTo>
                  <a:close/>
                  <a:moveTo>
                    <a:pt x="8265" y="6706"/>
                  </a:moveTo>
                  <a:cubicBezTo>
                    <a:pt x="8569" y="6706"/>
                    <a:pt x="8794" y="6971"/>
                    <a:pt x="8755" y="7275"/>
                  </a:cubicBezTo>
                  <a:lnTo>
                    <a:pt x="8755" y="7765"/>
                  </a:lnTo>
                  <a:lnTo>
                    <a:pt x="9245" y="7765"/>
                  </a:lnTo>
                  <a:cubicBezTo>
                    <a:pt x="9272" y="7760"/>
                    <a:pt x="9299" y="7758"/>
                    <a:pt x="9325" y="7758"/>
                  </a:cubicBezTo>
                  <a:cubicBezTo>
                    <a:pt x="9586" y="7758"/>
                    <a:pt x="9804" y="7969"/>
                    <a:pt x="9804" y="8245"/>
                  </a:cubicBezTo>
                  <a:cubicBezTo>
                    <a:pt x="9804" y="8526"/>
                    <a:pt x="9578" y="8740"/>
                    <a:pt x="9311" y="8740"/>
                  </a:cubicBezTo>
                  <a:cubicBezTo>
                    <a:pt x="9290" y="8740"/>
                    <a:pt x="9267" y="8738"/>
                    <a:pt x="9245" y="8735"/>
                  </a:cubicBezTo>
                  <a:lnTo>
                    <a:pt x="9245" y="8725"/>
                  </a:lnTo>
                  <a:lnTo>
                    <a:pt x="8274" y="8725"/>
                  </a:lnTo>
                  <a:cubicBezTo>
                    <a:pt x="8000" y="8725"/>
                    <a:pt x="7784" y="8510"/>
                    <a:pt x="7784" y="8245"/>
                  </a:cubicBezTo>
                  <a:lnTo>
                    <a:pt x="7784" y="7275"/>
                  </a:lnTo>
                  <a:cubicBezTo>
                    <a:pt x="7735" y="6971"/>
                    <a:pt x="7971" y="6706"/>
                    <a:pt x="8265" y="6706"/>
                  </a:cubicBezTo>
                  <a:close/>
                  <a:moveTo>
                    <a:pt x="8274" y="5814"/>
                  </a:moveTo>
                  <a:cubicBezTo>
                    <a:pt x="6108" y="5814"/>
                    <a:pt x="5030" y="8431"/>
                    <a:pt x="6559" y="9951"/>
                  </a:cubicBezTo>
                  <a:cubicBezTo>
                    <a:pt x="7054" y="10446"/>
                    <a:pt x="7663" y="10668"/>
                    <a:pt x="8260" y="10668"/>
                  </a:cubicBezTo>
                  <a:cubicBezTo>
                    <a:pt x="9504" y="10668"/>
                    <a:pt x="10696" y="9703"/>
                    <a:pt x="10696" y="8245"/>
                  </a:cubicBezTo>
                  <a:cubicBezTo>
                    <a:pt x="10696" y="8243"/>
                    <a:pt x="10696" y="8242"/>
                    <a:pt x="10696" y="8240"/>
                  </a:cubicBezTo>
                  <a:lnTo>
                    <a:pt x="10696" y="8240"/>
                  </a:lnTo>
                  <a:cubicBezTo>
                    <a:pt x="10696" y="8239"/>
                    <a:pt x="10696" y="8237"/>
                    <a:pt x="10696" y="8235"/>
                  </a:cubicBezTo>
                  <a:cubicBezTo>
                    <a:pt x="10696" y="6904"/>
                    <a:pt x="9611" y="5818"/>
                    <a:pt x="8281" y="5814"/>
                  </a:cubicBezTo>
                  <a:lnTo>
                    <a:pt x="8281" y="5814"/>
                  </a:lnTo>
                  <a:cubicBezTo>
                    <a:pt x="8279" y="5814"/>
                    <a:pt x="8277" y="5814"/>
                    <a:pt x="8274" y="5814"/>
                  </a:cubicBezTo>
                  <a:close/>
                  <a:moveTo>
                    <a:pt x="8249" y="4842"/>
                  </a:moveTo>
                  <a:cubicBezTo>
                    <a:pt x="9993" y="4842"/>
                    <a:pt x="11666" y="6196"/>
                    <a:pt x="11666" y="8245"/>
                  </a:cubicBezTo>
                  <a:cubicBezTo>
                    <a:pt x="11666" y="10117"/>
                    <a:pt x="10147" y="11627"/>
                    <a:pt x="8274" y="11637"/>
                  </a:cubicBezTo>
                  <a:cubicBezTo>
                    <a:pt x="5245" y="11627"/>
                    <a:pt x="3736" y="7980"/>
                    <a:pt x="5873" y="5843"/>
                  </a:cubicBezTo>
                  <a:cubicBezTo>
                    <a:pt x="6564" y="5152"/>
                    <a:pt x="7415" y="4842"/>
                    <a:pt x="8249" y="4842"/>
                  </a:cubicBezTo>
                  <a:close/>
                  <a:moveTo>
                    <a:pt x="1" y="3883"/>
                  </a:moveTo>
                  <a:lnTo>
                    <a:pt x="1" y="13088"/>
                  </a:lnTo>
                  <a:cubicBezTo>
                    <a:pt x="1" y="13352"/>
                    <a:pt x="226" y="13568"/>
                    <a:pt x="491" y="13568"/>
                  </a:cubicBezTo>
                  <a:lnTo>
                    <a:pt x="16068" y="13568"/>
                  </a:lnTo>
                  <a:cubicBezTo>
                    <a:pt x="16333" y="13568"/>
                    <a:pt x="16548" y="13352"/>
                    <a:pt x="16558" y="13088"/>
                  </a:cubicBezTo>
                  <a:lnTo>
                    <a:pt x="16558" y="388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1" name="Google Shape;1691;p125"/>
            <p:cNvSpPr/>
            <p:nvPr/>
          </p:nvSpPr>
          <p:spPr>
            <a:xfrm>
              <a:off x="4763737" y="2264127"/>
              <a:ext cx="20744" cy="20549"/>
            </a:xfrm>
            <a:custGeom>
              <a:avLst/>
              <a:gdLst/>
              <a:ahLst/>
              <a:cxnLst/>
              <a:rect l="l" t="t" r="r" b="b"/>
              <a:pathLst>
                <a:path w="1060" h="1050" extrusionOk="0">
                  <a:moveTo>
                    <a:pt x="530" y="1"/>
                  </a:moveTo>
                  <a:cubicBezTo>
                    <a:pt x="236" y="1"/>
                    <a:pt x="1" y="265"/>
                    <a:pt x="50" y="569"/>
                  </a:cubicBezTo>
                  <a:lnTo>
                    <a:pt x="50" y="1050"/>
                  </a:lnTo>
                  <a:lnTo>
                    <a:pt x="1020" y="1050"/>
                  </a:lnTo>
                  <a:lnTo>
                    <a:pt x="1020" y="569"/>
                  </a:lnTo>
                  <a:cubicBezTo>
                    <a:pt x="1059" y="265"/>
                    <a:pt x="834" y="1"/>
                    <a:pt x="5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2" name="Google Shape;1692;p125"/>
            <p:cNvSpPr/>
            <p:nvPr/>
          </p:nvSpPr>
          <p:spPr>
            <a:xfrm>
              <a:off x="4953468" y="2264127"/>
              <a:ext cx="20744" cy="20549"/>
            </a:xfrm>
            <a:custGeom>
              <a:avLst/>
              <a:gdLst/>
              <a:ahLst/>
              <a:cxnLst/>
              <a:rect l="l" t="t" r="r" b="b"/>
              <a:pathLst>
                <a:path w="1060" h="1050" extrusionOk="0">
                  <a:moveTo>
                    <a:pt x="530" y="1"/>
                  </a:moveTo>
                  <a:cubicBezTo>
                    <a:pt x="236" y="1"/>
                    <a:pt x="1" y="265"/>
                    <a:pt x="50" y="569"/>
                  </a:cubicBezTo>
                  <a:lnTo>
                    <a:pt x="50" y="1050"/>
                  </a:lnTo>
                  <a:lnTo>
                    <a:pt x="1020" y="1050"/>
                  </a:lnTo>
                  <a:lnTo>
                    <a:pt x="1020" y="569"/>
                  </a:lnTo>
                  <a:cubicBezTo>
                    <a:pt x="1059" y="265"/>
                    <a:pt x="834" y="1"/>
                    <a:pt x="5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93" name="Google Shape;1693;p125"/>
          <p:cNvGrpSpPr/>
          <p:nvPr/>
        </p:nvGrpSpPr>
        <p:grpSpPr>
          <a:xfrm>
            <a:off x="4705614" y="1782940"/>
            <a:ext cx="325195" cy="284470"/>
            <a:chOff x="4705614" y="1782940"/>
            <a:chExt cx="325195" cy="284470"/>
          </a:xfrm>
        </p:grpSpPr>
        <p:sp>
          <p:nvSpPr>
            <p:cNvPr id="1694" name="Google Shape;1694;p125"/>
            <p:cNvSpPr/>
            <p:nvPr/>
          </p:nvSpPr>
          <p:spPr>
            <a:xfrm>
              <a:off x="4897655" y="1800631"/>
              <a:ext cx="95932" cy="171922"/>
            </a:xfrm>
            <a:custGeom>
              <a:avLst/>
              <a:gdLst/>
              <a:ahLst/>
              <a:cxnLst/>
              <a:rect l="l" t="t" r="r" b="b"/>
              <a:pathLst>
                <a:path w="4902" h="8785" extrusionOk="0">
                  <a:moveTo>
                    <a:pt x="2451" y="1"/>
                  </a:moveTo>
                  <a:cubicBezTo>
                    <a:pt x="1088" y="1"/>
                    <a:pt x="0" y="1128"/>
                    <a:pt x="29" y="2481"/>
                  </a:cubicBezTo>
                  <a:lnTo>
                    <a:pt x="29" y="6363"/>
                  </a:lnTo>
                  <a:cubicBezTo>
                    <a:pt x="29" y="7696"/>
                    <a:pt x="1118" y="8784"/>
                    <a:pt x="2451" y="8784"/>
                  </a:cubicBezTo>
                  <a:cubicBezTo>
                    <a:pt x="3784" y="8784"/>
                    <a:pt x="4872" y="7696"/>
                    <a:pt x="4872" y="6363"/>
                  </a:cubicBezTo>
                  <a:lnTo>
                    <a:pt x="4872" y="2481"/>
                  </a:lnTo>
                  <a:cubicBezTo>
                    <a:pt x="4902" y="1128"/>
                    <a:pt x="3813" y="1"/>
                    <a:pt x="2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5" name="Google Shape;1695;p125"/>
            <p:cNvSpPr/>
            <p:nvPr/>
          </p:nvSpPr>
          <p:spPr>
            <a:xfrm>
              <a:off x="4859278" y="1876210"/>
              <a:ext cx="171531" cy="191199"/>
            </a:xfrm>
            <a:custGeom>
              <a:avLst/>
              <a:gdLst/>
              <a:ahLst/>
              <a:cxnLst/>
              <a:rect l="l" t="t" r="r" b="b"/>
              <a:pathLst>
                <a:path w="8765" h="9770" extrusionOk="0">
                  <a:moveTo>
                    <a:pt x="530" y="1"/>
                  </a:moveTo>
                  <a:cubicBezTo>
                    <a:pt x="226" y="1"/>
                    <a:pt x="0" y="266"/>
                    <a:pt x="40" y="560"/>
                  </a:cubicBezTo>
                  <a:lnTo>
                    <a:pt x="40" y="2501"/>
                  </a:lnTo>
                  <a:cubicBezTo>
                    <a:pt x="40" y="4716"/>
                    <a:pt x="1716" y="6589"/>
                    <a:pt x="3922" y="6834"/>
                  </a:cubicBezTo>
                  <a:lnTo>
                    <a:pt x="3922" y="8794"/>
                  </a:lnTo>
                  <a:lnTo>
                    <a:pt x="2471" y="8794"/>
                  </a:lnTo>
                  <a:cubicBezTo>
                    <a:pt x="2445" y="8790"/>
                    <a:pt x="2418" y="8788"/>
                    <a:pt x="2393" y="8788"/>
                  </a:cubicBezTo>
                  <a:cubicBezTo>
                    <a:pt x="2130" y="8788"/>
                    <a:pt x="1902" y="9007"/>
                    <a:pt x="1902" y="9275"/>
                  </a:cubicBezTo>
                  <a:cubicBezTo>
                    <a:pt x="1902" y="9555"/>
                    <a:pt x="2137" y="9769"/>
                    <a:pt x="2404" y="9769"/>
                  </a:cubicBezTo>
                  <a:cubicBezTo>
                    <a:pt x="2426" y="9769"/>
                    <a:pt x="2448" y="9768"/>
                    <a:pt x="2471" y="9765"/>
                  </a:cubicBezTo>
                  <a:lnTo>
                    <a:pt x="6343" y="9765"/>
                  </a:lnTo>
                  <a:cubicBezTo>
                    <a:pt x="6902" y="9677"/>
                    <a:pt x="6902" y="8873"/>
                    <a:pt x="6343" y="8794"/>
                  </a:cubicBezTo>
                  <a:lnTo>
                    <a:pt x="4892" y="8794"/>
                  </a:lnTo>
                  <a:lnTo>
                    <a:pt x="4892" y="6834"/>
                  </a:lnTo>
                  <a:cubicBezTo>
                    <a:pt x="7098" y="6579"/>
                    <a:pt x="8764" y="4716"/>
                    <a:pt x="8764" y="2501"/>
                  </a:cubicBezTo>
                  <a:lnTo>
                    <a:pt x="8764" y="560"/>
                  </a:lnTo>
                  <a:cubicBezTo>
                    <a:pt x="8764" y="285"/>
                    <a:pt x="8549" y="70"/>
                    <a:pt x="8274" y="70"/>
                  </a:cubicBezTo>
                  <a:lnTo>
                    <a:pt x="8284" y="79"/>
                  </a:lnTo>
                  <a:cubicBezTo>
                    <a:pt x="8019" y="79"/>
                    <a:pt x="7794" y="295"/>
                    <a:pt x="7794" y="570"/>
                  </a:cubicBezTo>
                  <a:lnTo>
                    <a:pt x="7794" y="2501"/>
                  </a:lnTo>
                  <a:cubicBezTo>
                    <a:pt x="7764" y="4344"/>
                    <a:pt x="6255" y="5824"/>
                    <a:pt x="4402" y="5824"/>
                  </a:cubicBezTo>
                  <a:cubicBezTo>
                    <a:pt x="2549" y="5824"/>
                    <a:pt x="1049" y="4344"/>
                    <a:pt x="1010" y="2501"/>
                  </a:cubicBezTo>
                  <a:lnTo>
                    <a:pt x="1010" y="560"/>
                  </a:lnTo>
                  <a:cubicBezTo>
                    <a:pt x="1059" y="266"/>
                    <a:pt x="824" y="1"/>
                    <a:pt x="5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6" name="Google Shape;1696;p125"/>
            <p:cNvSpPr/>
            <p:nvPr/>
          </p:nvSpPr>
          <p:spPr>
            <a:xfrm>
              <a:off x="4705614" y="1782940"/>
              <a:ext cx="173625" cy="132352"/>
            </a:xfrm>
            <a:custGeom>
              <a:avLst/>
              <a:gdLst/>
              <a:ahLst/>
              <a:cxnLst/>
              <a:rect l="l" t="t" r="r" b="b"/>
              <a:pathLst>
                <a:path w="8872" h="6763" extrusionOk="0">
                  <a:moveTo>
                    <a:pt x="2529" y="0"/>
                  </a:moveTo>
                  <a:cubicBezTo>
                    <a:pt x="2338" y="0"/>
                    <a:pt x="2147" y="106"/>
                    <a:pt x="2069" y="316"/>
                  </a:cubicBezTo>
                  <a:lnTo>
                    <a:pt x="1216" y="2895"/>
                  </a:lnTo>
                  <a:lnTo>
                    <a:pt x="559" y="2895"/>
                  </a:lnTo>
                  <a:cubicBezTo>
                    <a:pt x="533" y="2890"/>
                    <a:pt x="507" y="2888"/>
                    <a:pt x="481" y="2888"/>
                  </a:cubicBezTo>
                  <a:cubicBezTo>
                    <a:pt x="220" y="2888"/>
                    <a:pt x="0" y="3107"/>
                    <a:pt x="0" y="3375"/>
                  </a:cubicBezTo>
                  <a:cubicBezTo>
                    <a:pt x="0" y="3656"/>
                    <a:pt x="226" y="3870"/>
                    <a:pt x="492" y="3870"/>
                  </a:cubicBezTo>
                  <a:cubicBezTo>
                    <a:pt x="514" y="3870"/>
                    <a:pt x="537" y="3868"/>
                    <a:pt x="559" y="3865"/>
                  </a:cubicBezTo>
                  <a:lnTo>
                    <a:pt x="1559" y="3865"/>
                  </a:lnTo>
                  <a:cubicBezTo>
                    <a:pt x="1765" y="3865"/>
                    <a:pt x="1951" y="3728"/>
                    <a:pt x="2020" y="3532"/>
                  </a:cubicBezTo>
                  <a:lnTo>
                    <a:pt x="2529" y="2003"/>
                  </a:lnTo>
                  <a:lnTo>
                    <a:pt x="4010" y="6443"/>
                  </a:lnTo>
                  <a:cubicBezTo>
                    <a:pt x="4090" y="6654"/>
                    <a:pt x="4281" y="6762"/>
                    <a:pt x="4471" y="6762"/>
                  </a:cubicBezTo>
                  <a:cubicBezTo>
                    <a:pt x="4653" y="6762"/>
                    <a:pt x="4835" y="6664"/>
                    <a:pt x="4921" y="6463"/>
                  </a:cubicBezTo>
                  <a:lnTo>
                    <a:pt x="6460" y="2620"/>
                  </a:lnTo>
                  <a:lnTo>
                    <a:pt x="6951" y="3591"/>
                  </a:lnTo>
                  <a:cubicBezTo>
                    <a:pt x="7029" y="3757"/>
                    <a:pt x="7196" y="3865"/>
                    <a:pt x="7382" y="3865"/>
                  </a:cubicBezTo>
                  <a:lnTo>
                    <a:pt x="8382" y="3865"/>
                  </a:lnTo>
                  <a:cubicBezTo>
                    <a:pt x="8655" y="3865"/>
                    <a:pt x="8869" y="3642"/>
                    <a:pt x="8872" y="3380"/>
                  </a:cubicBezTo>
                  <a:lnTo>
                    <a:pt x="8872" y="3380"/>
                  </a:lnTo>
                  <a:cubicBezTo>
                    <a:pt x="8872" y="3382"/>
                    <a:pt x="8872" y="3383"/>
                    <a:pt x="8872" y="3385"/>
                  </a:cubicBezTo>
                  <a:lnTo>
                    <a:pt x="8872" y="3375"/>
                  </a:lnTo>
                  <a:cubicBezTo>
                    <a:pt x="8872" y="3377"/>
                    <a:pt x="8872" y="3378"/>
                    <a:pt x="8872" y="3380"/>
                  </a:cubicBezTo>
                  <a:lnTo>
                    <a:pt x="8872" y="3380"/>
                  </a:lnTo>
                  <a:cubicBezTo>
                    <a:pt x="8869" y="3117"/>
                    <a:pt x="8645" y="2895"/>
                    <a:pt x="8382" y="2895"/>
                  </a:cubicBezTo>
                  <a:lnTo>
                    <a:pt x="7676" y="2895"/>
                  </a:lnTo>
                  <a:lnTo>
                    <a:pt x="6843" y="1228"/>
                  </a:lnTo>
                  <a:cubicBezTo>
                    <a:pt x="6749" y="1054"/>
                    <a:pt x="6578" y="968"/>
                    <a:pt x="6408" y="968"/>
                  </a:cubicBezTo>
                  <a:cubicBezTo>
                    <a:pt x="6224" y="968"/>
                    <a:pt x="6042" y="1069"/>
                    <a:pt x="5960" y="1267"/>
                  </a:cubicBezTo>
                  <a:lnTo>
                    <a:pt x="4510" y="4885"/>
                  </a:lnTo>
                  <a:lnTo>
                    <a:pt x="2990" y="316"/>
                  </a:lnTo>
                  <a:cubicBezTo>
                    <a:pt x="2912" y="106"/>
                    <a:pt x="2721" y="0"/>
                    <a:pt x="25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97" name="Google Shape;1697;p125"/>
          <p:cNvGrpSpPr/>
          <p:nvPr/>
        </p:nvGrpSpPr>
        <p:grpSpPr>
          <a:xfrm>
            <a:off x="4108201" y="3817985"/>
            <a:ext cx="342084" cy="324451"/>
            <a:chOff x="4108201" y="3817985"/>
            <a:chExt cx="342084" cy="324451"/>
          </a:xfrm>
        </p:grpSpPr>
        <p:sp>
          <p:nvSpPr>
            <p:cNvPr id="1698" name="Google Shape;1698;p125"/>
            <p:cNvSpPr/>
            <p:nvPr/>
          </p:nvSpPr>
          <p:spPr>
            <a:xfrm>
              <a:off x="4108201" y="3817985"/>
              <a:ext cx="286250" cy="208166"/>
            </a:xfrm>
            <a:custGeom>
              <a:avLst/>
              <a:gdLst/>
              <a:ahLst/>
              <a:cxnLst/>
              <a:rect l="l" t="t" r="r" b="b"/>
              <a:pathLst>
                <a:path w="14627" h="10637" extrusionOk="0">
                  <a:moveTo>
                    <a:pt x="8246" y="1"/>
                  </a:moveTo>
                  <a:cubicBezTo>
                    <a:pt x="7076" y="1"/>
                    <a:pt x="5899" y="250"/>
                    <a:pt x="4794" y="760"/>
                  </a:cubicBezTo>
                  <a:cubicBezTo>
                    <a:pt x="1873" y="2113"/>
                    <a:pt x="0" y="5054"/>
                    <a:pt x="10" y="8279"/>
                  </a:cubicBezTo>
                  <a:cubicBezTo>
                    <a:pt x="20" y="8975"/>
                    <a:pt x="118" y="9661"/>
                    <a:pt x="304" y="10338"/>
                  </a:cubicBezTo>
                  <a:cubicBezTo>
                    <a:pt x="394" y="10545"/>
                    <a:pt x="572" y="10637"/>
                    <a:pt x="749" y="10637"/>
                  </a:cubicBezTo>
                  <a:cubicBezTo>
                    <a:pt x="1015" y="10637"/>
                    <a:pt x="1281" y="10429"/>
                    <a:pt x="1245" y="10093"/>
                  </a:cubicBezTo>
                  <a:lnTo>
                    <a:pt x="1236" y="10093"/>
                  </a:lnTo>
                  <a:cubicBezTo>
                    <a:pt x="1069" y="9505"/>
                    <a:pt x="981" y="8887"/>
                    <a:pt x="981" y="8279"/>
                  </a:cubicBezTo>
                  <a:cubicBezTo>
                    <a:pt x="961" y="5368"/>
                    <a:pt x="2677" y="2740"/>
                    <a:pt x="5343" y="1584"/>
                  </a:cubicBezTo>
                  <a:cubicBezTo>
                    <a:pt x="6279" y="1174"/>
                    <a:pt x="7269" y="975"/>
                    <a:pt x="8251" y="975"/>
                  </a:cubicBezTo>
                  <a:cubicBezTo>
                    <a:pt x="10064" y="975"/>
                    <a:pt x="11851" y="1655"/>
                    <a:pt x="13225" y="2946"/>
                  </a:cubicBezTo>
                  <a:lnTo>
                    <a:pt x="12156" y="2946"/>
                  </a:lnTo>
                  <a:cubicBezTo>
                    <a:pt x="12130" y="2942"/>
                    <a:pt x="12104" y="2940"/>
                    <a:pt x="12078" y="2940"/>
                  </a:cubicBezTo>
                  <a:cubicBezTo>
                    <a:pt x="11817" y="2940"/>
                    <a:pt x="11597" y="3159"/>
                    <a:pt x="11597" y="3427"/>
                  </a:cubicBezTo>
                  <a:cubicBezTo>
                    <a:pt x="11597" y="3707"/>
                    <a:pt x="11823" y="3921"/>
                    <a:pt x="12090" y="3921"/>
                  </a:cubicBezTo>
                  <a:cubicBezTo>
                    <a:pt x="12112" y="3921"/>
                    <a:pt x="12134" y="3920"/>
                    <a:pt x="12156" y="3917"/>
                  </a:cubicBezTo>
                  <a:lnTo>
                    <a:pt x="14097" y="3917"/>
                  </a:lnTo>
                  <a:cubicBezTo>
                    <a:pt x="14362" y="3917"/>
                    <a:pt x="14578" y="3701"/>
                    <a:pt x="14587" y="3427"/>
                  </a:cubicBezTo>
                  <a:lnTo>
                    <a:pt x="14587" y="1495"/>
                  </a:lnTo>
                  <a:cubicBezTo>
                    <a:pt x="14627" y="1192"/>
                    <a:pt x="14401" y="927"/>
                    <a:pt x="14097" y="927"/>
                  </a:cubicBezTo>
                  <a:cubicBezTo>
                    <a:pt x="13803" y="927"/>
                    <a:pt x="13568" y="1192"/>
                    <a:pt x="13617" y="1495"/>
                  </a:cubicBezTo>
                  <a:lnTo>
                    <a:pt x="13617" y="1995"/>
                  </a:lnTo>
                  <a:cubicBezTo>
                    <a:pt x="12090" y="682"/>
                    <a:pt x="10179" y="1"/>
                    <a:pt x="82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9" name="Google Shape;1699;p125"/>
            <p:cNvSpPr/>
            <p:nvPr/>
          </p:nvSpPr>
          <p:spPr>
            <a:xfrm>
              <a:off x="4127008" y="3912273"/>
              <a:ext cx="323277" cy="230163"/>
            </a:xfrm>
            <a:custGeom>
              <a:avLst/>
              <a:gdLst/>
              <a:ahLst/>
              <a:cxnLst/>
              <a:rect l="l" t="t" r="r" b="b"/>
              <a:pathLst>
                <a:path w="16519" h="11761" extrusionOk="0">
                  <a:moveTo>
                    <a:pt x="14483" y="1"/>
                  </a:moveTo>
                  <a:cubicBezTo>
                    <a:pt x="14420" y="1"/>
                    <a:pt x="14355" y="13"/>
                    <a:pt x="14293" y="40"/>
                  </a:cubicBezTo>
                  <a:cubicBezTo>
                    <a:pt x="14018" y="148"/>
                    <a:pt x="13911" y="481"/>
                    <a:pt x="14058" y="736"/>
                  </a:cubicBezTo>
                  <a:cubicBezTo>
                    <a:pt x="15450" y="4128"/>
                    <a:pt x="14097" y="8020"/>
                    <a:pt x="10901" y="9823"/>
                  </a:cubicBezTo>
                  <a:cubicBezTo>
                    <a:pt x="9780" y="10458"/>
                    <a:pt x="8554" y="10763"/>
                    <a:pt x="7342" y="10763"/>
                  </a:cubicBezTo>
                  <a:cubicBezTo>
                    <a:pt x="5108" y="10763"/>
                    <a:pt x="2917" y="9730"/>
                    <a:pt x="1500" y="7824"/>
                  </a:cubicBezTo>
                  <a:lnTo>
                    <a:pt x="2470" y="7824"/>
                  </a:lnTo>
                  <a:cubicBezTo>
                    <a:pt x="2497" y="7828"/>
                    <a:pt x="2523" y="7830"/>
                    <a:pt x="2548" y="7830"/>
                  </a:cubicBezTo>
                  <a:cubicBezTo>
                    <a:pt x="2810" y="7830"/>
                    <a:pt x="3029" y="7611"/>
                    <a:pt x="3029" y="7343"/>
                  </a:cubicBezTo>
                  <a:cubicBezTo>
                    <a:pt x="3029" y="7062"/>
                    <a:pt x="2803" y="6849"/>
                    <a:pt x="2537" y="6849"/>
                  </a:cubicBezTo>
                  <a:cubicBezTo>
                    <a:pt x="2515" y="6849"/>
                    <a:pt x="2493" y="6850"/>
                    <a:pt x="2470" y="6853"/>
                  </a:cubicBezTo>
                  <a:lnTo>
                    <a:pt x="539" y="6853"/>
                  </a:lnTo>
                  <a:cubicBezTo>
                    <a:pt x="265" y="6853"/>
                    <a:pt x="49" y="7069"/>
                    <a:pt x="49" y="7343"/>
                  </a:cubicBezTo>
                  <a:lnTo>
                    <a:pt x="49" y="9274"/>
                  </a:lnTo>
                  <a:cubicBezTo>
                    <a:pt x="0" y="9568"/>
                    <a:pt x="226" y="9843"/>
                    <a:pt x="529" y="9843"/>
                  </a:cubicBezTo>
                  <a:cubicBezTo>
                    <a:pt x="833" y="9843"/>
                    <a:pt x="1059" y="9568"/>
                    <a:pt x="1010" y="9274"/>
                  </a:cubicBezTo>
                  <a:lnTo>
                    <a:pt x="1010" y="8774"/>
                  </a:lnTo>
                  <a:cubicBezTo>
                    <a:pt x="2624" y="10724"/>
                    <a:pt x="4977" y="11761"/>
                    <a:pt x="7364" y="11761"/>
                  </a:cubicBezTo>
                  <a:cubicBezTo>
                    <a:pt x="8819" y="11761"/>
                    <a:pt x="10286" y="11376"/>
                    <a:pt x="11607" y="10578"/>
                  </a:cubicBezTo>
                  <a:cubicBezTo>
                    <a:pt x="15097" y="8480"/>
                    <a:pt x="16518" y="4138"/>
                    <a:pt x="14950" y="373"/>
                  </a:cubicBezTo>
                  <a:lnTo>
                    <a:pt x="14960" y="373"/>
                  </a:lnTo>
                  <a:cubicBezTo>
                    <a:pt x="14899" y="146"/>
                    <a:pt x="14698" y="1"/>
                    <a:pt x="14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0" name="Google Shape;1700;p125"/>
            <p:cNvSpPr/>
            <p:nvPr/>
          </p:nvSpPr>
          <p:spPr>
            <a:xfrm>
              <a:off x="4257265" y="3856635"/>
              <a:ext cx="22466" cy="19120"/>
            </a:xfrm>
            <a:custGeom>
              <a:avLst/>
              <a:gdLst/>
              <a:ahLst/>
              <a:cxnLst/>
              <a:rect l="l" t="t" r="r" b="b"/>
              <a:pathLst>
                <a:path w="1148" h="977" extrusionOk="0">
                  <a:moveTo>
                    <a:pt x="657" y="1"/>
                  </a:moveTo>
                  <a:cubicBezTo>
                    <a:pt x="216" y="1"/>
                    <a:pt x="0" y="520"/>
                    <a:pt x="304" y="834"/>
                  </a:cubicBezTo>
                  <a:cubicBezTo>
                    <a:pt x="406" y="932"/>
                    <a:pt x="529" y="976"/>
                    <a:pt x="651" y="976"/>
                  </a:cubicBezTo>
                  <a:cubicBezTo>
                    <a:pt x="905" y="976"/>
                    <a:pt x="1147" y="783"/>
                    <a:pt x="1147" y="491"/>
                  </a:cubicBezTo>
                  <a:cubicBezTo>
                    <a:pt x="1147" y="216"/>
                    <a:pt x="922" y="1"/>
                    <a:pt x="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1" name="Google Shape;1701;p125"/>
            <p:cNvSpPr/>
            <p:nvPr/>
          </p:nvSpPr>
          <p:spPr>
            <a:xfrm>
              <a:off x="4257265" y="4084176"/>
              <a:ext cx="22466" cy="19237"/>
            </a:xfrm>
            <a:custGeom>
              <a:avLst/>
              <a:gdLst/>
              <a:ahLst/>
              <a:cxnLst/>
              <a:rect l="l" t="t" r="r" b="b"/>
              <a:pathLst>
                <a:path w="1148" h="983" extrusionOk="0">
                  <a:moveTo>
                    <a:pt x="657" y="0"/>
                  </a:moveTo>
                  <a:cubicBezTo>
                    <a:pt x="216" y="0"/>
                    <a:pt x="0" y="530"/>
                    <a:pt x="304" y="833"/>
                  </a:cubicBezTo>
                  <a:cubicBezTo>
                    <a:pt x="407" y="936"/>
                    <a:pt x="532" y="982"/>
                    <a:pt x="655" y="982"/>
                  </a:cubicBezTo>
                  <a:cubicBezTo>
                    <a:pt x="908" y="982"/>
                    <a:pt x="1147" y="787"/>
                    <a:pt x="1147" y="490"/>
                  </a:cubicBezTo>
                  <a:cubicBezTo>
                    <a:pt x="1147" y="216"/>
                    <a:pt x="922" y="0"/>
                    <a:pt x="6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2" name="Google Shape;1702;p125"/>
            <p:cNvSpPr/>
            <p:nvPr/>
          </p:nvSpPr>
          <p:spPr>
            <a:xfrm>
              <a:off x="4143505" y="3970415"/>
              <a:ext cx="22466" cy="19179"/>
            </a:xfrm>
            <a:custGeom>
              <a:avLst/>
              <a:gdLst/>
              <a:ahLst/>
              <a:cxnLst/>
              <a:rect l="l" t="t" r="r" b="b"/>
              <a:pathLst>
                <a:path w="1148" h="980" extrusionOk="0">
                  <a:moveTo>
                    <a:pt x="657" y="0"/>
                  </a:moveTo>
                  <a:cubicBezTo>
                    <a:pt x="216" y="0"/>
                    <a:pt x="0" y="529"/>
                    <a:pt x="304" y="833"/>
                  </a:cubicBezTo>
                  <a:cubicBezTo>
                    <a:pt x="405" y="935"/>
                    <a:pt x="529" y="980"/>
                    <a:pt x="651" y="980"/>
                  </a:cubicBezTo>
                  <a:cubicBezTo>
                    <a:pt x="905" y="980"/>
                    <a:pt x="1147" y="782"/>
                    <a:pt x="1147" y="490"/>
                  </a:cubicBezTo>
                  <a:cubicBezTo>
                    <a:pt x="1147" y="216"/>
                    <a:pt x="922" y="0"/>
                    <a:pt x="6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3" name="Google Shape;1703;p125"/>
            <p:cNvSpPr/>
            <p:nvPr/>
          </p:nvSpPr>
          <p:spPr>
            <a:xfrm>
              <a:off x="4371026" y="3970415"/>
              <a:ext cx="22466" cy="19179"/>
            </a:xfrm>
            <a:custGeom>
              <a:avLst/>
              <a:gdLst/>
              <a:ahLst/>
              <a:cxnLst/>
              <a:rect l="l" t="t" r="r" b="b"/>
              <a:pathLst>
                <a:path w="1148" h="980" extrusionOk="0">
                  <a:moveTo>
                    <a:pt x="657" y="0"/>
                  </a:moveTo>
                  <a:cubicBezTo>
                    <a:pt x="216" y="0"/>
                    <a:pt x="1" y="529"/>
                    <a:pt x="314" y="833"/>
                  </a:cubicBezTo>
                  <a:cubicBezTo>
                    <a:pt x="413" y="935"/>
                    <a:pt x="534" y="980"/>
                    <a:pt x="654" y="980"/>
                  </a:cubicBezTo>
                  <a:cubicBezTo>
                    <a:pt x="905" y="980"/>
                    <a:pt x="1148" y="782"/>
                    <a:pt x="1148" y="490"/>
                  </a:cubicBezTo>
                  <a:cubicBezTo>
                    <a:pt x="1148" y="216"/>
                    <a:pt x="932" y="0"/>
                    <a:pt x="6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4" name="Google Shape;1704;p125"/>
            <p:cNvSpPr/>
            <p:nvPr/>
          </p:nvSpPr>
          <p:spPr>
            <a:xfrm>
              <a:off x="4201491" y="3893094"/>
              <a:ext cx="136559" cy="152470"/>
            </a:xfrm>
            <a:custGeom>
              <a:avLst/>
              <a:gdLst/>
              <a:ahLst/>
              <a:cxnLst/>
              <a:rect l="l" t="t" r="r" b="b"/>
              <a:pathLst>
                <a:path w="6978" h="7791" extrusionOk="0">
                  <a:moveTo>
                    <a:pt x="3507" y="0"/>
                  </a:moveTo>
                  <a:cubicBezTo>
                    <a:pt x="3213" y="0"/>
                    <a:pt x="2978" y="265"/>
                    <a:pt x="3027" y="559"/>
                  </a:cubicBezTo>
                  <a:lnTo>
                    <a:pt x="3027" y="3069"/>
                  </a:lnTo>
                  <a:cubicBezTo>
                    <a:pt x="2213" y="3353"/>
                    <a:pt x="1831" y="4284"/>
                    <a:pt x="2194" y="5069"/>
                  </a:cubicBezTo>
                  <a:lnTo>
                    <a:pt x="262" y="7000"/>
                  </a:lnTo>
                  <a:cubicBezTo>
                    <a:pt x="0" y="7362"/>
                    <a:pt x="290" y="7791"/>
                    <a:pt x="649" y="7791"/>
                  </a:cubicBezTo>
                  <a:cubicBezTo>
                    <a:pt x="747" y="7791"/>
                    <a:pt x="850" y="7759"/>
                    <a:pt x="949" y="7686"/>
                  </a:cubicBezTo>
                  <a:lnTo>
                    <a:pt x="2880" y="5755"/>
                  </a:lnTo>
                  <a:cubicBezTo>
                    <a:pt x="3082" y="5848"/>
                    <a:pt x="3293" y="5892"/>
                    <a:pt x="3501" y="5892"/>
                  </a:cubicBezTo>
                  <a:cubicBezTo>
                    <a:pt x="4101" y="5892"/>
                    <a:pt x="4669" y="5526"/>
                    <a:pt x="4880" y="4922"/>
                  </a:cubicBezTo>
                  <a:lnTo>
                    <a:pt x="6419" y="4922"/>
                  </a:lnTo>
                  <a:cubicBezTo>
                    <a:pt x="6977" y="4843"/>
                    <a:pt x="6977" y="4039"/>
                    <a:pt x="6419" y="3951"/>
                  </a:cubicBezTo>
                  <a:lnTo>
                    <a:pt x="4880" y="3951"/>
                  </a:lnTo>
                  <a:cubicBezTo>
                    <a:pt x="4733" y="3539"/>
                    <a:pt x="4409" y="3216"/>
                    <a:pt x="3997" y="3069"/>
                  </a:cubicBezTo>
                  <a:lnTo>
                    <a:pt x="3997" y="559"/>
                  </a:lnTo>
                  <a:cubicBezTo>
                    <a:pt x="4037" y="265"/>
                    <a:pt x="3811" y="0"/>
                    <a:pt x="3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05" name="Google Shape;1705;p125"/>
          <p:cNvGrpSpPr/>
          <p:nvPr/>
        </p:nvGrpSpPr>
        <p:grpSpPr>
          <a:xfrm>
            <a:off x="3520181" y="3817946"/>
            <a:ext cx="349383" cy="323844"/>
            <a:chOff x="3520181" y="3817946"/>
            <a:chExt cx="349383" cy="323844"/>
          </a:xfrm>
        </p:grpSpPr>
        <p:sp>
          <p:nvSpPr>
            <p:cNvPr id="1706" name="Google Shape;1706;p125"/>
            <p:cNvSpPr/>
            <p:nvPr/>
          </p:nvSpPr>
          <p:spPr>
            <a:xfrm>
              <a:off x="3568910" y="4084939"/>
              <a:ext cx="94425" cy="56851"/>
            </a:xfrm>
            <a:custGeom>
              <a:avLst/>
              <a:gdLst/>
              <a:ahLst/>
              <a:cxnLst/>
              <a:rect l="l" t="t" r="r" b="b"/>
              <a:pathLst>
                <a:path w="4825" h="2905" extrusionOk="0">
                  <a:moveTo>
                    <a:pt x="2412" y="0"/>
                  </a:moveTo>
                  <a:cubicBezTo>
                    <a:pt x="1167" y="0"/>
                    <a:pt x="128" y="942"/>
                    <a:pt x="1" y="2177"/>
                  </a:cubicBezTo>
                  <a:cubicBezTo>
                    <a:pt x="731" y="2662"/>
                    <a:pt x="1572" y="2905"/>
                    <a:pt x="2412" y="2905"/>
                  </a:cubicBezTo>
                  <a:cubicBezTo>
                    <a:pt x="3253" y="2905"/>
                    <a:pt x="4094" y="2662"/>
                    <a:pt x="4824" y="2177"/>
                  </a:cubicBezTo>
                  <a:cubicBezTo>
                    <a:pt x="4697" y="942"/>
                    <a:pt x="3657" y="0"/>
                    <a:pt x="24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7" name="Google Shape;1707;p125"/>
            <p:cNvSpPr/>
            <p:nvPr/>
          </p:nvSpPr>
          <p:spPr>
            <a:xfrm>
              <a:off x="3603119" y="4027951"/>
              <a:ext cx="22408" cy="19198"/>
            </a:xfrm>
            <a:custGeom>
              <a:avLst/>
              <a:gdLst/>
              <a:ahLst/>
              <a:cxnLst/>
              <a:rect l="l" t="t" r="r" b="b"/>
              <a:pathLst>
                <a:path w="1145" h="981" extrusionOk="0">
                  <a:moveTo>
                    <a:pt x="652" y="1"/>
                  </a:moveTo>
                  <a:cubicBezTo>
                    <a:pt x="219" y="1"/>
                    <a:pt x="1" y="523"/>
                    <a:pt x="312" y="834"/>
                  </a:cubicBezTo>
                  <a:cubicBezTo>
                    <a:pt x="410" y="936"/>
                    <a:pt x="532" y="981"/>
                    <a:pt x="651" y="981"/>
                  </a:cubicBezTo>
                  <a:cubicBezTo>
                    <a:pt x="902" y="981"/>
                    <a:pt x="1145" y="783"/>
                    <a:pt x="1145" y="491"/>
                  </a:cubicBezTo>
                  <a:cubicBezTo>
                    <a:pt x="1145" y="217"/>
                    <a:pt x="929" y="1"/>
                    <a:pt x="664" y="1"/>
                  </a:cubicBezTo>
                  <a:cubicBezTo>
                    <a:pt x="660" y="1"/>
                    <a:pt x="656" y="1"/>
                    <a:pt x="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8" name="Google Shape;1708;p125"/>
            <p:cNvSpPr/>
            <p:nvPr/>
          </p:nvSpPr>
          <p:spPr>
            <a:xfrm>
              <a:off x="3520181" y="3817946"/>
              <a:ext cx="349383" cy="295409"/>
            </a:xfrm>
            <a:custGeom>
              <a:avLst/>
              <a:gdLst/>
              <a:ahLst/>
              <a:cxnLst/>
              <a:rect l="l" t="t" r="r" b="b"/>
              <a:pathLst>
                <a:path w="17853" h="15095" extrusionOk="0">
                  <a:moveTo>
                    <a:pt x="4928" y="0"/>
                  </a:moveTo>
                  <a:cubicBezTo>
                    <a:pt x="4076" y="0"/>
                    <a:pt x="3255" y="454"/>
                    <a:pt x="2814" y="1243"/>
                  </a:cubicBezTo>
                  <a:cubicBezTo>
                    <a:pt x="2207" y="2331"/>
                    <a:pt x="2520" y="3703"/>
                    <a:pt x="3540" y="4419"/>
                  </a:cubicBezTo>
                  <a:cubicBezTo>
                    <a:pt x="3960" y="4714"/>
                    <a:pt x="4446" y="4857"/>
                    <a:pt x="4928" y="4857"/>
                  </a:cubicBezTo>
                  <a:cubicBezTo>
                    <a:pt x="5615" y="4857"/>
                    <a:pt x="6297" y="4566"/>
                    <a:pt x="6775" y="4007"/>
                  </a:cubicBezTo>
                  <a:lnTo>
                    <a:pt x="10520" y="6134"/>
                  </a:lnTo>
                  <a:cubicBezTo>
                    <a:pt x="10226" y="6909"/>
                    <a:pt x="10226" y="7771"/>
                    <a:pt x="10520" y="8546"/>
                  </a:cubicBezTo>
                  <a:lnTo>
                    <a:pt x="8461" y="9663"/>
                  </a:lnTo>
                  <a:cubicBezTo>
                    <a:pt x="7603" y="8477"/>
                    <a:pt x="6264" y="7849"/>
                    <a:pt x="4910" y="7849"/>
                  </a:cubicBezTo>
                  <a:cubicBezTo>
                    <a:pt x="3959" y="7849"/>
                    <a:pt x="3001" y="8158"/>
                    <a:pt x="2197" y="8801"/>
                  </a:cubicBezTo>
                  <a:cubicBezTo>
                    <a:pt x="256" y="10359"/>
                    <a:pt x="1" y="13222"/>
                    <a:pt x="1648" y="15094"/>
                  </a:cubicBezTo>
                  <a:cubicBezTo>
                    <a:pt x="2079" y="13653"/>
                    <a:pt x="3403" y="12673"/>
                    <a:pt x="4902" y="12673"/>
                  </a:cubicBezTo>
                  <a:cubicBezTo>
                    <a:pt x="3608" y="12673"/>
                    <a:pt x="2952" y="11104"/>
                    <a:pt x="3873" y="10193"/>
                  </a:cubicBezTo>
                  <a:cubicBezTo>
                    <a:pt x="4168" y="9895"/>
                    <a:pt x="4531" y="9762"/>
                    <a:pt x="4887" y="9762"/>
                  </a:cubicBezTo>
                  <a:cubicBezTo>
                    <a:pt x="5635" y="9762"/>
                    <a:pt x="6353" y="10346"/>
                    <a:pt x="6353" y="11222"/>
                  </a:cubicBezTo>
                  <a:cubicBezTo>
                    <a:pt x="6353" y="12026"/>
                    <a:pt x="5706" y="12673"/>
                    <a:pt x="4902" y="12673"/>
                  </a:cubicBezTo>
                  <a:cubicBezTo>
                    <a:pt x="6402" y="12673"/>
                    <a:pt x="7726" y="13653"/>
                    <a:pt x="8157" y="15094"/>
                  </a:cubicBezTo>
                  <a:cubicBezTo>
                    <a:pt x="9275" y="13839"/>
                    <a:pt x="9579" y="12065"/>
                    <a:pt x="8932" y="10516"/>
                  </a:cubicBezTo>
                  <a:lnTo>
                    <a:pt x="10990" y="9389"/>
                  </a:lnTo>
                  <a:cubicBezTo>
                    <a:pt x="11676" y="10296"/>
                    <a:pt x="12685" y="10734"/>
                    <a:pt x="13689" y="10734"/>
                  </a:cubicBezTo>
                  <a:cubicBezTo>
                    <a:pt x="14909" y="10734"/>
                    <a:pt x="16122" y="10087"/>
                    <a:pt x="16735" y="8850"/>
                  </a:cubicBezTo>
                  <a:cubicBezTo>
                    <a:pt x="17852" y="6595"/>
                    <a:pt x="16205" y="3948"/>
                    <a:pt x="13686" y="3948"/>
                  </a:cubicBezTo>
                  <a:cubicBezTo>
                    <a:pt x="12627" y="3948"/>
                    <a:pt x="11637" y="4448"/>
                    <a:pt x="10990" y="5281"/>
                  </a:cubicBezTo>
                  <a:lnTo>
                    <a:pt x="7245" y="3164"/>
                  </a:lnTo>
                  <a:cubicBezTo>
                    <a:pt x="7618" y="1978"/>
                    <a:pt x="7040" y="694"/>
                    <a:pt x="5893" y="203"/>
                  </a:cubicBezTo>
                  <a:cubicBezTo>
                    <a:pt x="5579" y="66"/>
                    <a:pt x="5251" y="0"/>
                    <a:pt x="4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09" name="Google Shape;1709;p125"/>
          <p:cNvGrpSpPr/>
          <p:nvPr/>
        </p:nvGrpSpPr>
        <p:grpSpPr>
          <a:xfrm>
            <a:off x="2965939" y="3816732"/>
            <a:ext cx="246934" cy="325195"/>
            <a:chOff x="2965939" y="3816732"/>
            <a:chExt cx="246934" cy="325195"/>
          </a:xfrm>
        </p:grpSpPr>
        <p:sp>
          <p:nvSpPr>
            <p:cNvPr id="1710" name="Google Shape;1710;p125"/>
            <p:cNvSpPr/>
            <p:nvPr/>
          </p:nvSpPr>
          <p:spPr>
            <a:xfrm>
              <a:off x="2965939" y="3816732"/>
              <a:ext cx="246934" cy="287601"/>
            </a:xfrm>
            <a:custGeom>
              <a:avLst/>
              <a:gdLst/>
              <a:ahLst/>
              <a:cxnLst/>
              <a:rect l="l" t="t" r="r" b="b"/>
              <a:pathLst>
                <a:path w="12618" h="14696" extrusionOk="0">
                  <a:moveTo>
                    <a:pt x="6304" y="1"/>
                  </a:moveTo>
                  <a:cubicBezTo>
                    <a:pt x="4412" y="1"/>
                    <a:pt x="2883" y="1559"/>
                    <a:pt x="2912" y="3461"/>
                  </a:cubicBezTo>
                  <a:lnTo>
                    <a:pt x="2912" y="7402"/>
                  </a:lnTo>
                  <a:cubicBezTo>
                    <a:pt x="2912" y="7677"/>
                    <a:pt x="3138" y="7892"/>
                    <a:pt x="3403" y="7892"/>
                  </a:cubicBezTo>
                  <a:lnTo>
                    <a:pt x="5824" y="7892"/>
                  </a:lnTo>
                  <a:lnTo>
                    <a:pt x="5824" y="8863"/>
                  </a:lnTo>
                  <a:lnTo>
                    <a:pt x="3393" y="8863"/>
                  </a:lnTo>
                  <a:cubicBezTo>
                    <a:pt x="2785" y="8863"/>
                    <a:pt x="2236" y="9245"/>
                    <a:pt x="2030" y="9823"/>
                  </a:cubicBezTo>
                  <a:lnTo>
                    <a:pt x="1462" y="9823"/>
                  </a:lnTo>
                  <a:cubicBezTo>
                    <a:pt x="1187" y="9823"/>
                    <a:pt x="971" y="9608"/>
                    <a:pt x="971" y="9333"/>
                  </a:cubicBezTo>
                  <a:lnTo>
                    <a:pt x="971" y="7892"/>
                  </a:lnTo>
                  <a:lnTo>
                    <a:pt x="1462" y="7892"/>
                  </a:lnTo>
                  <a:cubicBezTo>
                    <a:pt x="2010" y="7804"/>
                    <a:pt x="2010" y="7000"/>
                    <a:pt x="1462" y="6922"/>
                  </a:cubicBezTo>
                  <a:lnTo>
                    <a:pt x="491" y="6922"/>
                  </a:lnTo>
                  <a:cubicBezTo>
                    <a:pt x="217" y="6922"/>
                    <a:pt x="1" y="7137"/>
                    <a:pt x="1" y="7412"/>
                  </a:cubicBezTo>
                  <a:lnTo>
                    <a:pt x="1" y="9353"/>
                  </a:lnTo>
                  <a:cubicBezTo>
                    <a:pt x="1" y="10147"/>
                    <a:pt x="648" y="10804"/>
                    <a:pt x="1452" y="10804"/>
                  </a:cubicBezTo>
                  <a:lnTo>
                    <a:pt x="1942" y="10804"/>
                  </a:lnTo>
                  <a:lnTo>
                    <a:pt x="1942" y="11294"/>
                  </a:lnTo>
                  <a:cubicBezTo>
                    <a:pt x="1942" y="11559"/>
                    <a:pt x="2158" y="11784"/>
                    <a:pt x="2432" y="11784"/>
                  </a:cubicBezTo>
                  <a:lnTo>
                    <a:pt x="5814" y="11784"/>
                  </a:lnTo>
                  <a:lnTo>
                    <a:pt x="5814" y="13725"/>
                  </a:lnTo>
                  <a:lnTo>
                    <a:pt x="3393" y="13725"/>
                  </a:lnTo>
                  <a:cubicBezTo>
                    <a:pt x="4089" y="13725"/>
                    <a:pt x="4726" y="14088"/>
                    <a:pt x="5069" y="14696"/>
                  </a:cubicBezTo>
                  <a:lnTo>
                    <a:pt x="7530" y="14696"/>
                  </a:lnTo>
                  <a:cubicBezTo>
                    <a:pt x="7873" y="14088"/>
                    <a:pt x="8520" y="13725"/>
                    <a:pt x="9206" y="13725"/>
                  </a:cubicBezTo>
                  <a:lnTo>
                    <a:pt x="6785" y="13725"/>
                  </a:lnTo>
                  <a:lnTo>
                    <a:pt x="6785" y="11764"/>
                  </a:lnTo>
                  <a:lnTo>
                    <a:pt x="10176" y="11764"/>
                  </a:lnTo>
                  <a:cubicBezTo>
                    <a:pt x="10451" y="11764"/>
                    <a:pt x="10667" y="11549"/>
                    <a:pt x="10667" y="11274"/>
                  </a:cubicBezTo>
                  <a:lnTo>
                    <a:pt x="10667" y="10784"/>
                  </a:lnTo>
                  <a:lnTo>
                    <a:pt x="11157" y="10784"/>
                  </a:lnTo>
                  <a:cubicBezTo>
                    <a:pt x="11961" y="10784"/>
                    <a:pt x="12608" y="10137"/>
                    <a:pt x="12617" y="9333"/>
                  </a:cubicBezTo>
                  <a:lnTo>
                    <a:pt x="12617" y="7402"/>
                  </a:lnTo>
                  <a:cubicBezTo>
                    <a:pt x="12617" y="7137"/>
                    <a:pt x="12392" y="6912"/>
                    <a:pt x="12127" y="6912"/>
                  </a:cubicBezTo>
                  <a:lnTo>
                    <a:pt x="12117" y="6922"/>
                  </a:lnTo>
                  <a:lnTo>
                    <a:pt x="11147" y="6922"/>
                  </a:lnTo>
                  <a:cubicBezTo>
                    <a:pt x="11121" y="6917"/>
                    <a:pt x="11095" y="6915"/>
                    <a:pt x="11069" y="6915"/>
                  </a:cubicBezTo>
                  <a:cubicBezTo>
                    <a:pt x="10808" y="6915"/>
                    <a:pt x="10588" y="7134"/>
                    <a:pt x="10588" y="7402"/>
                  </a:cubicBezTo>
                  <a:cubicBezTo>
                    <a:pt x="10588" y="7683"/>
                    <a:pt x="10814" y="7897"/>
                    <a:pt x="11080" y="7897"/>
                  </a:cubicBezTo>
                  <a:cubicBezTo>
                    <a:pt x="11102" y="7897"/>
                    <a:pt x="11125" y="7895"/>
                    <a:pt x="11147" y="7892"/>
                  </a:cubicBezTo>
                  <a:lnTo>
                    <a:pt x="11637" y="7892"/>
                  </a:lnTo>
                  <a:lnTo>
                    <a:pt x="11637" y="9343"/>
                  </a:lnTo>
                  <a:cubicBezTo>
                    <a:pt x="11637" y="9608"/>
                    <a:pt x="11412" y="9833"/>
                    <a:pt x="11147" y="9833"/>
                  </a:cubicBezTo>
                  <a:lnTo>
                    <a:pt x="10578" y="9833"/>
                  </a:lnTo>
                  <a:cubicBezTo>
                    <a:pt x="10373" y="9255"/>
                    <a:pt x="9824" y="8863"/>
                    <a:pt x="9206" y="8863"/>
                  </a:cubicBezTo>
                  <a:lnTo>
                    <a:pt x="6785" y="8863"/>
                  </a:lnTo>
                  <a:lnTo>
                    <a:pt x="6785" y="7892"/>
                  </a:lnTo>
                  <a:lnTo>
                    <a:pt x="9206" y="7892"/>
                  </a:lnTo>
                  <a:cubicBezTo>
                    <a:pt x="9480" y="7892"/>
                    <a:pt x="9696" y="7677"/>
                    <a:pt x="9696" y="7402"/>
                  </a:cubicBezTo>
                  <a:lnTo>
                    <a:pt x="9696" y="3461"/>
                  </a:lnTo>
                  <a:cubicBezTo>
                    <a:pt x="9735" y="1559"/>
                    <a:pt x="8206" y="1"/>
                    <a:pt x="63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1" name="Google Shape;1711;p125"/>
            <p:cNvSpPr/>
            <p:nvPr/>
          </p:nvSpPr>
          <p:spPr>
            <a:xfrm>
              <a:off x="3006997" y="4103922"/>
              <a:ext cx="44346" cy="38005"/>
            </a:xfrm>
            <a:custGeom>
              <a:avLst/>
              <a:gdLst/>
              <a:ahLst/>
              <a:cxnLst/>
              <a:rect l="l" t="t" r="r" b="b"/>
              <a:pathLst>
                <a:path w="2266" h="1942" extrusionOk="0">
                  <a:moveTo>
                    <a:pt x="1295" y="1"/>
                  </a:moveTo>
                  <a:cubicBezTo>
                    <a:pt x="432" y="1"/>
                    <a:pt x="1" y="1050"/>
                    <a:pt x="608" y="1658"/>
                  </a:cubicBezTo>
                  <a:cubicBezTo>
                    <a:pt x="805" y="1854"/>
                    <a:pt x="1047" y="1942"/>
                    <a:pt x="1285" y="1942"/>
                  </a:cubicBezTo>
                  <a:cubicBezTo>
                    <a:pt x="1784" y="1942"/>
                    <a:pt x="2265" y="1555"/>
                    <a:pt x="2265" y="971"/>
                  </a:cubicBezTo>
                  <a:cubicBezTo>
                    <a:pt x="2265" y="432"/>
                    <a:pt x="1834" y="1"/>
                    <a:pt x="12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2" name="Google Shape;1712;p125"/>
            <p:cNvSpPr/>
            <p:nvPr/>
          </p:nvSpPr>
          <p:spPr>
            <a:xfrm>
              <a:off x="3120757" y="4103922"/>
              <a:ext cx="44346" cy="38005"/>
            </a:xfrm>
            <a:custGeom>
              <a:avLst/>
              <a:gdLst/>
              <a:ahLst/>
              <a:cxnLst/>
              <a:rect l="l" t="t" r="r" b="b"/>
              <a:pathLst>
                <a:path w="2266" h="1942" extrusionOk="0">
                  <a:moveTo>
                    <a:pt x="1295" y="1"/>
                  </a:moveTo>
                  <a:cubicBezTo>
                    <a:pt x="432" y="1"/>
                    <a:pt x="1" y="1050"/>
                    <a:pt x="609" y="1658"/>
                  </a:cubicBezTo>
                  <a:cubicBezTo>
                    <a:pt x="808" y="1854"/>
                    <a:pt x="1052" y="1942"/>
                    <a:pt x="1290" y="1942"/>
                  </a:cubicBezTo>
                  <a:cubicBezTo>
                    <a:pt x="1789" y="1942"/>
                    <a:pt x="2265" y="1555"/>
                    <a:pt x="2265" y="971"/>
                  </a:cubicBezTo>
                  <a:cubicBezTo>
                    <a:pt x="2265" y="432"/>
                    <a:pt x="1834" y="1"/>
                    <a:pt x="12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13" name="Google Shape;1713;p125"/>
          <p:cNvGrpSpPr/>
          <p:nvPr/>
        </p:nvGrpSpPr>
        <p:grpSpPr>
          <a:xfrm>
            <a:off x="2328818" y="3841684"/>
            <a:ext cx="335762" cy="276759"/>
            <a:chOff x="2328818" y="3841684"/>
            <a:chExt cx="335762" cy="276759"/>
          </a:xfrm>
        </p:grpSpPr>
        <p:sp>
          <p:nvSpPr>
            <p:cNvPr id="1714" name="Google Shape;1714;p125"/>
            <p:cNvSpPr/>
            <p:nvPr/>
          </p:nvSpPr>
          <p:spPr>
            <a:xfrm>
              <a:off x="2411130" y="3841684"/>
              <a:ext cx="170944" cy="104563"/>
            </a:xfrm>
            <a:custGeom>
              <a:avLst/>
              <a:gdLst/>
              <a:ahLst/>
              <a:cxnLst/>
              <a:rect l="l" t="t" r="r" b="b"/>
              <a:pathLst>
                <a:path w="8735" h="5343" extrusionOk="0">
                  <a:moveTo>
                    <a:pt x="5823" y="971"/>
                  </a:moveTo>
                  <a:lnTo>
                    <a:pt x="5823" y="1941"/>
                  </a:lnTo>
                  <a:lnTo>
                    <a:pt x="2912" y="1941"/>
                  </a:lnTo>
                  <a:lnTo>
                    <a:pt x="2922" y="971"/>
                  </a:lnTo>
                  <a:close/>
                  <a:moveTo>
                    <a:pt x="2431" y="0"/>
                  </a:moveTo>
                  <a:cubicBezTo>
                    <a:pt x="2157" y="0"/>
                    <a:pt x="1941" y="216"/>
                    <a:pt x="1941" y="490"/>
                  </a:cubicBezTo>
                  <a:lnTo>
                    <a:pt x="1941" y="1941"/>
                  </a:lnTo>
                  <a:lnTo>
                    <a:pt x="490" y="1941"/>
                  </a:lnTo>
                  <a:cubicBezTo>
                    <a:pt x="216" y="1941"/>
                    <a:pt x="0" y="2157"/>
                    <a:pt x="0" y="2431"/>
                  </a:cubicBezTo>
                  <a:lnTo>
                    <a:pt x="0" y="2921"/>
                  </a:lnTo>
                  <a:cubicBezTo>
                    <a:pt x="0" y="4255"/>
                    <a:pt x="1088" y="5343"/>
                    <a:pt x="2422" y="5343"/>
                  </a:cubicBezTo>
                  <a:lnTo>
                    <a:pt x="2431" y="5333"/>
                  </a:lnTo>
                  <a:lnTo>
                    <a:pt x="3882" y="5333"/>
                  </a:lnTo>
                  <a:cubicBezTo>
                    <a:pt x="3833" y="5039"/>
                    <a:pt x="4069" y="4774"/>
                    <a:pt x="4363" y="4774"/>
                  </a:cubicBezTo>
                  <a:cubicBezTo>
                    <a:pt x="4667" y="4774"/>
                    <a:pt x="4892" y="5039"/>
                    <a:pt x="4853" y="5333"/>
                  </a:cubicBezTo>
                  <a:lnTo>
                    <a:pt x="6304" y="5333"/>
                  </a:lnTo>
                  <a:cubicBezTo>
                    <a:pt x="7647" y="5333"/>
                    <a:pt x="8725" y="4245"/>
                    <a:pt x="8735" y="2912"/>
                  </a:cubicBezTo>
                  <a:lnTo>
                    <a:pt x="8735" y="2422"/>
                  </a:lnTo>
                  <a:cubicBezTo>
                    <a:pt x="8735" y="2147"/>
                    <a:pt x="8509" y="1931"/>
                    <a:pt x="8245" y="1931"/>
                  </a:cubicBezTo>
                  <a:lnTo>
                    <a:pt x="6794" y="1931"/>
                  </a:lnTo>
                  <a:lnTo>
                    <a:pt x="6794" y="490"/>
                  </a:lnTo>
                  <a:cubicBezTo>
                    <a:pt x="6794" y="216"/>
                    <a:pt x="6568" y="0"/>
                    <a:pt x="6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5" name="Google Shape;1715;p125"/>
            <p:cNvSpPr/>
            <p:nvPr/>
          </p:nvSpPr>
          <p:spPr>
            <a:xfrm>
              <a:off x="2411130" y="3945092"/>
              <a:ext cx="170944" cy="67536"/>
            </a:xfrm>
            <a:custGeom>
              <a:avLst/>
              <a:gdLst/>
              <a:ahLst/>
              <a:cxnLst/>
              <a:rect l="l" t="t" r="r" b="b"/>
              <a:pathLst>
                <a:path w="8735" h="3451" extrusionOk="0">
                  <a:moveTo>
                    <a:pt x="0" y="0"/>
                  </a:moveTo>
                  <a:lnTo>
                    <a:pt x="0" y="2961"/>
                  </a:lnTo>
                  <a:cubicBezTo>
                    <a:pt x="0" y="3235"/>
                    <a:pt x="226" y="3451"/>
                    <a:pt x="490" y="3451"/>
                  </a:cubicBezTo>
                  <a:lnTo>
                    <a:pt x="490" y="3441"/>
                  </a:lnTo>
                  <a:lnTo>
                    <a:pt x="8245" y="3441"/>
                  </a:lnTo>
                  <a:cubicBezTo>
                    <a:pt x="8519" y="3441"/>
                    <a:pt x="8735" y="3225"/>
                    <a:pt x="8735" y="2951"/>
                  </a:cubicBezTo>
                  <a:lnTo>
                    <a:pt x="8735" y="0"/>
                  </a:lnTo>
                  <a:cubicBezTo>
                    <a:pt x="8098" y="657"/>
                    <a:pt x="7225" y="1020"/>
                    <a:pt x="6314" y="1020"/>
                  </a:cubicBezTo>
                  <a:lnTo>
                    <a:pt x="4853" y="1020"/>
                  </a:lnTo>
                  <a:cubicBezTo>
                    <a:pt x="4892" y="1314"/>
                    <a:pt x="4667" y="1578"/>
                    <a:pt x="4363" y="1578"/>
                  </a:cubicBezTo>
                  <a:cubicBezTo>
                    <a:pt x="4069" y="1578"/>
                    <a:pt x="3833" y="1314"/>
                    <a:pt x="3882" y="1020"/>
                  </a:cubicBezTo>
                  <a:lnTo>
                    <a:pt x="2431" y="1020"/>
                  </a:lnTo>
                  <a:cubicBezTo>
                    <a:pt x="1520" y="1020"/>
                    <a:pt x="638" y="65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6" name="Google Shape;1716;p125"/>
            <p:cNvSpPr/>
            <p:nvPr/>
          </p:nvSpPr>
          <p:spPr>
            <a:xfrm>
              <a:off x="2328818" y="3902214"/>
              <a:ext cx="335762" cy="216229"/>
            </a:xfrm>
            <a:custGeom>
              <a:avLst/>
              <a:gdLst/>
              <a:ahLst/>
              <a:cxnLst/>
              <a:rect l="l" t="t" r="r" b="b"/>
              <a:pathLst>
                <a:path w="17157" h="11049" extrusionOk="0">
                  <a:moveTo>
                    <a:pt x="16128" y="0"/>
                  </a:moveTo>
                  <a:cubicBezTo>
                    <a:pt x="16079" y="0"/>
                    <a:pt x="16029" y="8"/>
                    <a:pt x="15980" y="25"/>
                  </a:cubicBezTo>
                  <a:cubicBezTo>
                    <a:pt x="15911" y="34"/>
                    <a:pt x="14519" y="475"/>
                    <a:pt x="13980" y="1622"/>
                  </a:cubicBezTo>
                  <a:cubicBezTo>
                    <a:pt x="13519" y="2603"/>
                    <a:pt x="13862" y="3730"/>
                    <a:pt x="13990" y="4073"/>
                  </a:cubicBezTo>
                  <a:cubicBezTo>
                    <a:pt x="13970" y="4485"/>
                    <a:pt x="13882" y="4897"/>
                    <a:pt x="13745" y="5279"/>
                  </a:cubicBezTo>
                  <a:cubicBezTo>
                    <a:pt x="12970" y="5818"/>
                    <a:pt x="12637" y="6749"/>
                    <a:pt x="12529" y="7132"/>
                  </a:cubicBezTo>
                  <a:cubicBezTo>
                    <a:pt x="12176" y="7445"/>
                    <a:pt x="11755" y="7691"/>
                    <a:pt x="11304" y="7847"/>
                  </a:cubicBezTo>
                  <a:cubicBezTo>
                    <a:pt x="10921" y="7847"/>
                    <a:pt x="10559" y="7906"/>
                    <a:pt x="10196" y="8004"/>
                  </a:cubicBezTo>
                  <a:cubicBezTo>
                    <a:pt x="10098" y="8004"/>
                    <a:pt x="10000" y="7994"/>
                    <a:pt x="9912" y="7985"/>
                  </a:cubicBezTo>
                  <a:cubicBezTo>
                    <a:pt x="9466" y="7926"/>
                    <a:pt x="9020" y="7896"/>
                    <a:pt x="8574" y="7896"/>
                  </a:cubicBezTo>
                  <a:cubicBezTo>
                    <a:pt x="8128" y="7896"/>
                    <a:pt x="7682" y="7926"/>
                    <a:pt x="7235" y="7985"/>
                  </a:cubicBezTo>
                  <a:cubicBezTo>
                    <a:pt x="7137" y="7994"/>
                    <a:pt x="7039" y="7994"/>
                    <a:pt x="6951" y="8004"/>
                  </a:cubicBezTo>
                  <a:cubicBezTo>
                    <a:pt x="6588" y="7906"/>
                    <a:pt x="6216" y="7847"/>
                    <a:pt x="5843" y="7847"/>
                  </a:cubicBezTo>
                  <a:cubicBezTo>
                    <a:pt x="5393" y="7700"/>
                    <a:pt x="4981" y="7455"/>
                    <a:pt x="4618" y="7142"/>
                  </a:cubicBezTo>
                  <a:cubicBezTo>
                    <a:pt x="4510" y="6759"/>
                    <a:pt x="4177" y="5828"/>
                    <a:pt x="3412" y="5289"/>
                  </a:cubicBezTo>
                  <a:cubicBezTo>
                    <a:pt x="3275" y="4906"/>
                    <a:pt x="3187" y="4495"/>
                    <a:pt x="3167" y="4083"/>
                  </a:cubicBezTo>
                  <a:cubicBezTo>
                    <a:pt x="3285" y="3740"/>
                    <a:pt x="3628" y="2613"/>
                    <a:pt x="3177" y="1632"/>
                  </a:cubicBezTo>
                  <a:cubicBezTo>
                    <a:pt x="2638" y="485"/>
                    <a:pt x="1236" y="44"/>
                    <a:pt x="1177" y="34"/>
                  </a:cubicBezTo>
                  <a:cubicBezTo>
                    <a:pt x="1128" y="18"/>
                    <a:pt x="1078" y="10"/>
                    <a:pt x="1028" y="10"/>
                  </a:cubicBezTo>
                  <a:cubicBezTo>
                    <a:pt x="842" y="10"/>
                    <a:pt x="666" y="121"/>
                    <a:pt x="589" y="299"/>
                  </a:cubicBezTo>
                  <a:cubicBezTo>
                    <a:pt x="569" y="358"/>
                    <a:pt x="1" y="1711"/>
                    <a:pt x="540" y="2867"/>
                  </a:cubicBezTo>
                  <a:cubicBezTo>
                    <a:pt x="922" y="3691"/>
                    <a:pt x="1746" y="4152"/>
                    <a:pt x="2207" y="4348"/>
                  </a:cubicBezTo>
                  <a:cubicBezTo>
                    <a:pt x="2226" y="4524"/>
                    <a:pt x="2256" y="4701"/>
                    <a:pt x="2285" y="4877"/>
                  </a:cubicBezTo>
                  <a:cubicBezTo>
                    <a:pt x="2126" y="4857"/>
                    <a:pt x="1966" y="4847"/>
                    <a:pt x="1806" y="4847"/>
                  </a:cubicBezTo>
                  <a:cubicBezTo>
                    <a:pt x="1424" y="4847"/>
                    <a:pt x="1043" y="4904"/>
                    <a:pt x="677" y="5014"/>
                  </a:cubicBezTo>
                  <a:cubicBezTo>
                    <a:pt x="452" y="5093"/>
                    <a:pt x="305" y="5328"/>
                    <a:pt x="354" y="5573"/>
                  </a:cubicBezTo>
                  <a:cubicBezTo>
                    <a:pt x="373" y="5632"/>
                    <a:pt x="677" y="7073"/>
                    <a:pt x="1785" y="7700"/>
                  </a:cubicBezTo>
                  <a:cubicBezTo>
                    <a:pt x="2199" y="7942"/>
                    <a:pt x="2716" y="8046"/>
                    <a:pt x="3220" y="8046"/>
                  </a:cubicBezTo>
                  <a:cubicBezTo>
                    <a:pt x="3514" y="8046"/>
                    <a:pt x="3805" y="8010"/>
                    <a:pt x="4069" y="7945"/>
                  </a:cubicBezTo>
                  <a:cubicBezTo>
                    <a:pt x="4187" y="8043"/>
                    <a:pt x="4304" y="8132"/>
                    <a:pt x="4432" y="8220"/>
                  </a:cubicBezTo>
                  <a:cubicBezTo>
                    <a:pt x="3373" y="8867"/>
                    <a:pt x="3069" y="10259"/>
                    <a:pt x="3059" y="10318"/>
                  </a:cubicBezTo>
                  <a:cubicBezTo>
                    <a:pt x="3010" y="10553"/>
                    <a:pt x="3148" y="10798"/>
                    <a:pt x="3383" y="10877"/>
                  </a:cubicBezTo>
                  <a:cubicBezTo>
                    <a:pt x="3708" y="10985"/>
                    <a:pt x="4097" y="11049"/>
                    <a:pt x="4496" y="11049"/>
                  </a:cubicBezTo>
                  <a:cubicBezTo>
                    <a:pt x="4999" y="11049"/>
                    <a:pt x="5516" y="10946"/>
                    <a:pt x="5932" y="10700"/>
                  </a:cubicBezTo>
                  <a:cubicBezTo>
                    <a:pt x="6687" y="10269"/>
                    <a:pt x="7088" y="9426"/>
                    <a:pt x="7255" y="8955"/>
                  </a:cubicBezTo>
                  <a:cubicBezTo>
                    <a:pt x="7844" y="8890"/>
                    <a:pt x="8189" y="8856"/>
                    <a:pt x="8554" y="8856"/>
                  </a:cubicBezTo>
                  <a:cubicBezTo>
                    <a:pt x="8906" y="8856"/>
                    <a:pt x="9277" y="8888"/>
                    <a:pt x="9902" y="8955"/>
                  </a:cubicBezTo>
                  <a:cubicBezTo>
                    <a:pt x="10069" y="9426"/>
                    <a:pt x="10451" y="10249"/>
                    <a:pt x="11216" y="10700"/>
                  </a:cubicBezTo>
                  <a:cubicBezTo>
                    <a:pt x="11629" y="10940"/>
                    <a:pt x="12143" y="11040"/>
                    <a:pt x="12645" y="11040"/>
                  </a:cubicBezTo>
                  <a:cubicBezTo>
                    <a:pt x="13048" y="11040"/>
                    <a:pt x="13443" y="10976"/>
                    <a:pt x="13774" y="10867"/>
                  </a:cubicBezTo>
                  <a:cubicBezTo>
                    <a:pt x="14009" y="10788"/>
                    <a:pt x="14147" y="10553"/>
                    <a:pt x="14098" y="10308"/>
                  </a:cubicBezTo>
                  <a:cubicBezTo>
                    <a:pt x="14088" y="10249"/>
                    <a:pt x="13784" y="8867"/>
                    <a:pt x="12725" y="8210"/>
                  </a:cubicBezTo>
                  <a:cubicBezTo>
                    <a:pt x="12853" y="8132"/>
                    <a:pt x="12970" y="8043"/>
                    <a:pt x="13088" y="7945"/>
                  </a:cubicBezTo>
                  <a:cubicBezTo>
                    <a:pt x="13349" y="8007"/>
                    <a:pt x="13639" y="8042"/>
                    <a:pt x="13934" y="8042"/>
                  </a:cubicBezTo>
                  <a:cubicBezTo>
                    <a:pt x="14435" y="8042"/>
                    <a:pt x="14952" y="7941"/>
                    <a:pt x="15372" y="7700"/>
                  </a:cubicBezTo>
                  <a:cubicBezTo>
                    <a:pt x="16470" y="7063"/>
                    <a:pt x="16784" y="5622"/>
                    <a:pt x="16793" y="5563"/>
                  </a:cubicBezTo>
                  <a:cubicBezTo>
                    <a:pt x="16843" y="5328"/>
                    <a:pt x="16705" y="5083"/>
                    <a:pt x="16470" y="5004"/>
                  </a:cubicBezTo>
                  <a:cubicBezTo>
                    <a:pt x="16104" y="4894"/>
                    <a:pt x="15723" y="4837"/>
                    <a:pt x="15341" y="4837"/>
                  </a:cubicBezTo>
                  <a:cubicBezTo>
                    <a:pt x="15182" y="4837"/>
                    <a:pt x="15021" y="4847"/>
                    <a:pt x="14862" y="4867"/>
                  </a:cubicBezTo>
                  <a:cubicBezTo>
                    <a:pt x="14901" y="4691"/>
                    <a:pt x="14921" y="4514"/>
                    <a:pt x="14941" y="4338"/>
                  </a:cubicBezTo>
                  <a:cubicBezTo>
                    <a:pt x="15401" y="4142"/>
                    <a:pt x="16225" y="3681"/>
                    <a:pt x="16617" y="2858"/>
                  </a:cubicBezTo>
                  <a:cubicBezTo>
                    <a:pt x="17156" y="1701"/>
                    <a:pt x="16588" y="348"/>
                    <a:pt x="16558" y="289"/>
                  </a:cubicBezTo>
                  <a:cubicBezTo>
                    <a:pt x="16481" y="111"/>
                    <a:pt x="16312" y="0"/>
                    <a:pt x="16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17" name="Google Shape;1717;p125"/>
          <p:cNvGrpSpPr/>
          <p:nvPr/>
        </p:nvGrpSpPr>
        <p:grpSpPr>
          <a:xfrm>
            <a:off x="4108396" y="3284741"/>
            <a:ext cx="323649" cy="323864"/>
            <a:chOff x="4108396" y="3284741"/>
            <a:chExt cx="323649" cy="323864"/>
          </a:xfrm>
        </p:grpSpPr>
        <p:sp>
          <p:nvSpPr>
            <p:cNvPr id="1718" name="Google Shape;1718;p125"/>
            <p:cNvSpPr/>
            <p:nvPr/>
          </p:nvSpPr>
          <p:spPr>
            <a:xfrm>
              <a:off x="4108396" y="3361867"/>
              <a:ext cx="323649" cy="151765"/>
            </a:xfrm>
            <a:custGeom>
              <a:avLst/>
              <a:gdLst/>
              <a:ahLst/>
              <a:cxnLst/>
              <a:rect l="l" t="t" r="r" b="b"/>
              <a:pathLst>
                <a:path w="16538" h="7755" extrusionOk="0">
                  <a:moveTo>
                    <a:pt x="13108" y="1930"/>
                  </a:moveTo>
                  <a:cubicBezTo>
                    <a:pt x="13357" y="1930"/>
                    <a:pt x="13597" y="2125"/>
                    <a:pt x="13597" y="2422"/>
                  </a:cubicBezTo>
                  <a:cubicBezTo>
                    <a:pt x="13597" y="2687"/>
                    <a:pt x="13381" y="2902"/>
                    <a:pt x="13117" y="2912"/>
                  </a:cubicBezTo>
                  <a:cubicBezTo>
                    <a:pt x="12676" y="2912"/>
                    <a:pt x="12450" y="2383"/>
                    <a:pt x="12764" y="2079"/>
                  </a:cubicBezTo>
                  <a:cubicBezTo>
                    <a:pt x="12863" y="1976"/>
                    <a:pt x="12987" y="1930"/>
                    <a:pt x="13108" y="1930"/>
                  </a:cubicBezTo>
                  <a:close/>
                  <a:moveTo>
                    <a:pt x="1451" y="1"/>
                  </a:moveTo>
                  <a:cubicBezTo>
                    <a:pt x="647" y="1"/>
                    <a:pt x="0" y="658"/>
                    <a:pt x="0" y="1452"/>
                  </a:cubicBezTo>
                  <a:lnTo>
                    <a:pt x="0" y="6304"/>
                  </a:lnTo>
                  <a:cubicBezTo>
                    <a:pt x="0" y="7108"/>
                    <a:pt x="647" y="7755"/>
                    <a:pt x="1451" y="7755"/>
                  </a:cubicBezTo>
                  <a:lnTo>
                    <a:pt x="1971" y="7755"/>
                  </a:lnTo>
                  <a:lnTo>
                    <a:pt x="1971" y="4363"/>
                  </a:lnTo>
                  <a:cubicBezTo>
                    <a:pt x="1971" y="4089"/>
                    <a:pt x="2186" y="3873"/>
                    <a:pt x="2461" y="3873"/>
                  </a:cubicBezTo>
                  <a:lnTo>
                    <a:pt x="14087" y="3873"/>
                  </a:lnTo>
                  <a:cubicBezTo>
                    <a:pt x="14362" y="3873"/>
                    <a:pt x="14577" y="4089"/>
                    <a:pt x="14577" y="4363"/>
                  </a:cubicBezTo>
                  <a:lnTo>
                    <a:pt x="14577" y="7755"/>
                  </a:lnTo>
                  <a:lnTo>
                    <a:pt x="15087" y="7755"/>
                  </a:lnTo>
                  <a:cubicBezTo>
                    <a:pt x="15891" y="7755"/>
                    <a:pt x="16538" y="7108"/>
                    <a:pt x="16538" y="6304"/>
                  </a:cubicBezTo>
                  <a:lnTo>
                    <a:pt x="16538" y="1452"/>
                  </a:lnTo>
                  <a:cubicBezTo>
                    <a:pt x="16538" y="658"/>
                    <a:pt x="15891" y="1"/>
                    <a:pt x="150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9" name="Google Shape;1719;p125"/>
            <p:cNvSpPr/>
            <p:nvPr/>
          </p:nvSpPr>
          <p:spPr>
            <a:xfrm>
              <a:off x="4165952" y="3284741"/>
              <a:ext cx="208557" cy="58162"/>
            </a:xfrm>
            <a:custGeom>
              <a:avLst/>
              <a:gdLst/>
              <a:ahLst/>
              <a:cxnLst/>
              <a:rect l="l" t="t" r="r" b="b"/>
              <a:pathLst>
                <a:path w="10657" h="2972" extrusionOk="0">
                  <a:moveTo>
                    <a:pt x="480" y="1"/>
                  </a:moveTo>
                  <a:cubicBezTo>
                    <a:pt x="216" y="1"/>
                    <a:pt x="0" y="217"/>
                    <a:pt x="0" y="491"/>
                  </a:cubicBezTo>
                  <a:lnTo>
                    <a:pt x="0" y="2971"/>
                  </a:lnTo>
                  <a:lnTo>
                    <a:pt x="10656" y="2971"/>
                  </a:lnTo>
                  <a:lnTo>
                    <a:pt x="10656" y="491"/>
                  </a:lnTo>
                  <a:cubicBezTo>
                    <a:pt x="10656" y="217"/>
                    <a:pt x="10440" y="1"/>
                    <a:pt x="10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0" name="Google Shape;1720;p125"/>
            <p:cNvSpPr/>
            <p:nvPr/>
          </p:nvSpPr>
          <p:spPr>
            <a:xfrm>
              <a:off x="4317502" y="3551598"/>
              <a:ext cx="51430" cy="51450"/>
            </a:xfrm>
            <a:custGeom>
              <a:avLst/>
              <a:gdLst/>
              <a:ahLst/>
              <a:cxnLst/>
              <a:rect l="l" t="t" r="r" b="b"/>
              <a:pathLst>
                <a:path w="2628" h="2629" extrusionOk="0">
                  <a:moveTo>
                    <a:pt x="1" y="1"/>
                  </a:moveTo>
                  <a:lnTo>
                    <a:pt x="1" y="2628"/>
                  </a:lnTo>
                  <a:lnTo>
                    <a:pt x="26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1" name="Google Shape;1721;p125"/>
            <p:cNvSpPr/>
            <p:nvPr/>
          </p:nvSpPr>
          <p:spPr>
            <a:xfrm>
              <a:off x="4165756" y="3456840"/>
              <a:ext cx="208753" cy="151765"/>
            </a:xfrm>
            <a:custGeom>
              <a:avLst/>
              <a:gdLst/>
              <a:ahLst/>
              <a:cxnLst/>
              <a:rect l="l" t="t" r="r" b="b"/>
              <a:pathLst>
                <a:path w="10667" h="7755" extrusionOk="0">
                  <a:moveTo>
                    <a:pt x="490" y="0"/>
                  </a:moveTo>
                  <a:cubicBezTo>
                    <a:pt x="226" y="0"/>
                    <a:pt x="10" y="216"/>
                    <a:pt x="0" y="481"/>
                  </a:cubicBezTo>
                  <a:lnTo>
                    <a:pt x="0" y="7264"/>
                  </a:lnTo>
                  <a:cubicBezTo>
                    <a:pt x="0" y="7529"/>
                    <a:pt x="226" y="7754"/>
                    <a:pt x="490" y="7754"/>
                  </a:cubicBezTo>
                  <a:lnTo>
                    <a:pt x="6784" y="7754"/>
                  </a:lnTo>
                  <a:lnTo>
                    <a:pt x="6784" y="4363"/>
                  </a:lnTo>
                  <a:cubicBezTo>
                    <a:pt x="6784" y="4088"/>
                    <a:pt x="7010" y="3872"/>
                    <a:pt x="7274" y="3872"/>
                  </a:cubicBezTo>
                  <a:lnTo>
                    <a:pt x="10666" y="3872"/>
                  </a:lnTo>
                  <a:lnTo>
                    <a:pt x="10666" y="481"/>
                  </a:lnTo>
                  <a:cubicBezTo>
                    <a:pt x="10666" y="216"/>
                    <a:pt x="10450" y="0"/>
                    <a:pt x="10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22" name="Google Shape;1722;p125"/>
          <p:cNvGrpSpPr/>
          <p:nvPr/>
        </p:nvGrpSpPr>
        <p:grpSpPr>
          <a:xfrm>
            <a:off x="3549927" y="3284741"/>
            <a:ext cx="285291" cy="323864"/>
            <a:chOff x="3549927" y="3284741"/>
            <a:chExt cx="285291" cy="323864"/>
          </a:xfrm>
        </p:grpSpPr>
        <p:sp>
          <p:nvSpPr>
            <p:cNvPr id="1723" name="Google Shape;1723;p125"/>
            <p:cNvSpPr/>
            <p:nvPr/>
          </p:nvSpPr>
          <p:spPr>
            <a:xfrm>
              <a:off x="3549927" y="3361867"/>
              <a:ext cx="285291" cy="246739"/>
            </a:xfrm>
            <a:custGeom>
              <a:avLst/>
              <a:gdLst/>
              <a:ahLst/>
              <a:cxnLst/>
              <a:rect l="l" t="t" r="r" b="b"/>
              <a:pathLst>
                <a:path w="14578" h="12608" extrusionOk="0">
                  <a:moveTo>
                    <a:pt x="6804" y="3922"/>
                  </a:moveTo>
                  <a:cubicBezTo>
                    <a:pt x="5853" y="4118"/>
                    <a:pt x="5108" y="4863"/>
                    <a:pt x="4922" y="5814"/>
                  </a:cubicBezTo>
                  <a:lnTo>
                    <a:pt x="5353" y="5814"/>
                  </a:lnTo>
                  <a:cubicBezTo>
                    <a:pt x="5912" y="5902"/>
                    <a:pt x="5912" y="6696"/>
                    <a:pt x="5353" y="6784"/>
                  </a:cubicBezTo>
                  <a:lnTo>
                    <a:pt x="4922" y="6784"/>
                  </a:lnTo>
                  <a:cubicBezTo>
                    <a:pt x="4922" y="6784"/>
                    <a:pt x="4922" y="6784"/>
                    <a:pt x="4922" y="6784"/>
                  </a:cubicBezTo>
                  <a:lnTo>
                    <a:pt x="4922" y="6784"/>
                  </a:lnTo>
                  <a:cubicBezTo>
                    <a:pt x="5108" y="7735"/>
                    <a:pt x="5853" y="8480"/>
                    <a:pt x="6804" y="8676"/>
                  </a:cubicBezTo>
                  <a:lnTo>
                    <a:pt x="6804" y="8674"/>
                  </a:lnTo>
                  <a:lnTo>
                    <a:pt x="6804" y="8674"/>
                  </a:lnTo>
                  <a:cubicBezTo>
                    <a:pt x="6807" y="8675"/>
                    <a:pt x="6810" y="8676"/>
                    <a:pt x="6814" y="8676"/>
                  </a:cubicBezTo>
                  <a:lnTo>
                    <a:pt x="6814" y="8235"/>
                  </a:lnTo>
                  <a:cubicBezTo>
                    <a:pt x="6774" y="7941"/>
                    <a:pt x="7000" y="7677"/>
                    <a:pt x="7294" y="7677"/>
                  </a:cubicBezTo>
                  <a:cubicBezTo>
                    <a:pt x="7294" y="7677"/>
                    <a:pt x="7294" y="7677"/>
                    <a:pt x="7294" y="7677"/>
                  </a:cubicBezTo>
                  <a:lnTo>
                    <a:pt x="7294" y="7677"/>
                  </a:lnTo>
                  <a:cubicBezTo>
                    <a:pt x="7588" y="7677"/>
                    <a:pt x="7823" y="7941"/>
                    <a:pt x="7774" y="8235"/>
                  </a:cubicBezTo>
                  <a:lnTo>
                    <a:pt x="7774" y="8676"/>
                  </a:lnTo>
                  <a:cubicBezTo>
                    <a:pt x="7778" y="8676"/>
                    <a:pt x="7781" y="8675"/>
                    <a:pt x="7784" y="8674"/>
                  </a:cubicBezTo>
                  <a:lnTo>
                    <a:pt x="7784" y="8674"/>
                  </a:lnTo>
                  <a:lnTo>
                    <a:pt x="7784" y="8676"/>
                  </a:lnTo>
                  <a:cubicBezTo>
                    <a:pt x="8735" y="8471"/>
                    <a:pt x="9470" y="7735"/>
                    <a:pt x="9666" y="6784"/>
                  </a:cubicBezTo>
                  <a:lnTo>
                    <a:pt x="9235" y="6784"/>
                  </a:lnTo>
                  <a:cubicBezTo>
                    <a:pt x="8676" y="6696"/>
                    <a:pt x="8676" y="5902"/>
                    <a:pt x="9235" y="5814"/>
                  </a:cubicBezTo>
                  <a:lnTo>
                    <a:pt x="9676" y="5814"/>
                  </a:lnTo>
                  <a:cubicBezTo>
                    <a:pt x="9480" y="4863"/>
                    <a:pt x="8735" y="4118"/>
                    <a:pt x="7784" y="3922"/>
                  </a:cubicBezTo>
                  <a:lnTo>
                    <a:pt x="7784" y="3924"/>
                  </a:lnTo>
                  <a:lnTo>
                    <a:pt x="7784" y="3924"/>
                  </a:lnTo>
                  <a:cubicBezTo>
                    <a:pt x="7781" y="3923"/>
                    <a:pt x="7778" y="3923"/>
                    <a:pt x="7774" y="3922"/>
                  </a:cubicBezTo>
                  <a:lnTo>
                    <a:pt x="7774" y="4363"/>
                  </a:lnTo>
                  <a:cubicBezTo>
                    <a:pt x="7735" y="4640"/>
                    <a:pt x="7515" y="4780"/>
                    <a:pt x="7294" y="4782"/>
                  </a:cubicBezTo>
                  <a:lnTo>
                    <a:pt x="7294" y="4782"/>
                  </a:lnTo>
                  <a:cubicBezTo>
                    <a:pt x="7073" y="4780"/>
                    <a:pt x="6852" y="4640"/>
                    <a:pt x="6814" y="4363"/>
                  </a:cubicBezTo>
                  <a:lnTo>
                    <a:pt x="6814" y="3922"/>
                  </a:lnTo>
                  <a:cubicBezTo>
                    <a:pt x="6810" y="3923"/>
                    <a:pt x="6807" y="3923"/>
                    <a:pt x="6804" y="3924"/>
                  </a:cubicBezTo>
                  <a:lnTo>
                    <a:pt x="6804" y="3924"/>
                  </a:lnTo>
                  <a:lnTo>
                    <a:pt x="6804" y="3922"/>
                  </a:lnTo>
                  <a:close/>
                  <a:moveTo>
                    <a:pt x="7289" y="2003"/>
                  </a:moveTo>
                  <a:cubicBezTo>
                    <a:pt x="7512" y="2003"/>
                    <a:pt x="7735" y="2143"/>
                    <a:pt x="7774" y="2422"/>
                  </a:cubicBezTo>
                  <a:lnTo>
                    <a:pt x="7774" y="2942"/>
                  </a:lnTo>
                  <a:cubicBezTo>
                    <a:pt x="9264" y="3157"/>
                    <a:pt x="10431" y="4324"/>
                    <a:pt x="10647" y="5814"/>
                  </a:cubicBezTo>
                  <a:lnTo>
                    <a:pt x="11166" y="5814"/>
                  </a:lnTo>
                  <a:cubicBezTo>
                    <a:pt x="11189" y="5811"/>
                    <a:pt x="11211" y="5810"/>
                    <a:pt x="11233" y="5810"/>
                  </a:cubicBezTo>
                  <a:cubicBezTo>
                    <a:pt x="11500" y="5810"/>
                    <a:pt x="11735" y="6023"/>
                    <a:pt x="11735" y="6304"/>
                  </a:cubicBezTo>
                  <a:cubicBezTo>
                    <a:pt x="11735" y="6572"/>
                    <a:pt x="11507" y="6791"/>
                    <a:pt x="11244" y="6791"/>
                  </a:cubicBezTo>
                  <a:cubicBezTo>
                    <a:pt x="11219" y="6791"/>
                    <a:pt x="11192" y="6789"/>
                    <a:pt x="11166" y="6784"/>
                  </a:cubicBezTo>
                  <a:lnTo>
                    <a:pt x="10647" y="6784"/>
                  </a:lnTo>
                  <a:cubicBezTo>
                    <a:pt x="10431" y="8275"/>
                    <a:pt x="9264" y="9441"/>
                    <a:pt x="7774" y="9657"/>
                  </a:cubicBezTo>
                  <a:lnTo>
                    <a:pt x="7774" y="10176"/>
                  </a:lnTo>
                  <a:cubicBezTo>
                    <a:pt x="7735" y="10456"/>
                    <a:pt x="7512" y="10595"/>
                    <a:pt x="7289" y="10595"/>
                  </a:cubicBezTo>
                  <a:cubicBezTo>
                    <a:pt x="7066" y="10595"/>
                    <a:pt x="6843" y="10456"/>
                    <a:pt x="6804" y="10176"/>
                  </a:cubicBezTo>
                  <a:lnTo>
                    <a:pt x="6804" y="9657"/>
                  </a:lnTo>
                  <a:cubicBezTo>
                    <a:pt x="5323" y="9441"/>
                    <a:pt x="4147" y="8275"/>
                    <a:pt x="3931" y="6784"/>
                  </a:cubicBezTo>
                  <a:lnTo>
                    <a:pt x="3412" y="6784"/>
                  </a:lnTo>
                  <a:cubicBezTo>
                    <a:pt x="3386" y="6789"/>
                    <a:pt x="3360" y="6791"/>
                    <a:pt x="3334" y="6791"/>
                  </a:cubicBezTo>
                  <a:cubicBezTo>
                    <a:pt x="3073" y="6791"/>
                    <a:pt x="2853" y="6572"/>
                    <a:pt x="2853" y="6304"/>
                  </a:cubicBezTo>
                  <a:cubicBezTo>
                    <a:pt x="2853" y="6023"/>
                    <a:pt x="3079" y="5810"/>
                    <a:pt x="3345" y="5810"/>
                  </a:cubicBezTo>
                  <a:cubicBezTo>
                    <a:pt x="3367" y="5810"/>
                    <a:pt x="3390" y="5811"/>
                    <a:pt x="3412" y="5814"/>
                  </a:cubicBezTo>
                  <a:lnTo>
                    <a:pt x="3931" y="5814"/>
                  </a:lnTo>
                  <a:cubicBezTo>
                    <a:pt x="4147" y="4324"/>
                    <a:pt x="5323" y="3157"/>
                    <a:pt x="6804" y="2942"/>
                  </a:cubicBezTo>
                  <a:lnTo>
                    <a:pt x="6804" y="2422"/>
                  </a:lnTo>
                  <a:cubicBezTo>
                    <a:pt x="6843" y="2143"/>
                    <a:pt x="7066" y="2003"/>
                    <a:pt x="7289" y="2003"/>
                  </a:cubicBezTo>
                  <a:close/>
                  <a:moveTo>
                    <a:pt x="1471" y="1"/>
                  </a:moveTo>
                  <a:cubicBezTo>
                    <a:pt x="1216" y="1"/>
                    <a:pt x="1010" y="197"/>
                    <a:pt x="991" y="442"/>
                  </a:cubicBezTo>
                  <a:lnTo>
                    <a:pt x="20" y="12078"/>
                  </a:lnTo>
                  <a:cubicBezTo>
                    <a:pt x="0" y="12362"/>
                    <a:pt x="216" y="12598"/>
                    <a:pt x="500" y="12607"/>
                  </a:cubicBezTo>
                  <a:lnTo>
                    <a:pt x="14078" y="12607"/>
                  </a:lnTo>
                  <a:cubicBezTo>
                    <a:pt x="14362" y="12598"/>
                    <a:pt x="14578" y="12362"/>
                    <a:pt x="14558" y="12078"/>
                  </a:cubicBezTo>
                  <a:lnTo>
                    <a:pt x="13587" y="442"/>
                  </a:lnTo>
                  <a:cubicBezTo>
                    <a:pt x="13568" y="197"/>
                    <a:pt x="13362" y="1"/>
                    <a:pt x="13107" y="1"/>
                  </a:cubicBezTo>
                  <a:lnTo>
                    <a:pt x="10686" y="1"/>
                  </a:lnTo>
                  <a:lnTo>
                    <a:pt x="10686" y="1452"/>
                  </a:lnTo>
                  <a:cubicBezTo>
                    <a:pt x="10725" y="1756"/>
                    <a:pt x="10500" y="2020"/>
                    <a:pt x="10196" y="2020"/>
                  </a:cubicBezTo>
                  <a:cubicBezTo>
                    <a:pt x="9902" y="2020"/>
                    <a:pt x="9666" y="1756"/>
                    <a:pt x="9715" y="1452"/>
                  </a:cubicBezTo>
                  <a:lnTo>
                    <a:pt x="9715" y="1"/>
                  </a:lnTo>
                  <a:lnTo>
                    <a:pt x="4873" y="1"/>
                  </a:lnTo>
                  <a:lnTo>
                    <a:pt x="4873" y="1452"/>
                  </a:lnTo>
                  <a:cubicBezTo>
                    <a:pt x="4912" y="1756"/>
                    <a:pt x="4686" y="2020"/>
                    <a:pt x="4382" y="2020"/>
                  </a:cubicBezTo>
                  <a:cubicBezTo>
                    <a:pt x="4079" y="2020"/>
                    <a:pt x="3853" y="1756"/>
                    <a:pt x="3902" y="1452"/>
                  </a:cubicBezTo>
                  <a:lnTo>
                    <a:pt x="39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4" name="Google Shape;1724;p125"/>
            <p:cNvSpPr/>
            <p:nvPr/>
          </p:nvSpPr>
          <p:spPr>
            <a:xfrm>
              <a:off x="3626290" y="3284741"/>
              <a:ext cx="132763" cy="77145"/>
            </a:xfrm>
            <a:custGeom>
              <a:avLst/>
              <a:gdLst/>
              <a:ahLst/>
              <a:cxnLst/>
              <a:rect l="l" t="t" r="r" b="b"/>
              <a:pathLst>
                <a:path w="6784" h="3942" extrusionOk="0">
                  <a:moveTo>
                    <a:pt x="3392" y="1"/>
                  </a:moveTo>
                  <a:cubicBezTo>
                    <a:pt x="1520" y="1"/>
                    <a:pt x="0" y="1520"/>
                    <a:pt x="0" y="3393"/>
                  </a:cubicBezTo>
                  <a:lnTo>
                    <a:pt x="0" y="3942"/>
                  </a:lnTo>
                  <a:lnTo>
                    <a:pt x="971" y="3942"/>
                  </a:lnTo>
                  <a:lnTo>
                    <a:pt x="971" y="3393"/>
                  </a:lnTo>
                  <a:cubicBezTo>
                    <a:pt x="971" y="2060"/>
                    <a:pt x="2049" y="971"/>
                    <a:pt x="3392" y="971"/>
                  </a:cubicBezTo>
                  <a:cubicBezTo>
                    <a:pt x="4725" y="971"/>
                    <a:pt x="5813" y="2060"/>
                    <a:pt x="5813" y="3393"/>
                  </a:cubicBezTo>
                  <a:lnTo>
                    <a:pt x="5813" y="3942"/>
                  </a:lnTo>
                  <a:lnTo>
                    <a:pt x="6784" y="3942"/>
                  </a:lnTo>
                  <a:lnTo>
                    <a:pt x="6784" y="3393"/>
                  </a:lnTo>
                  <a:cubicBezTo>
                    <a:pt x="6784" y="1520"/>
                    <a:pt x="5264" y="1"/>
                    <a:pt x="3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25" name="Google Shape;1725;p125"/>
          <p:cNvGrpSpPr/>
          <p:nvPr/>
        </p:nvGrpSpPr>
        <p:grpSpPr>
          <a:xfrm>
            <a:off x="2918951" y="3304311"/>
            <a:ext cx="333825" cy="284763"/>
            <a:chOff x="2918951" y="3304311"/>
            <a:chExt cx="333825" cy="284763"/>
          </a:xfrm>
        </p:grpSpPr>
        <p:sp>
          <p:nvSpPr>
            <p:cNvPr id="1726" name="Google Shape;1726;p125"/>
            <p:cNvSpPr/>
            <p:nvPr/>
          </p:nvSpPr>
          <p:spPr>
            <a:xfrm>
              <a:off x="3115591" y="3324703"/>
              <a:ext cx="137186" cy="93682"/>
            </a:xfrm>
            <a:custGeom>
              <a:avLst/>
              <a:gdLst/>
              <a:ahLst/>
              <a:cxnLst/>
              <a:rect l="l" t="t" r="r" b="b"/>
              <a:pathLst>
                <a:path w="7010" h="4787" extrusionOk="0">
                  <a:moveTo>
                    <a:pt x="5413" y="0"/>
                  </a:moveTo>
                  <a:cubicBezTo>
                    <a:pt x="5191" y="0"/>
                    <a:pt x="4970" y="140"/>
                    <a:pt x="4931" y="420"/>
                  </a:cubicBezTo>
                  <a:lnTo>
                    <a:pt x="4931" y="3811"/>
                  </a:lnTo>
                  <a:lnTo>
                    <a:pt x="3961" y="3811"/>
                  </a:lnTo>
                  <a:lnTo>
                    <a:pt x="3961" y="1380"/>
                  </a:lnTo>
                  <a:cubicBezTo>
                    <a:pt x="3917" y="1106"/>
                    <a:pt x="3694" y="968"/>
                    <a:pt x="3472" y="968"/>
                  </a:cubicBezTo>
                  <a:cubicBezTo>
                    <a:pt x="3250" y="968"/>
                    <a:pt x="3029" y="1106"/>
                    <a:pt x="2990" y="1380"/>
                  </a:cubicBezTo>
                  <a:lnTo>
                    <a:pt x="2990" y="3811"/>
                  </a:lnTo>
                  <a:lnTo>
                    <a:pt x="2020" y="3811"/>
                  </a:lnTo>
                  <a:lnTo>
                    <a:pt x="2020" y="2351"/>
                  </a:lnTo>
                  <a:cubicBezTo>
                    <a:pt x="1976" y="2076"/>
                    <a:pt x="1755" y="1939"/>
                    <a:pt x="1534" y="1939"/>
                  </a:cubicBezTo>
                  <a:cubicBezTo>
                    <a:pt x="1314" y="1939"/>
                    <a:pt x="1093" y="2076"/>
                    <a:pt x="1049" y="2351"/>
                  </a:cubicBezTo>
                  <a:lnTo>
                    <a:pt x="1049" y="3811"/>
                  </a:lnTo>
                  <a:lnTo>
                    <a:pt x="559" y="3811"/>
                  </a:lnTo>
                  <a:cubicBezTo>
                    <a:pt x="0" y="3890"/>
                    <a:pt x="0" y="4694"/>
                    <a:pt x="559" y="4782"/>
                  </a:cubicBezTo>
                  <a:lnTo>
                    <a:pt x="6441" y="4782"/>
                  </a:lnTo>
                  <a:cubicBezTo>
                    <a:pt x="6463" y="4785"/>
                    <a:pt x="6486" y="4786"/>
                    <a:pt x="6508" y="4786"/>
                  </a:cubicBezTo>
                  <a:cubicBezTo>
                    <a:pt x="6775" y="4786"/>
                    <a:pt x="7009" y="4572"/>
                    <a:pt x="7009" y="4292"/>
                  </a:cubicBezTo>
                  <a:cubicBezTo>
                    <a:pt x="7009" y="4016"/>
                    <a:pt x="6783" y="3805"/>
                    <a:pt x="6522" y="3805"/>
                  </a:cubicBezTo>
                  <a:cubicBezTo>
                    <a:pt x="6495" y="3805"/>
                    <a:pt x="6468" y="3807"/>
                    <a:pt x="6441" y="3811"/>
                  </a:cubicBezTo>
                  <a:lnTo>
                    <a:pt x="5902" y="3811"/>
                  </a:lnTo>
                  <a:lnTo>
                    <a:pt x="5902" y="420"/>
                  </a:lnTo>
                  <a:cubicBezTo>
                    <a:pt x="5858" y="140"/>
                    <a:pt x="5635" y="0"/>
                    <a:pt x="54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7" name="Google Shape;1727;p125"/>
            <p:cNvSpPr/>
            <p:nvPr/>
          </p:nvSpPr>
          <p:spPr>
            <a:xfrm>
              <a:off x="2956741" y="3304311"/>
              <a:ext cx="274352" cy="284763"/>
            </a:xfrm>
            <a:custGeom>
              <a:avLst/>
              <a:gdLst/>
              <a:ahLst/>
              <a:cxnLst/>
              <a:rect l="l" t="t" r="r" b="b"/>
              <a:pathLst>
                <a:path w="14019" h="14551" extrusionOk="0">
                  <a:moveTo>
                    <a:pt x="6711" y="1"/>
                  </a:moveTo>
                  <a:cubicBezTo>
                    <a:pt x="3770" y="1"/>
                    <a:pt x="1115" y="1783"/>
                    <a:pt x="0" y="4510"/>
                  </a:cubicBezTo>
                  <a:lnTo>
                    <a:pt x="6892" y="6804"/>
                  </a:lnTo>
                  <a:cubicBezTo>
                    <a:pt x="7186" y="6912"/>
                    <a:pt x="7304" y="7255"/>
                    <a:pt x="7147" y="7530"/>
                  </a:cubicBezTo>
                  <a:lnTo>
                    <a:pt x="3304" y="13676"/>
                  </a:lnTo>
                  <a:cubicBezTo>
                    <a:pt x="4422" y="14276"/>
                    <a:pt x="5595" y="14551"/>
                    <a:pt x="6738" y="14551"/>
                  </a:cubicBezTo>
                  <a:cubicBezTo>
                    <a:pt x="10542" y="14551"/>
                    <a:pt x="14011" y="11504"/>
                    <a:pt x="14019" y="7275"/>
                  </a:cubicBezTo>
                  <a:cubicBezTo>
                    <a:pt x="14019" y="7000"/>
                    <a:pt x="13793" y="6785"/>
                    <a:pt x="13529" y="6785"/>
                  </a:cubicBezTo>
                  <a:lnTo>
                    <a:pt x="7225" y="6785"/>
                  </a:lnTo>
                  <a:lnTo>
                    <a:pt x="7225" y="491"/>
                  </a:lnTo>
                  <a:cubicBezTo>
                    <a:pt x="7225" y="217"/>
                    <a:pt x="7000" y="1"/>
                    <a:pt x="6735" y="1"/>
                  </a:cubicBezTo>
                  <a:cubicBezTo>
                    <a:pt x="6727" y="1"/>
                    <a:pt x="6719" y="1"/>
                    <a:pt x="67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8" name="Google Shape;1728;p125"/>
            <p:cNvSpPr/>
            <p:nvPr/>
          </p:nvSpPr>
          <p:spPr>
            <a:xfrm>
              <a:off x="2918951" y="3407641"/>
              <a:ext cx="155210" cy="166091"/>
            </a:xfrm>
            <a:custGeom>
              <a:avLst/>
              <a:gdLst/>
              <a:ahLst/>
              <a:cxnLst/>
              <a:rect l="l" t="t" r="r" b="b"/>
              <a:pathLst>
                <a:path w="7931" h="8487" extrusionOk="0">
                  <a:moveTo>
                    <a:pt x="1065" y="1"/>
                  </a:moveTo>
                  <a:cubicBezTo>
                    <a:pt x="842" y="1"/>
                    <a:pt x="636" y="154"/>
                    <a:pt x="588" y="387"/>
                  </a:cubicBezTo>
                  <a:cubicBezTo>
                    <a:pt x="0" y="3377"/>
                    <a:pt x="1098" y="6455"/>
                    <a:pt x="3461" y="8376"/>
                  </a:cubicBezTo>
                  <a:cubicBezTo>
                    <a:pt x="3554" y="8451"/>
                    <a:pt x="3664" y="8486"/>
                    <a:pt x="3772" y="8486"/>
                  </a:cubicBezTo>
                  <a:cubicBezTo>
                    <a:pt x="3934" y="8486"/>
                    <a:pt x="4092" y="8406"/>
                    <a:pt x="4186" y="8259"/>
                  </a:cubicBezTo>
                  <a:lnTo>
                    <a:pt x="7931" y="2250"/>
                  </a:lnTo>
                  <a:lnTo>
                    <a:pt x="1216" y="24"/>
                  </a:lnTo>
                  <a:cubicBezTo>
                    <a:pt x="1166" y="8"/>
                    <a:pt x="1115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29" name="Google Shape;1729;p125"/>
          <p:cNvGrpSpPr/>
          <p:nvPr/>
        </p:nvGrpSpPr>
        <p:grpSpPr>
          <a:xfrm>
            <a:off x="2354337" y="3284741"/>
            <a:ext cx="284724" cy="323883"/>
            <a:chOff x="2354337" y="3284741"/>
            <a:chExt cx="284724" cy="323883"/>
          </a:xfrm>
        </p:grpSpPr>
        <p:sp>
          <p:nvSpPr>
            <p:cNvPr id="1730" name="Google Shape;1730;p125"/>
            <p:cNvSpPr/>
            <p:nvPr/>
          </p:nvSpPr>
          <p:spPr>
            <a:xfrm>
              <a:off x="2483636" y="3513612"/>
              <a:ext cx="22466" cy="19120"/>
            </a:xfrm>
            <a:custGeom>
              <a:avLst/>
              <a:gdLst/>
              <a:ahLst/>
              <a:cxnLst/>
              <a:rect l="l" t="t" r="r" b="b"/>
              <a:pathLst>
                <a:path w="1148" h="977" extrusionOk="0">
                  <a:moveTo>
                    <a:pt x="658" y="1"/>
                  </a:moveTo>
                  <a:cubicBezTo>
                    <a:pt x="217" y="1"/>
                    <a:pt x="1" y="521"/>
                    <a:pt x="315" y="834"/>
                  </a:cubicBezTo>
                  <a:cubicBezTo>
                    <a:pt x="413" y="932"/>
                    <a:pt x="534" y="976"/>
                    <a:pt x="654" y="976"/>
                  </a:cubicBezTo>
                  <a:cubicBezTo>
                    <a:pt x="905" y="976"/>
                    <a:pt x="1148" y="783"/>
                    <a:pt x="1148" y="491"/>
                  </a:cubicBezTo>
                  <a:cubicBezTo>
                    <a:pt x="1148" y="217"/>
                    <a:pt x="932" y="1"/>
                    <a:pt x="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1" name="Google Shape;1731;p125"/>
            <p:cNvSpPr/>
            <p:nvPr/>
          </p:nvSpPr>
          <p:spPr>
            <a:xfrm>
              <a:off x="2354337" y="3284741"/>
              <a:ext cx="284724" cy="323883"/>
            </a:xfrm>
            <a:custGeom>
              <a:avLst/>
              <a:gdLst/>
              <a:ahLst/>
              <a:cxnLst/>
              <a:rect l="l" t="t" r="r" b="b"/>
              <a:pathLst>
                <a:path w="14549" h="16550" extrusionOk="0">
                  <a:moveTo>
                    <a:pt x="7275" y="1"/>
                  </a:moveTo>
                  <a:cubicBezTo>
                    <a:pt x="3255" y="1"/>
                    <a:pt x="1" y="3256"/>
                    <a:pt x="1" y="7275"/>
                  </a:cubicBezTo>
                  <a:lnTo>
                    <a:pt x="1" y="11216"/>
                  </a:lnTo>
                  <a:cubicBezTo>
                    <a:pt x="1" y="12019"/>
                    <a:pt x="648" y="12666"/>
                    <a:pt x="1451" y="12666"/>
                  </a:cubicBezTo>
                  <a:lnTo>
                    <a:pt x="3392" y="12666"/>
                  </a:lnTo>
                  <a:cubicBezTo>
                    <a:pt x="3657" y="12666"/>
                    <a:pt x="3873" y="12451"/>
                    <a:pt x="3873" y="12176"/>
                  </a:cubicBezTo>
                  <a:lnTo>
                    <a:pt x="3873" y="7334"/>
                  </a:lnTo>
                  <a:cubicBezTo>
                    <a:pt x="3873" y="7069"/>
                    <a:pt x="3657" y="6843"/>
                    <a:pt x="3392" y="6843"/>
                  </a:cubicBezTo>
                  <a:lnTo>
                    <a:pt x="1451" y="6843"/>
                  </a:lnTo>
                  <a:cubicBezTo>
                    <a:pt x="1295" y="6843"/>
                    <a:pt x="1128" y="6873"/>
                    <a:pt x="981" y="6922"/>
                  </a:cubicBezTo>
                  <a:cubicBezTo>
                    <a:pt x="1157" y="3579"/>
                    <a:pt x="3922" y="952"/>
                    <a:pt x="7275" y="952"/>
                  </a:cubicBezTo>
                  <a:cubicBezTo>
                    <a:pt x="10617" y="952"/>
                    <a:pt x="13382" y="3579"/>
                    <a:pt x="13558" y="6922"/>
                  </a:cubicBezTo>
                  <a:cubicBezTo>
                    <a:pt x="13411" y="6873"/>
                    <a:pt x="13245" y="6843"/>
                    <a:pt x="13088" y="6843"/>
                  </a:cubicBezTo>
                  <a:lnTo>
                    <a:pt x="11147" y="6843"/>
                  </a:lnTo>
                  <a:cubicBezTo>
                    <a:pt x="10882" y="6843"/>
                    <a:pt x="10666" y="7069"/>
                    <a:pt x="10666" y="7334"/>
                  </a:cubicBezTo>
                  <a:lnTo>
                    <a:pt x="10666" y="12186"/>
                  </a:lnTo>
                  <a:cubicBezTo>
                    <a:pt x="10666" y="12451"/>
                    <a:pt x="10882" y="12666"/>
                    <a:pt x="11147" y="12676"/>
                  </a:cubicBezTo>
                  <a:lnTo>
                    <a:pt x="13088" y="12676"/>
                  </a:lnTo>
                  <a:cubicBezTo>
                    <a:pt x="13254" y="12676"/>
                    <a:pt x="13421" y="12647"/>
                    <a:pt x="13578" y="12588"/>
                  </a:cubicBezTo>
                  <a:lnTo>
                    <a:pt x="13578" y="13157"/>
                  </a:lnTo>
                  <a:cubicBezTo>
                    <a:pt x="13578" y="13960"/>
                    <a:pt x="12921" y="14607"/>
                    <a:pt x="12117" y="14607"/>
                  </a:cubicBezTo>
                  <a:lnTo>
                    <a:pt x="8647" y="14607"/>
                  </a:lnTo>
                  <a:cubicBezTo>
                    <a:pt x="8441" y="14024"/>
                    <a:pt x="7889" y="13643"/>
                    <a:pt x="7288" y="13643"/>
                  </a:cubicBezTo>
                  <a:cubicBezTo>
                    <a:pt x="7202" y="13643"/>
                    <a:pt x="7116" y="13651"/>
                    <a:pt x="7029" y="13666"/>
                  </a:cubicBezTo>
                  <a:cubicBezTo>
                    <a:pt x="6333" y="13784"/>
                    <a:pt x="5824" y="14392"/>
                    <a:pt x="5824" y="15098"/>
                  </a:cubicBezTo>
                  <a:cubicBezTo>
                    <a:pt x="5824" y="15803"/>
                    <a:pt x="6333" y="16411"/>
                    <a:pt x="7029" y="16529"/>
                  </a:cubicBezTo>
                  <a:cubicBezTo>
                    <a:pt x="7111" y="16543"/>
                    <a:pt x="7192" y="16549"/>
                    <a:pt x="7272" y="16549"/>
                  </a:cubicBezTo>
                  <a:cubicBezTo>
                    <a:pt x="7879" y="16549"/>
                    <a:pt x="8439" y="16167"/>
                    <a:pt x="8647" y="15578"/>
                  </a:cubicBezTo>
                  <a:lnTo>
                    <a:pt x="12127" y="15578"/>
                  </a:lnTo>
                  <a:cubicBezTo>
                    <a:pt x="13460" y="15578"/>
                    <a:pt x="14548" y="14500"/>
                    <a:pt x="14548" y="13157"/>
                  </a:cubicBezTo>
                  <a:lnTo>
                    <a:pt x="14548" y="7275"/>
                  </a:lnTo>
                  <a:cubicBezTo>
                    <a:pt x="14548" y="3262"/>
                    <a:pt x="11304" y="11"/>
                    <a:pt x="7293" y="11"/>
                  </a:cubicBezTo>
                  <a:cubicBezTo>
                    <a:pt x="7287" y="11"/>
                    <a:pt x="7281" y="11"/>
                    <a:pt x="7275" y="11"/>
                  </a:cubicBezTo>
                  <a:lnTo>
                    <a:pt x="72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2" name="Google Shape;1732;p125"/>
            <p:cNvSpPr/>
            <p:nvPr/>
          </p:nvSpPr>
          <p:spPr>
            <a:xfrm>
              <a:off x="2467335" y="3418815"/>
              <a:ext cx="62957" cy="74640"/>
            </a:xfrm>
            <a:custGeom>
              <a:avLst/>
              <a:gdLst/>
              <a:ahLst/>
              <a:cxnLst/>
              <a:rect l="l" t="t" r="r" b="b"/>
              <a:pathLst>
                <a:path w="3217" h="3814" extrusionOk="0">
                  <a:moveTo>
                    <a:pt x="1500" y="0"/>
                  </a:moveTo>
                  <a:cubicBezTo>
                    <a:pt x="740" y="0"/>
                    <a:pt x="40" y="604"/>
                    <a:pt x="40" y="1453"/>
                  </a:cubicBezTo>
                  <a:cubicBezTo>
                    <a:pt x="1" y="1747"/>
                    <a:pt x="226" y="2012"/>
                    <a:pt x="530" y="2012"/>
                  </a:cubicBezTo>
                  <a:cubicBezTo>
                    <a:pt x="824" y="2012"/>
                    <a:pt x="1059" y="1747"/>
                    <a:pt x="1010" y="1453"/>
                  </a:cubicBezTo>
                  <a:cubicBezTo>
                    <a:pt x="1003" y="1163"/>
                    <a:pt x="1243" y="953"/>
                    <a:pt x="1505" y="953"/>
                  </a:cubicBezTo>
                  <a:cubicBezTo>
                    <a:pt x="1589" y="953"/>
                    <a:pt x="1675" y="974"/>
                    <a:pt x="1755" y="1022"/>
                  </a:cubicBezTo>
                  <a:cubicBezTo>
                    <a:pt x="2089" y="1228"/>
                    <a:pt x="2069" y="1708"/>
                    <a:pt x="1726" y="1884"/>
                  </a:cubicBezTo>
                  <a:cubicBezTo>
                    <a:pt x="1275" y="2130"/>
                    <a:pt x="1001" y="2610"/>
                    <a:pt x="1010" y="3129"/>
                  </a:cubicBezTo>
                  <a:lnTo>
                    <a:pt x="1010" y="3394"/>
                  </a:lnTo>
                  <a:cubicBezTo>
                    <a:pt x="1054" y="3674"/>
                    <a:pt x="1275" y="3813"/>
                    <a:pt x="1496" y="3813"/>
                  </a:cubicBezTo>
                  <a:cubicBezTo>
                    <a:pt x="1716" y="3813"/>
                    <a:pt x="1937" y="3674"/>
                    <a:pt x="1981" y="3394"/>
                  </a:cubicBezTo>
                  <a:lnTo>
                    <a:pt x="1981" y="3129"/>
                  </a:lnTo>
                  <a:cubicBezTo>
                    <a:pt x="1971" y="2973"/>
                    <a:pt x="2040" y="2826"/>
                    <a:pt x="2177" y="2737"/>
                  </a:cubicBezTo>
                  <a:cubicBezTo>
                    <a:pt x="3177" y="2218"/>
                    <a:pt x="3216" y="796"/>
                    <a:pt x="2246" y="208"/>
                  </a:cubicBezTo>
                  <a:cubicBezTo>
                    <a:pt x="2006" y="65"/>
                    <a:pt x="1750" y="0"/>
                    <a:pt x="1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33" name="Google Shape;1733;p125"/>
          <p:cNvGrpSpPr/>
          <p:nvPr/>
        </p:nvGrpSpPr>
        <p:grpSpPr>
          <a:xfrm>
            <a:off x="4107438" y="2753866"/>
            <a:ext cx="324803" cy="323903"/>
            <a:chOff x="4107438" y="2753866"/>
            <a:chExt cx="324803" cy="323903"/>
          </a:xfrm>
        </p:grpSpPr>
        <p:sp>
          <p:nvSpPr>
            <p:cNvPr id="1734" name="Google Shape;1734;p125"/>
            <p:cNvSpPr/>
            <p:nvPr/>
          </p:nvSpPr>
          <p:spPr>
            <a:xfrm>
              <a:off x="4174582" y="2753866"/>
              <a:ext cx="118575" cy="116755"/>
            </a:xfrm>
            <a:custGeom>
              <a:avLst/>
              <a:gdLst/>
              <a:ahLst/>
              <a:cxnLst/>
              <a:rect l="l" t="t" r="r" b="b"/>
              <a:pathLst>
                <a:path w="6059" h="5966" extrusionOk="0">
                  <a:moveTo>
                    <a:pt x="4641" y="0"/>
                  </a:moveTo>
                  <a:cubicBezTo>
                    <a:pt x="4517" y="0"/>
                    <a:pt x="4392" y="47"/>
                    <a:pt x="4294" y="140"/>
                  </a:cubicBezTo>
                  <a:lnTo>
                    <a:pt x="187" y="4257"/>
                  </a:lnTo>
                  <a:cubicBezTo>
                    <a:pt x="0" y="4444"/>
                    <a:pt x="0" y="4748"/>
                    <a:pt x="187" y="4944"/>
                  </a:cubicBezTo>
                  <a:lnTo>
                    <a:pt x="1069" y="5826"/>
                  </a:lnTo>
                  <a:cubicBezTo>
                    <a:pt x="1162" y="5919"/>
                    <a:pt x="1284" y="5966"/>
                    <a:pt x="1408" y="5966"/>
                  </a:cubicBezTo>
                  <a:cubicBezTo>
                    <a:pt x="1532" y="5966"/>
                    <a:pt x="1657" y="5919"/>
                    <a:pt x="1755" y="5826"/>
                  </a:cubicBezTo>
                  <a:lnTo>
                    <a:pt x="5863" y="1718"/>
                  </a:lnTo>
                  <a:cubicBezTo>
                    <a:pt x="6059" y="1522"/>
                    <a:pt x="6059" y="1218"/>
                    <a:pt x="5863" y="1032"/>
                  </a:cubicBezTo>
                  <a:lnTo>
                    <a:pt x="4980" y="140"/>
                  </a:lnTo>
                  <a:cubicBezTo>
                    <a:pt x="4887" y="47"/>
                    <a:pt x="4765" y="0"/>
                    <a:pt x="4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5" name="Google Shape;1735;p125"/>
            <p:cNvSpPr/>
            <p:nvPr/>
          </p:nvSpPr>
          <p:spPr>
            <a:xfrm>
              <a:off x="4291219" y="2870699"/>
              <a:ext cx="118575" cy="116755"/>
            </a:xfrm>
            <a:custGeom>
              <a:avLst/>
              <a:gdLst/>
              <a:ahLst/>
              <a:cxnLst/>
              <a:rect l="l" t="t" r="r" b="b"/>
              <a:pathLst>
                <a:path w="6059" h="5966" extrusionOk="0">
                  <a:moveTo>
                    <a:pt x="4644" y="1"/>
                  </a:moveTo>
                  <a:cubicBezTo>
                    <a:pt x="4520" y="1"/>
                    <a:pt x="4397" y="47"/>
                    <a:pt x="4304" y="140"/>
                  </a:cubicBezTo>
                  <a:lnTo>
                    <a:pt x="187" y="4257"/>
                  </a:lnTo>
                  <a:cubicBezTo>
                    <a:pt x="1" y="4444"/>
                    <a:pt x="1" y="4748"/>
                    <a:pt x="187" y="4944"/>
                  </a:cubicBezTo>
                  <a:lnTo>
                    <a:pt x="1079" y="5826"/>
                  </a:lnTo>
                  <a:cubicBezTo>
                    <a:pt x="1172" y="5919"/>
                    <a:pt x="1295" y="5966"/>
                    <a:pt x="1418" y="5966"/>
                  </a:cubicBezTo>
                  <a:cubicBezTo>
                    <a:pt x="1542" y="5966"/>
                    <a:pt x="1667" y="5919"/>
                    <a:pt x="1765" y="5826"/>
                  </a:cubicBezTo>
                  <a:lnTo>
                    <a:pt x="5873" y="1719"/>
                  </a:lnTo>
                  <a:cubicBezTo>
                    <a:pt x="6059" y="1522"/>
                    <a:pt x="6059" y="1219"/>
                    <a:pt x="5873" y="1032"/>
                  </a:cubicBezTo>
                  <a:lnTo>
                    <a:pt x="4990" y="140"/>
                  </a:lnTo>
                  <a:cubicBezTo>
                    <a:pt x="4892" y="47"/>
                    <a:pt x="4767" y="1"/>
                    <a:pt x="4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6" name="Google Shape;1736;p125"/>
            <p:cNvSpPr/>
            <p:nvPr/>
          </p:nvSpPr>
          <p:spPr>
            <a:xfrm>
              <a:off x="4220807" y="2799386"/>
              <a:ext cx="142567" cy="142548"/>
            </a:xfrm>
            <a:custGeom>
              <a:avLst/>
              <a:gdLst/>
              <a:ahLst/>
              <a:cxnLst/>
              <a:rect l="l" t="t" r="r" b="b"/>
              <a:pathLst>
                <a:path w="7285" h="7284" extrusionOk="0">
                  <a:moveTo>
                    <a:pt x="4255" y="0"/>
                  </a:moveTo>
                  <a:cubicBezTo>
                    <a:pt x="4206" y="69"/>
                    <a:pt x="60" y="4216"/>
                    <a:pt x="1" y="4255"/>
                  </a:cubicBezTo>
                  <a:cubicBezTo>
                    <a:pt x="1491" y="4637"/>
                    <a:pt x="2648" y="5804"/>
                    <a:pt x="3030" y="7284"/>
                  </a:cubicBezTo>
                  <a:cubicBezTo>
                    <a:pt x="3089" y="7225"/>
                    <a:pt x="7235" y="3078"/>
                    <a:pt x="7284" y="3029"/>
                  </a:cubicBezTo>
                  <a:cubicBezTo>
                    <a:pt x="6569" y="2824"/>
                    <a:pt x="5902" y="2451"/>
                    <a:pt x="5363" y="1931"/>
                  </a:cubicBezTo>
                  <a:cubicBezTo>
                    <a:pt x="4745" y="1314"/>
                    <a:pt x="4412" y="520"/>
                    <a:pt x="4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7" name="Google Shape;1737;p125"/>
            <p:cNvSpPr/>
            <p:nvPr/>
          </p:nvSpPr>
          <p:spPr>
            <a:xfrm>
              <a:off x="4107438" y="2902402"/>
              <a:ext cx="153116" cy="152196"/>
            </a:xfrm>
            <a:custGeom>
              <a:avLst/>
              <a:gdLst/>
              <a:ahLst/>
              <a:cxnLst/>
              <a:rect l="l" t="t" r="r" b="b"/>
              <a:pathLst>
                <a:path w="7824" h="7777" extrusionOk="0">
                  <a:moveTo>
                    <a:pt x="5764" y="0"/>
                  </a:moveTo>
                  <a:lnTo>
                    <a:pt x="186" y="5578"/>
                  </a:lnTo>
                  <a:cubicBezTo>
                    <a:pt x="0" y="5765"/>
                    <a:pt x="0" y="6069"/>
                    <a:pt x="186" y="6265"/>
                  </a:cubicBezTo>
                  <a:lnTo>
                    <a:pt x="1559" y="7637"/>
                  </a:lnTo>
                  <a:cubicBezTo>
                    <a:pt x="1652" y="7730"/>
                    <a:pt x="1775" y="7777"/>
                    <a:pt x="1898" y="7777"/>
                  </a:cubicBezTo>
                  <a:cubicBezTo>
                    <a:pt x="2022" y="7777"/>
                    <a:pt x="2147" y="7730"/>
                    <a:pt x="2245" y="7637"/>
                  </a:cubicBezTo>
                  <a:lnTo>
                    <a:pt x="7823" y="2059"/>
                  </a:lnTo>
                  <a:cubicBezTo>
                    <a:pt x="7509" y="1079"/>
                    <a:pt x="6745" y="304"/>
                    <a:pt x="5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8" name="Google Shape;1738;p125"/>
            <p:cNvSpPr/>
            <p:nvPr/>
          </p:nvSpPr>
          <p:spPr>
            <a:xfrm>
              <a:off x="4299282" y="3020762"/>
              <a:ext cx="132959" cy="57007"/>
            </a:xfrm>
            <a:custGeom>
              <a:avLst/>
              <a:gdLst/>
              <a:ahLst/>
              <a:cxnLst/>
              <a:rect l="l" t="t" r="r" b="b"/>
              <a:pathLst>
                <a:path w="6794" h="2913" extrusionOk="0">
                  <a:moveTo>
                    <a:pt x="5351" y="1"/>
                  </a:moveTo>
                  <a:cubicBezTo>
                    <a:pt x="5345" y="1"/>
                    <a:pt x="5339" y="1"/>
                    <a:pt x="5333" y="1"/>
                  </a:cubicBezTo>
                  <a:lnTo>
                    <a:pt x="1451" y="1"/>
                  </a:lnTo>
                  <a:cubicBezTo>
                    <a:pt x="657" y="1"/>
                    <a:pt x="0" y="648"/>
                    <a:pt x="0" y="1452"/>
                  </a:cubicBezTo>
                  <a:lnTo>
                    <a:pt x="0" y="2422"/>
                  </a:lnTo>
                  <a:cubicBezTo>
                    <a:pt x="0" y="2697"/>
                    <a:pt x="226" y="2912"/>
                    <a:pt x="490" y="2912"/>
                  </a:cubicBezTo>
                  <a:lnTo>
                    <a:pt x="6304" y="2912"/>
                  </a:lnTo>
                  <a:cubicBezTo>
                    <a:pt x="6578" y="2912"/>
                    <a:pt x="6794" y="2697"/>
                    <a:pt x="6794" y="2422"/>
                  </a:cubicBezTo>
                  <a:lnTo>
                    <a:pt x="6794" y="1452"/>
                  </a:lnTo>
                  <a:cubicBezTo>
                    <a:pt x="6794" y="654"/>
                    <a:pt x="6147" y="1"/>
                    <a:pt x="5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739" name="Google Shape;1739;p125"/>
          <p:cNvSpPr/>
          <p:nvPr/>
        </p:nvSpPr>
        <p:spPr>
          <a:xfrm>
            <a:off x="3588304" y="2753788"/>
            <a:ext cx="208929" cy="325508"/>
          </a:xfrm>
          <a:custGeom>
            <a:avLst/>
            <a:gdLst/>
            <a:ahLst/>
            <a:cxnLst/>
            <a:rect l="l" t="t" r="r" b="b"/>
            <a:pathLst>
              <a:path w="10676" h="16633" extrusionOk="0">
                <a:moveTo>
                  <a:pt x="6784" y="977"/>
                </a:moveTo>
                <a:lnTo>
                  <a:pt x="6784" y="3948"/>
                </a:lnTo>
                <a:lnTo>
                  <a:pt x="3872" y="3948"/>
                </a:lnTo>
                <a:lnTo>
                  <a:pt x="3872" y="977"/>
                </a:lnTo>
                <a:close/>
                <a:moveTo>
                  <a:pt x="2421" y="6781"/>
                </a:moveTo>
                <a:cubicBezTo>
                  <a:pt x="2725" y="6781"/>
                  <a:pt x="2951" y="7045"/>
                  <a:pt x="2912" y="7349"/>
                </a:cubicBezTo>
                <a:lnTo>
                  <a:pt x="2912" y="12182"/>
                </a:lnTo>
                <a:cubicBezTo>
                  <a:pt x="2867" y="12462"/>
                  <a:pt x="2644" y="12601"/>
                  <a:pt x="2423" y="12601"/>
                </a:cubicBezTo>
                <a:cubicBezTo>
                  <a:pt x="2201" y="12601"/>
                  <a:pt x="1980" y="12462"/>
                  <a:pt x="1941" y="12182"/>
                </a:cubicBezTo>
                <a:lnTo>
                  <a:pt x="1941" y="7349"/>
                </a:lnTo>
                <a:cubicBezTo>
                  <a:pt x="1892" y="7045"/>
                  <a:pt x="2118" y="6781"/>
                  <a:pt x="2421" y="6781"/>
                </a:cubicBezTo>
                <a:close/>
                <a:moveTo>
                  <a:pt x="5328" y="6923"/>
                </a:moveTo>
                <a:cubicBezTo>
                  <a:pt x="5551" y="6923"/>
                  <a:pt x="5774" y="7065"/>
                  <a:pt x="5813" y="7349"/>
                </a:cubicBezTo>
                <a:lnTo>
                  <a:pt x="5813" y="12182"/>
                </a:lnTo>
                <a:cubicBezTo>
                  <a:pt x="5774" y="12462"/>
                  <a:pt x="5551" y="12601"/>
                  <a:pt x="5328" y="12601"/>
                </a:cubicBezTo>
                <a:cubicBezTo>
                  <a:pt x="5105" y="12601"/>
                  <a:pt x="4882" y="12462"/>
                  <a:pt x="4843" y="12182"/>
                </a:cubicBezTo>
                <a:lnTo>
                  <a:pt x="4843" y="7349"/>
                </a:lnTo>
                <a:cubicBezTo>
                  <a:pt x="4882" y="7065"/>
                  <a:pt x="5105" y="6923"/>
                  <a:pt x="5328" y="6923"/>
                </a:cubicBezTo>
                <a:close/>
                <a:moveTo>
                  <a:pt x="8235" y="6781"/>
                </a:moveTo>
                <a:cubicBezTo>
                  <a:pt x="8539" y="6781"/>
                  <a:pt x="8764" y="7045"/>
                  <a:pt x="8725" y="7349"/>
                </a:cubicBezTo>
                <a:lnTo>
                  <a:pt x="8725" y="12182"/>
                </a:lnTo>
                <a:cubicBezTo>
                  <a:pt x="8681" y="12462"/>
                  <a:pt x="8460" y="12601"/>
                  <a:pt x="8240" y="12601"/>
                </a:cubicBezTo>
                <a:cubicBezTo>
                  <a:pt x="8019" y="12601"/>
                  <a:pt x="7798" y="12462"/>
                  <a:pt x="7754" y="12182"/>
                </a:cubicBezTo>
                <a:lnTo>
                  <a:pt x="7754" y="7349"/>
                </a:lnTo>
                <a:cubicBezTo>
                  <a:pt x="7705" y="7045"/>
                  <a:pt x="7941" y="6781"/>
                  <a:pt x="8235" y="6781"/>
                </a:cubicBezTo>
                <a:close/>
                <a:moveTo>
                  <a:pt x="2341" y="0"/>
                </a:moveTo>
                <a:cubicBezTo>
                  <a:pt x="2081" y="0"/>
                  <a:pt x="1863" y="211"/>
                  <a:pt x="1863" y="487"/>
                </a:cubicBezTo>
                <a:cubicBezTo>
                  <a:pt x="1863" y="768"/>
                  <a:pt x="2089" y="982"/>
                  <a:pt x="2355" y="982"/>
                </a:cubicBezTo>
                <a:cubicBezTo>
                  <a:pt x="2377" y="982"/>
                  <a:pt x="2399" y="980"/>
                  <a:pt x="2421" y="977"/>
                </a:cubicBezTo>
                <a:lnTo>
                  <a:pt x="2912" y="977"/>
                </a:lnTo>
                <a:lnTo>
                  <a:pt x="2912" y="3948"/>
                </a:lnTo>
                <a:lnTo>
                  <a:pt x="490" y="3948"/>
                </a:lnTo>
                <a:cubicBezTo>
                  <a:pt x="216" y="3948"/>
                  <a:pt x="0" y="4163"/>
                  <a:pt x="0" y="4438"/>
                </a:cubicBezTo>
                <a:lnTo>
                  <a:pt x="0" y="15094"/>
                </a:lnTo>
                <a:cubicBezTo>
                  <a:pt x="0" y="15368"/>
                  <a:pt x="216" y="15584"/>
                  <a:pt x="490" y="15584"/>
                </a:cubicBezTo>
                <a:lnTo>
                  <a:pt x="1941" y="15584"/>
                </a:lnTo>
                <a:lnTo>
                  <a:pt x="1941" y="16074"/>
                </a:lnTo>
                <a:cubicBezTo>
                  <a:pt x="1902" y="16368"/>
                  <a:pt x="2127" y="16633"/>
                  <a:pt x="2431" y="16633"/>
                </a:cubicBezTo>
                <a:cubicBezTo>
                  <a:pt x="2725" y="16633"/>
                  <a:pt x="2961" y="16368"/>
                  <a:pt x="2912" y="16074"/>
                </a:cubicBezTo>
                <a:lnTo>
                  <a:pt x="2912" y="15584"/>
                </a:lnTo>
                <a:lnTo>
                  <a:pt x="7764" y="15584"/>
                </a:lnTo>
                <a:lnTo>
                  <a:pt x="7764" y="16074"/>
                </a:lnTo>
                <a:cubicBezTo>
                  <a:pt x="7715" y="16368"/>
                  <a:pt x="7941" y="16633"/>
                  <a:pt x="8244" y="16633"/>
                </a:cubicBezTo>
                <a:cubicBezTo>
                  <a:pt x="8548" y="16633"/>
                  <a:pt x="8774" y="16368"/>
                  <a:pt x="8725" y="16074"/>
                </a:cubicBezTo>
                <a:lnTo>
                  <a:pt x="8725" y="15584"/>
                </a:lnTo>
                <a:lnTo>
                  <a:pt x="10185" y="15584"/>
                </a:lnTo>
                <a:cubicBezTo>
                  <a:pt x="10450" y="15584"/>
                  <a:pt x="10676" y="15368"/>
                  <a:pt x="10676" y="15094"/>
                </a:cubicBezTo>
                <a:lnTo>
                  <a:pt x="10676" y="4438"/>
                </a:lnTo>
                <a:cubicBezTo>
                  <a:pt x="10676" y="4163"/>
                  <a:pt x="10450" y="3948"/>
                  <a:pt x="10185" y="3948"/>
                </a:cubicBezTo>
                <a:lnTo>
                  <a:pt x="7754" y="3948"/>
                </a:lnTo>
                <a:lnTo>
                  <a:pt x="7754" y="977"/>
                </a:lnTo>
                <a:lnTo>
                  <a:pt x="8244" y="977"/>
                </a:lnTo>
                <a:cubicBezTo>
                  <a:pt x="8267" y="980"/>
                  <a:pt x="8289" y="982"/>
                  <a:pt x="8311" y="982"/>
                </a:cubicBezTo>
                <a:cubicBezTo>
                  <a:pt x="8577" y="982"/>
                  <a:pt x="8803" y="768"/>
                  <a:pt x="8803" y="487"/>
                </a:cubicBezTo>
                <a:cubicBezTo>
                  <a:pt x="8803" y="211"/>
                  <a:pt x="8585" y="0"/>
                  <a:pt x="8325" y="0"/>
                </a:cubicBezTo>
                <a:cubicBezTo>
                  <a:pt x="8298" y="0"/>
                  <a:pt x="8272" y="2"/>
                  <a:pt x="8244" y="7"/>
                </a:cubicBezTo>
                <a:lnTo>
                  <a:pt x="2421" y="7"/>
                </a:lnTo>
                <a:cubicBezTo>
                  <a:pt x="2394" y="2"/>
                  <a:pt x="2367" y="0"/>
                  <a:pt x="234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40" name="Google Shape;1740;p125"/>
          <p:cNvSpPr/>
          <p:nvPr/>
        </p:nvSpPr>
        <p:spPr>
          <a:xfrm>
            <a:off x="2927778" y="2753905"/>
            <a:ext cx="323649" cy="324060"/>
          </a:xfrm>
          <a:custGeom>
            <a:avLst/>
            <a:gdLst/>
            <a:ahLst/>
            <a:cxnLst/>
            <a:rect l="l" t="t" r="r" b="b"/>
            <a:pathLst>
              <a:path w="16538" h="16559" extrusionOk="0">
                <a:moveTo>
                  <a:pt x="6813" y="10725"/>
                </a:moveTo>
                <a:lnTo>
                  <a:pt x="6813" y="11696"/>
                </a:lnTo>
                <a:lnTo>
                  <a:pt x="2941" y="11696"/>
                </a:lnTo>
                <a:lnTo>
                  <a:pt x="2941" y="10725"/>
                </a:lnTo>
                <a:close/>
                <a:moveTo>
                  <a:pt x="13597" y="10725"/>
                </a:moveTo>
                <a:lnTo>
                  <a:pt x="13597" y="11696"/>
                </a:lnTo>
                <a:lnTo>
                  <a:pt x="9725" y="11696"/>
                </a:lnTo>
                <a:lnTo>
                  <a:pt x="9725" y="10725"/>
                </a:lnTo>
                <a:close/>
                <a:moveTo>
                  <a:pt x="490" y="1"/>
                </a:moveTo>
                <a:cubicBezTo>
                  <a:pt x="216" y="1"/>
                  <a:pt x="0" y="217"/>
                  <a:pt x="0" y="481"/>
                </a:cubicBezTo>
                <a:lnTo>
                  <a:pt x="0" y="10245"/>
                </a:lnTo>
                <a:cubicBezTo>
                  <a:pt x="0" y="10510"/>
                  <a:pt x="216" y="10725"/>
                  <a:pt x="490" y="10725"/>
                </a:cubicBezTo>
                <a:lnTo>
                  <a:pt x="1970" y="10725"/>
                </a:lnTo>
                <a:lnTo>
                  <a:pt x="1970" y="12186"/>
                </a:lnTo>
                <a:cubicBezTo>
                  <a:pt x="1970" y="12451"/>
                  <a:pt x="2196" y="12676"/>
                  <a:pt x="2461" y="12676"/>
                </a:cubicBezTo>
                <a:lnTo>
                  <a:pt x="6823" y="12676"/>
                </a:lnTo>
                <a:lnTo>
                  <a:pt x="6823" y="16068"/>
                </a:lnTo>
                <a:cubicBezTo>
                  <a:pt x="6823" y="16333"/>
                  <a:pt x="7039" y="16558"/>
                  <a:pt x="7313" y="16558"/>
                </a:cubicBezTo>
                <a:lnTo>
                  <a:pt x="9254" y="16558"/>
                </a:lnTo>
                <a:cubicBezTo>
                  <a:pt x="9519" y="16558"/>
                  <a:pt x="9744" y="16333"/>
                  <a:pt x="9744" y="16068"/>
                </a:cubicBezTo>
                <a:lnTo>
                  <a:pt x="9744" y="12666"/>
                </a:lnTo>
                <a:lnTo>
                  <a:pt x="14107" y="12666"/>
                </a:lnTo>
                <a:cubicBezTo>
                  <a:pt x="14371" y="12666"/>
                  <a:pt x="14597" y="12441"/>
                  <a:pt x="14597" y="12176"/>
                </a:cubicBezTo>
                <a:lnTo>
                  <a:pt x="14597" y="10725"/>
                </a:lnTo>
                <a:lnTo>
                  <a:pt x="16048" y="10725"/>
                </a:lnTo>
                <a:cubicBezTo>
                  <a:pt x="16312" y="10725"/>
                  <a:pt x="16538" y="10510"/>
                  <a:pt x="16538" y="10245"/>
                </a:cubicBezTo>
                <a:lnTo>
                  <a:pt x="16538" y="481"/>
                </a:lnTo>
                <a:cubicBezTo>
                  <a:pt x="16538" y="217"/>
                  <a:pt x="16312" y="1"/>
                  <a:pt x="16048" y="1"/>
                </a:cubicBezTo>
                <a:lnTo>
                  <a:pt x="13597" y="1"/>
                </a:lnTo>
                <a:lnTo>
                  <a:pt x="13597" y="1942"/>
                </a:lnTo>
                <a:lnTo>
                  <a:pt x="14087" y="1942"/>
                </a:lnTo>
                <a:cubicBezTo>
                  <a:pt x="14113" y="1938"/>
                  <a:pt x="14139" y="1935"/>
                  <a:pt x="14165" y="1935"/>
                </a:cubicBezTo>
                <a:cubicBezTo>
                  <a:pt x="14428" y="1935"/>
                  <a:pt x="14656" y="2154"/>
                  <a:pt x="14656" y="2422"/>
                </a:cubicBezTo>
                <a:cubicBezTo>
                  <a:pt x="14656" y="2703"/>
                  <a:pt x="14421" y="2917"/>
                  <a:pt x="14154" y="2917"/>
                </a:cubicBezTo>
                <a:cubicBezTo>
                  <a:pt x="14132" y="2917"/>
                  <a:pt x="14109" y="2915"/>
                  <a:pt x="14087" y="2912"/>
                </a:cubicBezTo>
                <a:lnTo>
                  <a:pt x="12146" y="2912"/>
                </a:lnTo>
                <a:cubicBezTo>
                  <a:pt x="11587" y="2824"/>
                  <a:pt x="11587" y="2020"/>
                  <a:pt x="12146" y="1942"/>
                </a:cubicBezTo>
                <a:lnTo>
                  <a:pt x="12636" y="1942"/>
                </a:lnTo>
                <a:lnTo>
                  <a:pt x="12636" y="1"/>
                </a:lnTo>
                <a:lnTo>
                  <a:pt x="8754" y="1"/>
                </a:lnTo>
                <a:lnTo>
                  <a:pt x="8754" y="1942"/>
                </a:lnTo>
                <a:lnTo>
                  <a:pt x="9244" y="1942"/>
                </a:lnTo>
                <a:cubicBezTo>
                  <a:pt x="9271" y="1938"/>
                  <a:pt x="9297" y="1935"/>
                  <a:pt x="9322" y="1935"/>
                </a:cubicBezTo>
                <a:cubicBezTo>
                  <a:pt x="9584" y="1935"/>
                  <a:pt x="9803" y="2154"/>
                  <a:pt x="9803" y="2422"/>
                </a:cubicBezTo>
                <a:cubicBezTo>
                  <a:pt x="9803" y="2703"/>
                  <a:pt x="9577" y="2917"/>
                  <a:pt x="9311" y="2917"/>
                </a:cubicBezTo>
                <a:cubicBezTo>
                  <a:pt x="9289" y="2917"/>
                  <a:pt x="9267" y="2915"/>
                  <a:pt x="9244" y="2912"/>
                </a:cubicBezTo>
                <a:lnTo>
                  <a:pt x="7303" y="2912"/>
                </a:lnTo>
                <a:cubicBezTo>
                  <a:pt x="7280" y="2915"/>
                  <a:pt x="7257" y="2917"/>
                  <a:pt x="7235" y="2917"/>
                </a:cubicBezTo>
                <a:cubicBezTo>
                  <a:pt x="6961" y="2917"/>
                  <a:pt x="6735" y="2703"/>
                  <a:pt x="6735" y="2422"/>
                </a:cubicBezTo>
                <a:cubicBezTo>
                  <a:pt x="6735" y="2154"/>
                  <a:pt x="6954" y="1935"/>
                  <a:pt x="7223" y="1935"/>
                </a:cubicBezTo>
                <a:cubicBezTo>
                  <a:pt x="7249" y="1935"/>
                  <a:pt x="7276" y="1938"/>
                  <a:pt x="7303" y="1942"/>
                </a:cubicBezTo>
                <a:lnTo>
                  <a:pt x="7793" y="1942"/>
                </a:lnTo>
                <a:lnTo>
                  <a:pt x="7793" y="1"/>
                </a:lnTo>
                <a:lnTo>
                  <a:pt x="3902" y="1"/>
                </a:lnTo>
                <a:lnTo>
                  <a:pt x="3902" y="1942"/>
                </a:lnTo>
                <a:lnTo>
                  <a:pt x="4392" y="1942"/>
                </a:lnTo>
                <a:cubicBezTo>
                  <a:pt x="4951" y="2020"/>
                  <a:pt x="4951" y="2824"/>
                  <a:pt x="4392" y="2912"/>
                </a:cubicBezTo>
                <a:lnTo>
                  <a:pt x="2451" y="2912"/>
                </a:lnTo>
                <a:cubicBezTo>
                  <a:pt x="2428" y="2915"/>
                  <a:pt x="2406" y="2917"/>
                  <a:pt x="2384" y="2917"/>
                </a:cubicBezTo>
                <a:cubicBezTo>
                  <a:pt x="2118" y="2917"/>
                  <a:pt x="1892" y="2703"/>
                  <a:pt x="1892" y="2422"/>
                </a:cubicBezTo>
                <a:cubicBezTo>
                  <a:pt x="1892" y="2154"/>
                  <a:pt x="2112" y="1935"/>
                  <a:pt x="2373" y="1935"/>
                </a:cubicBezTo>
                <a:cubicBezTo>
                  <a:pt x="2398" y="1935"/>
                  <a:pt x="2425" y="1938"/>
                  <a:pt x="2451" y="1942"/>
                </a:cubicBezTo>
                <a:lnTo>
                  <a:pt x="2941" y="1942"/>
                </a:lnTo>
                <a:lnTo>
                  <a:pt x="294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41" name="Google Shape;1741;p125"/>
          <p:cNvSpPr/>
          <p:nvPr/>
        </p:nvSpPr>
        <p:spPr>
          <a:xfrm>
            <a:off x="2392323" y="2753905"/>
            <a:ext cx="208949" cy="323864"/>
          </a:xfrm>
          <a:custGeom>
            <a:avLst/>
            <a:gdLst/>
            <a:ahLst/>
            <a:cxnLst/>
            <a:rect l="l" t="t" r="r" b="b"/>
            <a:pathLst>
              <a:path w="10677" h="16549" extrusionOk="0">
                <a:moveTo>
                  <a:pt x="5334" y="2001"/>
                </a:moveTo>
                <a:cubicBezTo>
                  <a:pt x="5775" y="2001"/>
                  <a:pt x="6000" y="2530"/>
                  <a:pt x="5696" y="2834"/>
                </a:cubicBezTo>
                <a:cubicBezTo>
                  <a:pt x="5594" y="2937"/>
                  <a:pt x="5468" y="2983"/>
                  <a:pt x="5345" y="2983"/>
                </a:cubicBezTo>
                <a:cubicBezTo>
                  <a:pt x="5093" y="2983"/>
                  <a:pt x="4853" y="2788"/>
                  <a:pt x="4853" y="2491"/>
                </a:cubicBezTo>
                <a:cubicBezTo>
                  <a:pt x="4853" y="2226"/>
                  <a:pt x="5069" y="2011"/>
                  <a:pt x="5334" y="2001"/>
                </a:cubicBezTo>
                <a:close/>
                <a:moveTo>
                  <a:pt x="5334" y="5902"/>
                </a:moveTo>
                <a:lnTo>
                  <a:pt x="2912" y="6716"/>
                </a:lnTo>
                <a:lnTo>
                  <a:pt x="2912" y="6853"/>
                </a:lnTo>
                <a:lnTo>
                  <a:pt x="7755" y="6853"/>
                </a:lnTo>
                <a:lnTo>
                  <a:pt x="7755" y="6716"/>
                </a:lnTo>
                <a:lnTo>
                  <a:pt x="5334" y="5902"/>
                </a:lnTo>
                <a:close/>
                <a:moveTo>
                  <a:pt x="3873" y="7824"/>
                </a:moveTo>
                <a:lnTo>
                  <a:pt x="3883" y="9755"/>
                </a:lnTo>
                <a:lnTo>
                  <a:pt x="4853" y="9755"/>
                </a:lnTo>
                <a:lnTo>
                  <a:pt x="4853" y="7824"/>
                </a:lnTo>
                <a:close/>
                <a:moveTo>
                  <a:pt x="5814" y="7824"/>
                </a:moveTo>
                <a:lnTo>
                  <a:pt x="5814" y="9755"/>
                </a:lnTo>
                <a:lnTo>
                  <a:pt x="6794" y="9755"/>
                </a:lnTo>
                <a:lnTo>
                  <a:pt x="6794" y="7824"/>
                </a:lnTo>
                <a:close/>
                <a:moveTo>
                  <a:pt x="5319" y="4912"/>
                </a:moveTo>
                <a:cubicBezTo>
                  <a:pt x="5370" y="4912"/>
                  <a:pt x="5422" y="4922"/>
                  <a:pt x="5471" y="4942"/>
                </a:cubicBezTo>
                <a:lnTo>
                  <a:pt x="8382" y="5902"/>
                </a:lnTo>
                <a:cubicBezTo>
                  <a:pt x="8578" y="5971"/>
                  <a:pt x="8716" y="6157"/>
                  <a:pt x="8716" y="6363"/>
                </a:cubicBezTo>
                <a:lnTo>
                  <a:pt x="8725" y="7343"/>
                </a:lnTo>
                <a:cubicBezTo>
                  <a:pt x="8716" y="7608"/>
                  <a:pt x="8500" y="7824"/>
                  <a:pt x="8235" y="7824"/>
                </a:cubicBezTo>
                <a:lnTo>
                  <a:pt x="7745" y="7824"/>
                </a:lnTo>
                <a:lnTo>
                  <a:pt x="7745" y="9765"/>
                </a:lnTo>
                <a:lnTo>
                  <a:pt x="8235" y="9765"/>
                </a:lnTo>
                <a:cubicBezTo>
                  <a:pt x="8262" y="9760"/>
                  <a:pt x="8289" y="9758"/>
                  <a:pt x="8316" y="9758"/>
                </a:cubicBezTo>
                <a:cubicBezTo>
                  <a:pt x="8576" y="9758"/>
                  <a:pt x="8794" y="9969"/>
                  <a:pt x="8794" y="10245"/>
                </a:cubicBezTo>
                <a:cubicBezTo>
                  <a:pt x="8794" y="10526"/>
                  <a:pt x="8568" y="10740"/>
                  <a:pt x="8302" y="10740"/>
                </a:cubicBezTo>
                <a:cubicBezTo>
                  <a:pt x="8280" y="10740"/>
                  <a:pt x="8258" y="10738"/>
                  <a:pt x="8235" y="10735"/>
                </a:cubicBezTo>
                <a:lnTo>
                  <a:pt x="2422" y="10735"/>
                </a:lnTo>
                <a:cubicBezTo>
                  <a:pt x="2399" y="10738"/>
                  <a:pt x="2376" y="10740"/>
                  <a:pt x="2353" y="10740"/>
                </a:cubicBezTo>
                <a:cubicBezTo>
                  <a:pt x="2079" y="10740"/>
                  <a:pt x="1853" y="10526"/>
                  <a:pt x="1853" y="10245"/>
                </a:cubicBezTo>
                <a:cubicBezTo>
                  <a:pt x="1853" y="9969"/>
                  <a:pt x="2071" y="9758"/>
                  <a:pt x="2339" y="9758"/>
                </a:cubicBezTo>
                <a:cubicBezTo>
                  <a:pt x="2366" y="9758"/>
                  <a:pt x="2394" y="9760"/>
                  <a:pt x="2422" y="9765"/>
                </a:cubicBezTo>
                <a:lnTo>
                  <a:pt x="2912" y="9765"/>
                </a:lnTo>
                <a:lnTo>
                  <a:pt x="2912" y="7824"/>
                </a:lnTo>
                <a:lnTo>
                  <a:pt x="2422" y="7824"/>
                </a:lnTo>
                <a:cubicBezTo>
                  <a:pt x="2148" y="7824"/>
                  <a:pt x="1932" y="7598"/>
                  <a:pt x="1932" y="7334"/>
                </a:cubicBezTo>
                <a:lnTo>
                  <a:pt x="1932" y="6363"/>
                </a:lnTo>
                <a:cubicBezTo>
                  <a:pt x="1932" y="6157"/>
                  <a:pt x="2059" y="5971"/>
                  <a:pt x="2255" y="5902"/>
                </a:cubicBezTo>
                <a:lnTo>
                  <a:pt x="5167" y="4942"/>
                </a:lnTo>
                <a:cubicBezTo>
                  <a:pt x="5216" y="4922"/>
                  <a:pt x="5267" y="4912"/>
                  <a:pt x="5319" y="4912"/>
                </a:cubicBezTo>
                <a:close/>
                <a:moveTo>
                  <a:pt x="6375" y="13630"/>
                </a:moveTo>
                <a:cubicBezTo>
                  <a:pt x="6643" y="13630"/>
                  <a:pt x="6863" y="13849"/>
                  <a:pt x="6863" y="14117"/>
                </a:cubicBezTo>
                <a:cubicBezTo>
                  <a:pt x="6863" y="14398"/>
                  <a:pt x="6637" y="14612"/>
                  <a:pt x="6363" y="14612"/>
                </a:cubicBezTo>
                <a:cubicBezTo>
                  <a:pt x="6340" y="14612"/>
                  <a:pt x="6317" y="14610"/>
                  <a:pt x="6294" y="14607"/>
                </a:cubicBezTo>
                <a:lnTo>
                  <a:pt x="4363" y="14607"/>
                </a:lnTo>
                <a:cubicBezTo>
                  <a:pt x="3804" y="14519"/>
                  <a:pt x="3804" y="13715"/>
                  <a:pt x="4363" y="13637"/>
                </a:cubicBezTo>
                <a:lnTo>
                  <a:pt x="6294" y="13637"/>
                </a:lnTo>
                <a:cubicBezTo>
                  <a:pt x="6321" y="13633"/>
                  <a:pt x="6348" y="13630"/>
                  <a:pt x="6375" y="13630"/>
                </a:cubicBezTo>
                <a:close/>
                <a:moveTo>
                  <a:pt x="491" y="1"/>
                </a:moveTo>
                <a:cubicBezTo>
                  <a:pt x="226" y="1"/>
                  <a:pt x="1" y="217"/>
                  <a:pt x="1" y="481"/>
                </a:cubicBezTo>
                <a:lnTo>
                  <a:pt x="1" y="16058"/>
                </a:lnTo>
                <a:cubicBezTo>
                  <a:pt x="1" y="16333"/>
                  <a:pt x="226" y="16548"/>
                  <a:pt x="491" y="16548"/>
                </a:cubicBezTo>
                <a:lnTo>
                  <a:pt x="10186" y="16548"/>
                </a:lnTo>
                <a:cubicBezTo>
                  <a:pt x="10451" y="16548"/>
                  <a:pt x="10676" y="16333"/>
                  <a:pt x="10676" y="16058"/>
                </a:cubicBezTo>
                <a:lnTo>
                  <a:pt x="10676" y="481"/>
                </a:lnTo>
                <a:cubicBezTo>
                  <a:pt x="10676" y="217"/>
                  <a:pt x="10451" y="1"/>
                  <a:pt x="101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42" name="Google Shape;1742;p125"/>
          <p:cNvSpPr/>
          <p:nvPr/>
        </p:nvSpPr>
        <p:spPr>
          <a:xfrm>
            <a:off x="4108005" y="2303658"/>
            <a:ext cx="324236" cy="208734"/>
          </a:xfrm>
          <a:custGeom>
            <a:avLst/>
            <a:gdLst/>
            <a:ahLst/>
            <a:cxnLst/>
            <a:rect l="l" t="t" r="r" b="b"/>
            <a:pathLst>
              <a:path w="16568" h="10666" extrusionOk="0">
                <a:moveTo>
                  <a:pt x="6420" y="3868"/>
                </a:moveTo>
                <a:cubicBezTo>
                  <a:pt x="6686" y="3868"/>
                  <a:pt x="6912" y="4082"/>
                  <a:pt x="6912" y="4363"/>
                </a:cubicBezTo>
                <a:cubicBezTo>
                  <a:pt x="6912" y="4630"/>
                  <a:pt x="6692" y="4849"/>
                  <a:pt x="6431" y="4849"/>
                </a:cubicBezTo>
                <a:cubicBezTo>
                  <a:pt x="6405" y="4849"/>
                  <a:pt x="6379" y="4847"/>
                  <a:pt x="6353" y="4843"/>
                </a:cubicBezTo>
                <a:lnTo>
                  <a:pt x="2442" y="4843"/>
                </a:lnTo>
                <a:cubicBezTo>
                  <a:pt x="1883" y="4764"/>
                  <a:pt x="1883" y="3961"/>
                  <a:pt x="2442" y="3872"/>
                </a:cubicBezTo>
                <a:lnTo>
                  <a:pt x="6353" y="3872"/>
                </a:lnTo>
                <a:cubicBezTo>
                  <a:pt x="6375" y="3869"/>
                  <a:pt x="6398" y="3868"/>
                  <a:pt x="6420" y="3868"/>
                </a:cubicBezTo>
                <a:close/>
                <a:moveTo>
                  <a:pt x="4479" y="5809"/>
                </a:moveTo>
                <a:cubicBezTo>
                  <a:pt x="4745" y="5809"/>
                  <a:pt x="4971" y="6023"/>
                  <a:pt x="4971" y="6304"/>
                </a:cubicBezTo>
                <a:cubicBezTo>
                  <a:pt x="4971" y="6571"/>
                  <a:pt x="4751" y="6790"/>
                  <a:pt x="4490" y="6790"/>
                </a:cubicBezTo>
                <a:cubicBezTo>
                  <a:pt x="4464" y="6790"/>
                  <a:pt x="4438" y="6788"/>
                  <a:pt x="4412" y="6784"/>
                </a:cubicBezTo>
                <a:lnTo>
                  <a:pt x="2442" y="6784"/>
                </a:lnTo>
                <a:cubicBezTo>
                  <a:pt x="1883" y="6696"/>
                  <a:pt x="1883" y="5902"/>
                  <a:pt x="2442" y="5813"/>
                </a:cubicBezTo>
                <a:lnTo>
                  <a:pt x="4412" y="5813"/>
                </a:lnTo>
                <a:cubicBezTo>
                  <a:pt x="4434" y="5810"/>
                  <a:pt x="4457" y="5809"/>
                  <a:pt x="4479" y="5809"/>
                </a:cubicBezTo>
                <a:close/>
                <a:moveTo>
                  <a:pt x="11186" y="1863"/>
                </a:moveTo>
                <a:cubicBezTo>
                  <a:pt x="11490" y="1863"/>
                  <a:pt x="11715" y="2127"/>
                  <a:pt x="11676" y="2422"/>
                </a:cubicBezTo>
                <a:lnTo>
                  <a:pt x="11676" y="4157"/>
                </a:lnTo>
                <a:lnTo>
                  <a:pt x="14441" y="6931"/>
                </a:lnTo>
                <a:cubicBezTo>
                  <a:pt x="14627" y="7117"/>
                  <a:pt x="14627" y="7421"/>
                  <a:pt x="14441" y="7607"/>
                </a:cubicBezTo>
                <a:lnTo>
                  <a:pt x="14450" y="7607"/>
                </a:lnTo>
                <a:cubicBezTo>
                  <a:pt x="14352" y="7700"/>
                  <a:pt x="14227" y="7747"/>
                  <a:pt x="14104" y="7747"/>
                </a:cubicBezTo>
                <a:cubicBezTo>
                  <a:pt x="13980" y="7747"/>
                  <a:pt x="13857" y="7700"/>
                  <a:pt x="13764" y="7607"/>
                </a:cubicBezTo>
                <a:lnTo>
                  <a:pt x="11676" y="5529"/>
                </a:lnTo>
                <a:lnTo>
                  <a:pt x="11676" y="7068"/>
                </a:lnTo>
                <a:lnTo>
                  <a:pt x="12509" y="7892"/>
                </a:lnTo>
                <a:cubicBezTo>
                  <a:pt x="12745" y="8068"/>
                  <a:pt x="12774" y="8421"/>
                  <a:pt x="12558" y="8637"/>
                </a:cubicBezTo>
                <a:cubicBezTo>
                  <a:pt x="12464" y="8731"/>
                  <a:pt x="12340" y="8778"/>
                  <a:pt x="12215" y="8778"/>
                </a:cubicBezTo>
                <a:cubicBezTo>
                  <a:pt x="12067" y="8778"/>
                  <a:pt x="11919" y="8711"/>
                  <a:pt x="11823" y="8578"/>
                </a:cubicBezTo>
                <a:lnTo>
                  <a:pt x="11196" y="7950"/>
                </a:lnTo>
                <a:lnTo>
                  <a:pt x="10568" y="8578"/>
                </a:lnTo>
                <a:cubicBezTo>
                  <a:pt x="10472" y="8711"/>
                  <a:pt x="10324" y="8778"/>
                  <a:pt x="10175" y="8778"/>
                </a:cubicBezTo>
                <a:cubicBezTo>
                  <a:pt x="10049" y="8778"/>
                  <a:pt x="9922" y="8731"/>
                  <a:pt x="9823" y="8637"/>
                </a:cubicBezTo>
                <a:cubicBezTo>
                  <a:pt x="9608" y="8421"/>
                  <a:pt x="9637" y="8068"/>
                  <a:pt x="9882" y="7892"/>
                </a:cubicBezTo>
                <a:lnTo>
                  <a:pt x="10706" y="7068"/>
                </a:lnTo>
                <a:lnTo>
                  <a:pt x="10706" y="5529"/>
                </a:lnTo>
                <a:lnTo>
                  <a:pt x="8627" y="7617"/>
                </a:lnTo>
                <a:cubicBezTo>
                  <a:pt x="8534" y="7684"/>
                  <a:pt x="8435" y="7713"/>
                  <a:pt x="8341" y="7713"/>
                </a:cubicBezTo>
                <a:cubicBezTo>
                  <a:pt x="7979" y="7713"/>
                  <a:pt x="7677" y="7288"/>
                  <a:pt x="7941" y="6931"/>
                </a:cubicBezTo>
                <a:lnTo>
                  <a:pt x="10706" y="4166"/>
                </a:lnTo>
                <a:lnTo>
                  <a:pt x="10706" y="2422"/>
                </a:lnTo>
                <a:cubicBezTo>
                  <a:pt x="10657" y="2127"/>
                  <a:pt x="10892" y="1863"/>
                  <a:pt x="11186" y="1863"/>
                </a:cubicBezTo>
                <a:close/>
                <a:moveTo>
                  <a:pt x="491" y="0"/>
                </a:moveTo>
                <a:cubicBezTo>
                  <a:pt x="216" y="0"/>
                  <a:pt x="1" y="226"/>
                  <a:pt x="1" y="490"/>
                </a:cubicBezTo>
                <a:lnTo>
                  <a:pt x="1" y="10186"/>
                </a:lnTo>
                <a:cubicBezTo>
                  <a:pt x="10" y="10450"/>
                  <a:pt x="226" y="10666"/>
                  <a:pt x="491" y="10666"/>
                </a:cubicBezTo>
                <a:lnTo>
                  <a:pt x="3432" y="10666"/>
                </a:lnTo>
                <a:cubicBezTo>
                  <a:pt x="3696" y="10666"/>
                  <a:pt x="3912" y="10450"/>
                  <a:pt x="3922" y="10186"/>
                </a:cubicBezTo>
                <a:cubicBezTo>
                  <a:pt x="3873" y="9882"/>
                  <a:pt x="4108" y="9617"/>
                  <a:pt x="4402" y="9617"/>
                </a:cubicBezTo>
                <a:cubicBezTo>
                  <a:pt x="4706" y="9617"/>
                  <a:pt x="4932" y="9882"/>
                  <a:pt x="4892" y="10186"/>
                </a:cubicBezTo>
                <a:cubicBezTo>
                  <a:pt x="4892" y="10450"/>
                  <a:pt x="5108" y="10666"/>
                  <a:pt x="5382" y="10666"/>
                </a:cubicBezTo>
                <a:lnTo>
                  <a:pt x="16078" y="10666"/>
                </a:lnTo>
                <a:cubicBezTo>
                  <a:pt x="16342" y="10666"/>
                  <a:pt x="16558" y="10450"/>
                  <a:pt x="16568" y="10186"/>
                </a:cubicBezTo>
                <a:lnTo>
                  <a:pt x="16568" y="490"/>
                </a:lnTo>
                <a:cubicBezTo>
                  <a:pt x="16568" y="216"/>
                  <a:pt x="16342" y="0"/>
                  <a:pt x="16078" y="0"/>
                </a:cubicBezTo>
                <a:lnTo>
                  <a:pt x="5382" y="0"/>
                </a:lnTo>
                <a:cubicBezTo>
                  <a:pt x="5108" y="0"/>
                  <a:pt x="4892" y="216"/>
                  <a:pt x="4892" y="490"/>
                </a:cubicBezTo>
                <a:cubicBezTo>
                  <a:pt x="4848" y="770"/>
                  <a:pt x="4625" y="909"/>
                  <a:pt x="4403" y="909"/>
                </a:cubicBezTo>
                <a:cubicBezTo>
                  <a:pt x="4182" y="909"/>
                  <a:pt x="3961" y="770"/>
                  <a:pt x="3922" y="490"/>
                </a:cubicBezTo>
                <a:cubicBezTo>
                  <a:pt x="3922" y="216"/>
                  <a:pt x="3696" y="0"/>
                  <a:pt x="343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743" name="Google Shape;1743;p125"/>
          <p:cNvGrpSpPr/>
          <p:nvPr/>
        </p:nvGrpSpPr>
        <p:grpSpPr>
          <a:xfrm>
            <a:off x="3530749" y="2265673"/>
            <a:ext cx="330185" cy="284528"/>
            <a:chOff x="3530749" y="2265673"/>
            <a:chExt cx="330185" cy="284528"/>
          </a:xfrm>
        </p:grpSpPr>
        <p:sp>
          <p:nvSpPr>
            <p:cNvPr id="1744" name="Google Shape;1744;p125"/>
            <p:cNvSpPr/>
            <p:nvPr/>
          </p:nvSpPr>
          <p:spPr>
            <a:xfrm>
              <a:off x="3530749" y="2341643"/>
              <a:ext cx="132763" cy="113780"/>
            </a:xfrm>
            <a:custGeom>
              <a:avLst/>
              <a:gdLst/>
              <a:ahLst/>
              <a:cxnLst/>
              <a:rect l="l" t="t" r="r" b="b"/>
              <a:pathLst>
                <a:path w="6784" h="5814" extrusionOk="0">
                  <a:moveTo>
                    <a:pt x="1451" y="0"/>
                  </a:moveTo>
                  <a:cubicBezTo>
                    <a:pt x="657" y="0"/>
                    <a:pt x="0" y="647"/>
                    <a:pt x="0" y="1451"/>
                  </a:cubicBezTo>
                  <a:lnTo>
                    <a:pt x="0" y="4353"/>
                  </a:lnTo>
                  <a:cubicBezTo>
                    <a:pt x="0" y="5157"/>
                    <a:pt x="647" y="5804"/>
                    <a:pt x="1451" y="5804"/>
                  </a:cubicBezTo>
                  <a:lnTo>
                    <a:pt x="6784" y="5813"/>
                  </a:lnTo>
                  <a:lnTo>
                    <a:pt x="67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5" name="Google Shape;1745;p125"/>
            <p:cNvSpPr/>
            <p:nvPr/>
          </p:nvSpPr>
          <p:spPr>
            <a:xfrm>
              <a:off x="3682495" y="2295987"/>
              <a:ext cx="96128" cy="205094"/>
            </a:xfrm>
            <a:custGeom>
              <a:avLst/>
              <a:gdLst/>
              <a:ahLst/>
              <a:cxnLst/>
              <a:rect l="l" t="t" r="r" b="b"/>
              <a:pathLst>
                <a:path w="4912" h="10480" extrusionOk="0">
                  <a:moveTo>
                    <a:pt x="4912" y="0"/>
                  </a:moveTo>
                  <a:lnTo>
                    <a:pt x="0" y="2078"/>
                  </a:lnTo>
                  <a:lnTo>
                    <a:pt x="0" y="8391"/>
                  </a:lnTo>
                  <a:lnTo>
                    <a:pt x="4912" y="10480"/>
                  </a:lnTo>
                  <a:lnTo>
                    <a:pt x="49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6" name="Google Shape;1746;p125"/>
            <p:cNvSpPr/>
            <p:nvPr/>
          </p:nvSpPr>
          <p:spPr>
            <a:xfrm>
              <a:off x="3835591" y="2380960"/>
              <a:ext cx="25343" cy="53739"/>
            </a:xfrm>
            <a:custGeom>
              <a:avLst/>
              <a:gdLst/>
              <a:ahLst/>
              <a:cxnLst/>
              <a:rect l="l" t="t" r="r" b="b"/>
              <a:pathLst>
                <a:path w="1295" h="2746" extrusionOk="0">
                  <a:moveTo>
                    <a:pt x="0" y="1"/>
                  </a:moveTo>
                  <a:lnTo>
                    <a:pt x="0" y="11"/>
                  </a:lnTo>
                  <a:lnTo>
                    <a:pt x="0" y="2746"/>
                  </a:lnTo>
                  <a:cubicBezTo>
                    <a:pt x="1294" y="2285"/>
                    <a:pt x="1294" y="46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7" name="Google Shape;1747;p125"/>
            <p:cNvSpPr/>
            <p:nvPr/>
          </p:nvSpPr>
          <p:spPr>
            <a:xfrm>
              <a:off x="3797410" y="2265673"/>
              <a:ext cx="19002" cy="264332"/>
            </a:xfrm>
            <a:custGeom>
              <a:avLst/>
              <a:gdLst/>
              <a:ahLst/>
              <a:cxnLst/>
              <a:rect l="l" t="t" r="r" b="b"/>
              <a:pathLst>
                <a:path w="971" h="13507" extrusionOk="0">
                  <a:moveTo>
                    <a:pt x="481" y="0"/>
                  </a:moveTo>
                  <a:cubicBezTo>
                    <a:pt x="482" y="0"/>
                    <a:pt x="484" y="0"/>
                    <a:pt x="486" y="0"/>
                  </a:cubicBezTo>
                  <a:lnTo>
                    <a:pt x="486" y="0"/>
                  </a:lnTo>
                  <a:cubicBezTo>
                    <a:pt x="487" y="0"/>
                    <a:pt x="489" y="0"/>
                    <a:pt x="491" y="0"/>
                  </a:cubicBezTo>
                  <a:close/>
                  <a:moveTo>
                    <a:pt x="486" y="0"/>
                  </a:moveTo>
                  <a:cubicBezTo>
                    <a:pt x="223" y="3"/>
                    <a:pt x="0" y="227"/>
                    <a:pt x="0" y="490"/>
                  </a:cubicBezTo>
                  <a:lnTo>
                    <a:pt x="0" y="13087"/>
                  </a:lnTo>
                  <a:cubicBezTo>
                    <a:pt x="45" y="13367"/>
                    <a:pt x="268" y="13506"/>
                    <a:pt x="489" y="13506"/>
                  </a:cubicBezTo>
                  <a:cubicBezTo>
                    <a:pt x="711" y="13506"/>
                    <a:pt x="932" y="13367"/>
                    <a:pt x="971" y="13087"/>
                  </a:cubicBezTo>
                  <a:lnTo>
                    <a:pt x="971" y="490"/>
                  </a:lnTo>
                  <a:cubicBezTo>
                    <a:pt x="971" y="218"/>
                    <a:pt x="758" y="3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8" name="Google Shape;1748;p125"/>
            <p:cNvSpPr/>
            <p:nvPr/>
          </p:nvSpPr>
          <p:spPr>
            <a:xfrm>
              <a:off x="3549732" y="2473428"/>
              <a:ext cx="96324" cy="76773"/>
            </a:xfrm>
            <a:custGeom>
              <a:avLst/>
              <a:gdLst/>
              <a:ahLst/>
              <a:cxnLst/>
              <a:rect l="l" t="t" r="r" b="b"/>
              <a:pathLst>
                <a:path w="4922" h="3923" extrusionOk="0">
                  <a:moveTo>
                    <a:pt x="1" y="1"/>
                  </a:moveTo>
                  <a:lnTo>
                    <a:pt x="1" y="2471"/>
                  </a:lnTo>
                  <a:cubicBezTo>
                    <a:pt x="1" y="3079"/>
                    <a:pt x="383" y="3628"/>
                    <a:pt x="952" y="3834"/>
                  </a:cubicBezTo>
                  <a:cubicBezTo>
                    <a:pt x="1108" y="3893"/>
                    <a:pt x="1285" y="3922"/>
                    <a:pt x="1451" y="3922"/>
                  </a:cubicBezTo>
                  <a:lnTo>
                    <a:pt x="4363" y="3922"/>
                  </a:lnTo>
                  <a:cubicBezTo>
                    <a:pt x="4922" y="3834"/>
                    <a:pt x="4922" y="3040"/>
                    <a:pt x="4363" y="2952"/>
                  </a:cubicBezTo>
                  <a:lnTo>
                    <a:pt x="3873" y="2952"/>
                  </a:lnTo>
                  <a:lnTo>
                    <a:pt x="3873" y="1"/>
                  </a:lnTo>
                  <a:cubicBezTo>
                    <a:pt x="3337" y="7"/>
                    <a:pt x="2073" y="16"/>
                    <a:pt x="1133" y="16"/>
                  </a:cubicBezTo>
                  <a:cubicBezTo>
                    <a:pt x="526" y="16"/>
                    <a:pt x="54" y="12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49" name="Google Shape;1749;p125"/>
          <p:cNvGrpSpPr/>
          <p:nvPr/>
        </p:nvGrpSpPr>
        <p:grpSpPr>
          <a:xfrm>
            <a:off x="2926427" y="2279039"/>
            <a:ext cx="325586" cy="257835"/>
            <a:chOff x="2926427" y="2279039"/>
            <a:chExt cx="325586" cy="257835"/>
          </a:xfrm>
        </p:grpSpPr>
        <p:sp>
          <p:nvSpPr>
            <p:cNvPr id="1750" name="Google Shape;1750;p125"/>
            <p:cNvSpPr/>
            <p:nvPr/>
          </p:nvSpPr>
          <p:spPr>
            <a:xfrm>
              <a:off x="3012379" y="2279039"/>
              <a:ext cx="239635" cy="162568"/>
            </a:xfrm>
            <a:custGeom>
              <a:avLst/>
              <a:gdLst/>
              <a:ahLst/>
              <a:cxnLst/>
              <a:rect l="l" t="t" r="r" b="b"/>
              <a:pathLst>
                <a:path w="12245" h="8307" extrusionOk="0">
                  <a:moveTo>
                    <a:pt x="8287" y="1"/>
                  </a:moveTo>
                  <a:cubicBezTo>
                    <a:pt x="8164" y="1"/>
                    <a:pt x="8039" y="47"/>
                    <a:pt x="7941" y="141"/>
                  </a:cubicBezTo>
                  <a:lnTo>
                    <a:pt x="6676" y="1405"/>
                  </a:lnTo>
                  <a:cubicBezTo>
                    <a:pt x="6625" y="1405"/>
                    <a:pt x="6238" y="1274"/>
                    <a:pt x="5702" y="1274"/>
                  </a:cubicBezTo>
                  <a:cubicBezTo>
                    <a:pt x="5094" y="1274"/>
                    <a:pt x="4296" y="1442"/>
                    <a:pt x="3578" y="2160"/>
                  </a:cubicBezTo>
                  <a:lnTo>
                    <a:pt x="186" y="5552"/>
                  </a:lnTo>
                  <a:cubicBezTo>
                    <a:pt x="0" y="5738"/>
                    <a:pt x="0" y="6042"/>
                    <a:pt x="186" y="6238"/>
                  </a:cubicBezTo>
                  <a:cubicBezTo>
                    <a:pt x="662" y="6709"/>
                    <a:pt x="1284" y="6944"/>
                    <a:pt x="1906" y="6944"/>
                  </a:cubicBezTo>
                  <a:cubicBezTo>
                    <a:pt x="2527" y="6944"/>
                    <a:pt x="3147" y="6709"/>
                    <a:pt x="3618" y="6238"/>
                  </a:cubicBezTo>
                  <a:lnTo>
                    <a:pt x="4117" y="5738"/>
                  </a:lnTo>
                  <a:cubicBezTo>
                    <a:pt x="4504" y="5975"/>
                    <a:pt x="4939" y="6091"/>
                    <a:pt x="5372" y="6091"/>
                  </a:cubicBezTo>
                  <a:cubicBezTo>
                    <a:pt x="5874" y="6091"/>
                    <a:pt x="6373" y="5935"/>
                    <a:pt x="6794" y="5630"/>
                  </a:cubicBezTo>
                  <a:lnTo>
                    <a:pt x="8774" y="7601"/>
                  </a:lnTo>
                  <a:cubicBezTo>
                    <a:pt x="8980" y="7807"/>
                    <a:pt x="9146" y="8042"/>
                    <a:pt x="9264" y="8307"/>
                  </a:cubicBezTo>
                  <a:cubicBezTo>
                    <a:pt x="9931" y="7522"/>
                    <a:pt x="10411" y="6601"/>
                    <a:pt x="10695" y="5611"/>
                  </a:cubicBezTo>
                  <a:lnTo>
                    <a:pt x="12058" y="4258"/>
                  </a:lnTo>
                  <a:cubicBezTo>
                    <a:pt x="12244" y="4062"/>
                    <a:pt x="12244" y="3758"/>
                    <a:pt x="12058" y="3572"/>
                  </a:cubicBezTo>
                  <a:lnTo>
                    <a:pt x="8627" y="141"/>
                  </a:lnTo>
                  <a:cubicBezTo>
                    <a:pt x="8534" y="47"/>
                    <a:pt x="8411" y="1"/>
                    <a:pt x="8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1" name="Google Shape;1751;p125"/>
            <p:cNvSpPr/>
            <p:nvPr/>
          </p:nvSpPr>
          <p:spPr>
            <a:xfrm>
              <a:off x="2926427" y="2279998"/>
              <a:ext cx="256895" cy="256876"/>
            </a:xfrm>
            <a:custGeom>
              <a:avLst/>
              <a:gdLst/>
              <a:ahLst/>
              <a:cxnLst/>
              <a:rect l="l" t="t" r="r" b="b"/>
              <a:pathLst>
                <a:path w="13127" h="13126" extrusionOk="0">
                  <a:moveTo>
                    <a:pt x="3957" y="1"/>
                  </a:moveTo>
                  <a:cubicBezTo>
                    <a:pt x="3833" y="1"/>
                    <a:pt x="3711" y="48"/>
                    <a:pt x="3618" y="141"/>
                  </a:cubicBezTo>
                  <a:lnTo>
                    <a:pt x="187" y="3572"/>
                  </a:lnTo>
                  <a:cubicBezTo>
                    <a:pt x="0" y="3758"/>
                    <a:pt x="0" y="4062"/>
                    <a:pt x="187" y="4258"/>
                  </a:cubicBezTo>
                  <a:cubicBezTo>
                    <a:pt x="1040" y="5101"/>
                    <a:pt x="1647" y="6150"/>
                    <a:pt x="1961" y="7307"/>
                  </a:cubicBezTo>
                  <a:cubicBezTo>
                    <a:pt x="2363" y="8865"/>
                    <a:pt x="3226" y="10248"/>
                    <a:pt x="4441" y="11297"/>
                  </a:cubicBezTo>
                  <a:lnTo>
                    <a:pt x="5941" y="12551"/>
                  </a:lnTo>
                  <a:cubicBezTo>
                    <a:pt x="6387" y="12932"/>
                    <a:pt x="6941" y="13125"/>
                    <a:pt x="7498" y="13125"/>
                  </a:cubicBezTo>
                  <a:cubicBezTo>
                    <a:pt x="7958" y="13125"/>
                    <a:pt x="8420" y="12994"/>
                    <a:pt x="8823" y="12728"/>
                  </a:cubicBezTo>
                  <a:lnTo>
                    <a:pt x="12244" y="10483"/>
                  </a:lnTo>
                  <a:cubicBezTo>
                    <a:pt x="13019" y="9983"/>
                    <a:pt x="13127" y="8895"/>
                    <a:pt x="12480" y="8238"/>
                  </a:cubicBezTo>
                  <a:lnTo>
                    <a:pt x="11019" y="6777"/>
                  </a:lnTo>
                  <a:cubicBezTo>
                    <a:pt x="10617" y="6933"/>
                    <a:pt x="10192" y="7012"/>
                    <a:pt x="9768" y="7012"/>
                  </a:cubicBezTo>
                  <a:cubicBezTo>
                    <a:pt x="9415" y="7012"/>
                    <a:pt x="9063" y="6957"/>
                    <a:pt x="8725" y="6846"/>
                  </a:cubicBezTo>
                  <a:cubicBezTo>
                    <a:pt x="7786" y="7476"/>
                    <a:pt x="6900" y="7869"/>
                    <a:pt x="6050" y="7869"/>
                  </a:cubicBezTo>
                  <a:cubicBezTo>
                    <a:pt x="5311" y="7869"/>
                    <a:pt x="4599" y="7572"/>
                    <a:pt x="3902" y="6875"/>
                  </a:cubicBezTo>
                  <a:cubicBezTo>
                    <a:pt x="3333" y="6307"/>
                    <a:pt x="3333" y="5385"/>
                    <a:pt x="3902" y="4817"/>
                  </a:cubicBezTo>
                  <a:lnTo>
                    <a:pt x="7010" y="1709"/>
                  </a:lnTo>
                  <a:lnTo>
                    <a:pt x="5598" y="1435"/>
                  </a:lnTo>
                  <a:lnTo>
                    <a:pt x="4304" y="141"/>
                  </a:lnTo>
                  <a:cubicBezTo>
                    <a:pt x="4206" y="48"/>
                    <a:pt x="4081" y="1"/>
                    <a:pt x="39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52" name="Google Shape;1752;p125"/>
          <p:cNvGrpSpPr/>
          <p:nvPr/>
        </p:nvGrpSpPr>
        <p:grpSpPr>
          <a:xfrm>
            <a:off x="2343222" y="2246064"/>
            <a:ext cx="307151" cy="323864"/>
            <a:chOff x="2343222" y="2246064"/>
            <a:chExt cx="307151" cy="323864"/>
          </a:xfrm>
        </p:grpSpPr>
        <p:sp>
          <p:nvSpPr>
            <p:cNvPr id="1753" name="Google Shape;1753;p125"/>
            <p:cNvSpPr/>
            <p:nvPr/>
          </p:nvSpPr>
          <p:spPr>
            <a:xfrm>
              <a:off x="2589354" y="2340097"/>
              <a:ext cx="61019" cy="133115"/>
            </a:xfrm>
            <a:custGeom>
              <a:avLst/>
              <a:gdLst/>
              <a:ahLst/>
              <a:cxnLst/>
              <a:rect l="l" t="t" r="r" b="b"/>
              <a:pathLst>
                <a:path w="3118" h="6802" extrusionOk="0">
                  <a:moveTo>
                    <a:pt x="1559" y="1"/>
                  </a:moveTo>
                  <a:cubicBezTo>
                    <a:pt x="1265" y="1"/>
                    <a:pt x="1030" y="265"/>
                    <a:pt x="1079" y="560"/>
                  </a:cubicBezTo>
                  <a:lnTo>
                    <a:pt x="1079" y="1128"/>
                  </a:lnTo>
                  <a:cubicBezTo>
                    <a:pt x="402" y="1363"/>
                    <a:pt x="0" y="2050"/>
                    <a:pt x="128" y="2746"/>
                  </a:cubicBezTo>
                  <a:cubicBezTo>
                    <a:pt x="244" y="3445"/>
                    <a:pt x="842" y="3952"/>
                    <a:pt x="1549" y="3952"/>
                  </a:cubicBezTo>
                  <a:cubicBezTo>
                    <a:pt x="1555" y="3952"/>
                    <a:pt x="1562" y="3951"/>
                    <a:pt x="1569" y="3951"/>
                  </a:cubicBezTo>
                  <a:cubicBezTo>
                    <a:pt x="2000" y="3951"/>
                    <a:pt x="2226" y="4481"/>
                    <a:pt x="1912" y="4785"/>
                  </a:cubicBezTo>
                  <a:cubicBezTo>
                    <a:pt x="1813" y="4887"/>
                    <a:pt x="1689" y="4933"/>
                    <a:pt x="1568" y="4933"/>
                  </a:cubicBezTo>
                  <a:cubicBezTo>
                    <a:pt x="1319" y="4933"/>
                    <a:pt x="1079" y="4738"/>
                    <a:pt x="1079" y="4442"/>
                  </a:cubicBezTo>
                  <a:cubicBezTo>
                    <a:pt x="1118" y="4147"/>
                    <a:pt x="892" y="3883"/>
                    <a:pt x="589" y="3883"/>
                  </a:cubicBezTo>
                  <a:cubicBezTo>
                    <a:pt x="294" y="3883"/>
                    <a:pt x="59" y="4147"/>
                    <a:pt x="108" y="4442"/>
                  </a:cubicBezTo>
                  <a:cubicBezTo>
                    <a:pt x="108" y="5059"/>
                    <a:pt x="500" y="5608"/>
                    <a:pt x="1079" y="5814"/>
                  </a:cubicBezTo>
                  <a:lnTo>
                    <a:pt x="1079" y="6383"/>
                  </a:lnTo>
                  <a:cubicBezTo>
                    <a:pt x="1118" y="6662"/>
                    <a:pt x="1339" y="6802"/>
                    <a:pt x="1560" y="6802"/>
                  </a:cubicBezTo>
                  <a:cubicBezTo>
                    <a:pt x="1782" y="6802"/>
                    <a:pt x="2005" y="6662"/>
                    <a:pt x="2049" y="6383"/>
                  </a:cubicBezTo>
                  <a:lnTo>
                    <a:pt x="2049" y="5814"/>
                  </a:lnTo>
                  <a:cubicBezTo>
                    <a:pt x="2716" y="5579"/>
                    <a:pt x="3118" y="4892"/>
                    <a:pt x="3000" y="4196"/>
                  </a:cubicBezTo>
                  <a:cubicBezTo>
                    <a:pt x="2873" y="3500"/>
                    <a:pt x="2275" y="2991"/>
                    <a:pt x="1559" y="2991"/>
                  </a:cubicBezTo>
                  <a:lnTo>
                    <a:pt x="1559" y="2981"/>
                  </a:lnTo>
                  <a:cubicBezTo>
                    <a:pt x="1555" y="2981"/>
                    <a:pt x="1551" y="2981"/>
                    <a:pt x="1547" y="2981"/>
                  </a:cubicBezTo>
                  <a:cubicBezTo>
                    <a:pt x="1114" y="2981"/>
                    <a:pt x="905" y="2458"/>
                    <a:pt x="1206" y="2148"/>
                  </a:cubicBezTo>
                  <a:cubicBezTo>
                    <a:pt x="1307" y="2047"/>
                    <a:pt x="1431" y="2001"/>
                    <a:pt x="1551" y="2001"/>
                  </a:cubicBezTo>
                  <a:cubicBezTo>
                    <a:pt x="1806" y="2001"/>
                    <a:pt x="2049" y="2201"/>
                    <a:pt x="2049" y="2501"/>
                  </a:cubicBezTo>
                  <a:cubicBezTo>
                    <a:pt x="2088" y="2780"/>
                    <a:pt x="2309" y="2920"/>
                    <a:pt x="2531" y="2920"/>
                  </a:cubicBezTo>
                  <a:cubicBezTo>
                    <a:pt x="2753" y="2920"/>
                    <a:pt x="2976" y="2780"/>
                    <a:pt x="3020" y="2501"/>
                  </a:cubicBezTo>
                  <a:cubicBezTo>
                    <a:pt x="3010" y="1883"/>
                    <a:pt x="2628" y="1334"/>
                    <a:pt x="2049" y="1128"/>
                  </a:cubicBezTo>
                  <a:lnTo>
                    <a:pt x="2049" y="560"/>
                  </a:lnTo>
                  <a:cubicBezTo>
                    <a:pt x="2088" y="265"/>
                    <a:pt x="1863" y="1"/>
                    <a:pt x="15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4" name="Google Shape;1754;p125"/>
            <p:cNvSpPr/>
            <p:nvPr/>
          </p:nvSpPr>
          <p:spPr>
            <a:xfrm>
              <a:off x="2493050" y="2303462"/>
              <a:ext cx="22466" cy="19296"/>
            </a:xfrm>
            <a:custGeom>
              <a:avLst/>
              <a:gdLst/>
              <a:ahLst/>
              <a:cxnLst/>
              <a:rect l="l" t="t" r="r" b="b"/>
              <a:pathLst>
                <a:path w="1148" h="986" extrusionOk="0">
                  <a:moveTo>
                    <a:pt x="667" y="0"/>
                  </a:moveTo>
                  <a:cubicBezTo>
                    <a:pt x="226" y="0"/>
                    <a:pt x="0" y="530"/>
                    <a:pt x="314" y="843"/>
                  </a:cubicBezTo>
                  <a:cubicBezTo>
                    <a:pt x="412" y="941"/>
                    <a:pt x="533" y="985"/>
                    <a:pt x="652" y="985"/>
                  </a:cubicBezTo>
                  <a:cubicBezTo>
                    <a:pt x="904" y="985"/>
                    <a:pt x="1147" y="790"/>
                    <a:pt x="1147" y="491"/>
                  </a:cubicBezTo>
                  <a:cubicBezTo>
                    <a:pt x="1147" y="226"/>
                    <a:pt x="932" y="10"/>
                    <a:pt x="6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5" name="Google Shape;1755;p125"/>
            <p:cNvSpPr/>
            <p:nvPr/>
          </p:nvSpPr>
          <p:spPr>
            <a:xfrm>
              <a:off x="2343222" y="2246064"/>
              <a:ext cx="278188" cy="323864"/>
            </a:xfrm>
            <a:custGeom>
              <a:avLst/>
              <a:gdLst/>
              <a:ahLst/>
              <a:cxnLst/>
              <a:rect l="l" t="t" r="r" b="b"/>
              <a:pathLst>
                <a:path w="14215" h="16549" extrusionOk="0">
                  <a:moveTo>
                    <a:pt x="8338" y="1968"/>
                  </a:moveTo>
                  <a:cubicBezTo>
                    <a:pt x="8695" y="1968"/>
                    <a:pt x="9058" y="2100"/>
                    <a:pt x="9352" y="2394"/>
                  </a:cubicBezTo>
                  <a:cubicBezTo>
                    <a:pt x="10274" y="3316"/>
                    <a:pt x="9617" y="4884"/>
                    <a:pt x="8323" y="4884"/>
                  </a:cubicBezTo>
                  <a:cubicBezTo>
                    <a:pt x="7519" y="4884"/>
                    <a:pt x="6872" y="4227"/>
                    <a:pt x="6872" y="3424"/>
                  </a:cubicBezTo>
                  <a:cubicBezTo>
                    <a:pt x="6872" y="2547"/>
                    <a:pt x="7591" y="1968"/>
                    <a:pt x="8338" y="1968"/>
                  </a:cubicBezTo>
                  <a:close/>
                  <a:moveTo>
                    <a:pt x="8270" y="1"/>
                  </a:moveTo>
                  <a:cubicBezTo>
                    <a:pt x="7177" y="1"/>
                    <a:pt x="6076" y="216"/>
                    <a:pt x="5029" y="659"/>
                  </a:cubicBezTo>
                  <a:cubicBezTo>
                    <a:pt x="1980" y="1963"/>
                    <a:pt x="0" y="4963"/>
                    <a:pt x="0" y="8276"/>
                  </a:cubicBezTo>
                  <a:cubicBezTo>
                    <a:pt x="0" y="11589"/>
                    <a:pt x="1980" y="14589"/>
                    <a:pt x="5029" y="15883"/>
                  </a:cubicBezTo>
                  <a:cubicBezTo>
                    <a:pt x="6078" y="16330"/>
                    <a:pt x="7183" y="16548"/>
                    <a:pt x="8278" y="16548"/>
                  </a:cubicBezTo>
                  <a:cubicBezTo>
                    <a:pt x="10375" y="16548"/>
                    <a:pt x="12437" y="15750"/>
                    <a:pt x="14009" y="14236"/>
                  </a:cubicBezTo>
                  <a:cubicBezTo>
                    <a:pt x="14215" y="14040"/>
                    <a:pt x="14205" y="13717"/>
                    <a:pt x="13999" y="13530"/>
                  </a:cubicBezTo>
                  <a:lnTo>
                    <a:pt x="8088" y="8276"/>
                  </a:lnTo>
                  <a:lnTo>
                    <a:pt x="13999" y="3022"/>
                  </a:lnTo>
                  <a:cubicBezTo>
                    <a:pt x="14205" y="2835"/>
                    <a:pt x="14215" y="2502"/>
                    <a:pt x="14009" y="2306"/>
                  </a:cubicBezTo>
                  <a:cubicBezTo>
                    <a:pt x="12435" y="797"/>
                    <a:pt x="10370" y="1"/>
                    <a:pt x="8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56" name="Google Shape;1756;p125"/>
          <p:cNvGrpSpPr/>
          <p:nvPr/>
        </p:nvGrpSpPr>
        <p:grpSpPr>
          <a:xfrm>
            <a:off x="1818511" y="3817887"/>
            <a:ext cx="247306" cy="324040"/>
            <a:chOff x="1818511" y="3817887"/>
            <a:chExt cx="247306" cy="324040"/>
          </a:xfrm>
        </p:grpSpPr>
        <p:sp>
          <p:nvSpPr>
            <p:cNvPr id="1757" name="Google Shape;1757;p125"/>
            <p:cNvSpPr/>
            <p:nvPr/>
          </p:nvSpPr>
          <p:spPr>
            <a:xfrm>
              <a:off x="1818511" y="4037364"/>
              <a:ext cx="247110" cy="47790"/>
            </a:xfrm>
            <a:custGeom>
              <a:avLst/>
              <a:gdLst/>
              <a:ahLst/>
              <a:cxnLst/>
              <a:rect l="l" t="t" r="r" b="b"/>
              <a:pathLst>
                <a:path w="12627" h="2442" extrusionOk="0">
                  <a:moveTo>
                    <a:pt x="12137" y="0"/>
                  </a:moveTo>
                  <a:lnTo>
                    <a:pt x="12137" y="10"/>
                  </a:lnTo>
                  <a:lnTo>
                    <a:pt x="491" y="10"/>
                  </a:lnTo>
                  <a:cubicBezTo>
                    <a:pt x="216" y="10"/>
                    <a:pt x="1" y="226"/>
                    <a:pt x="1" y="500"/>
                  </a:cubicBezTo>
                  <a:lnTo>
                    <a:pt x="1" y="1951"/>
                  </a:lnTo>
                  <a:cubicBezTo>
                    <a:pt x="1" y="2216"/>
                    <a:pt x="216" y="2441"/>
                    <a:pt x="491" y="2441"/>
                  </a:cubicBezTo>
                  <a:lnTo>
                    <a:pt x="12137" y="2441"/>
                  </a:lnTo>
                  <a:cubicBezTo>
                    <a:pt x="12402" y="2441"/>
                    <a:pt x="12627" y="2216"/>
                    <a:pt x="12627" y="1951"/>
                  </a:cubicBezTo>
                  <a:lnTo>
                    <a:pt x="12627" y="490"/>
                  </a:lnTo>
                  <a:cubicBezTo>
                    <a:pt x="12627" y="226"/>
                    <a:pt x="12402" y="0"/>
                    <a:pt x="12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8" name="Google Shape;1758;p125"/>
            <p:cNvSpPr/>
            <p:nvPr/>
          </p:nvSpPr>
          <p:spPr>
            <a:xfrm>
              <a:off x="1818511" y="4122924"/>
              <a:ext cx="247306" cy="19002"/>
            </a:xfrm>
            <a:custGeom>
              <a:avLst/>
              <a:gdLst/>
              <a:ahLst/>
              <a:cxnLst/>
              <a:rect l="l" t="t" r="r" b="b"/>
              <a:pathLst>
                <a:path w="12637" h="971" extrusionOk="0">
                  <a:moveTo>
                    <a:pt x="491" y="0"/>
                  </a:moveTo>
                  <a:cubicBezTo>
                    <a:pt x="216" y="0"/>
                    <a:pt x="1" y="236"/>
                    <a:pt x="10" y="510"/>
                  </a:cubicBezTo>
                  <a:cubicBezTo>
                    <a:pt x="20" y="775"/>
                    <a:pt x="246" y="971"/>
                    <a:pt x="501" y="971"/>
                  </a:cubicBezTo>
                  <a:lnTo>
                    <a:pt x="12137" y="971"/>
                  </a:lnTo>
                  <a:cubicBezTo>
                    <a:pt x="12411" y="971"/>
                    <a:pt x="12637" y="736"/>
                    <a:pt x="12627" y="461"/>
                  </a:cubicBezTo>
                  <a:cubicBezTo>
                    <a:pt x="12607" y="196"/>
                    <a:pt x="12392" y="0"/>
                    <a:pt x="12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9" name="Google Shape;1759;p125"/>
            <p:cNvSpPr/>
            <p:nvPr/>
          </p:nvSpPr>
          <p:spPr>
            <a:xfrm>
              <a:off x="1837689" y="3817887"/>
              <a:ext cx="208753" cy="200690"/>
            </a:xfrm>
            <a:custGeom>
              <a:avLst/>
              <a:gdLst/>
              <a:ahLst/>
              <a:cxnLst/>
              <a:rect l="l" t="t" r="r" b="b"/>
              <a:pathLst>
                <a:path w="10667" h="10255" extrusionOk="0">
                  <a:moveTo>
                    <a:pt x="5327" y="0"/>
                  </a:moveTo>
                  <a:cubicBezTo>
                    <a:pt x="3726" y="0"/>
                    <a:pt x="2413" y="1297"/>
                    <a:pt x="2422" y="2912"/>
                  </a:cubicBezTo>
                  <a:cubicBezTo>
                    <a:pt x="2422" y="3883"/>
                    <a:pt x="2677" y="4824"/>
                    <a:pt x="2922" y="5726"/>
                  </a:cubicBezTo>
                  <a:cubicBezTo>
                    <a:pt x="3167" y="6618"/>
                    <a:pt x="3383" y="7461"/>
                    <a:pt x="3383" y="8304"/>
                  </a:cubicBezTo>
                  <a:cubicBezTo>
                    <a:pt x="3383" y="8568"/>
                    <a:pt x="3167" y="8794"/>
                    <a:pt x="2893" y="8794"/>
                  </a:cubicBezTo>
                  <a:lnTo>
                    <a:pt x="1452" y="8794"/>
                  </a:lnTo>
                  <a:cubicBezTo>
                    <a:pt x="648" y="8794"/>
                    <a:pt x="1" y="9451"/>
                    <a:pt x="1" y="10255"/>
                  </a:cubicBezTo>
                  <a:lnTo>
                    <a:pt x="10667" y="10255"/>
                  </a:lnTo>
                  <a:cubicBezTo>
                    <a:pt x="10657" y="9451"/>
                    <a:pt x="10010" y="8804"/>
                    <a:pt x="9206" y="8804"/>
                  </a:cubicBezTo>
                  <a:lnTo>
                    <a:pt x="7755" y="8804"/>
                  </a:lnTo>
                  <a:cubicBezTo>
                    <a:pt x="7481" y="8804"/>
                    <a:pt x="7265" y="8578"/>
                    <a:pt x="7265" y="8314"/>
                  </a:cubicBezTo>
                  <a:cubicBezTo>
                    <a:pt x="7265" y="7451"/>
                    <a:pt x="7510" y="6578"/>
                    <a:pt x="7736" y="5735"/>
                  </a:cubicBezTo>
                  <a:cubicBezTo>
                    <a:pt x="7981" y="4853"/>
                    <a:pt x="8226" y="3932"/>
                    <a:pt x="8236" y="2991"/>
                  </a:cubicBezTo>
                  <a:cubicBezTo>
                    <a:pt x="8285" y="1373"/>
                    <a:pt x="6991" y="20"/>
                    <a:pt x="5363" y="1"/>
                  </a:cubicBezTo>
                  <a:cubicBezTo>
                    <a:pt x="5351" y="0"/>
                    <a:pt x="5339" y="0"/>
                    <a:pt x="5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760" name="Google Shape;1760;p125"/>
          <p:cNvSpPr/>
          <p:nvPr/>
        </p:nvSpPr>
        <p:spPr>
          <a:xfrm>
            <a:off x="1780154" y="3284741"/>
            <a:ext cx="323844" cy="323864"/>
          </a:xfrm>
          <a:custGeom>
            <a:avLst/>
            <a:gdLst/>
            <a:ahLst/>
            <a:cxnLst/>
            <a:rect l="l" t="t" r="r" b="b"/>
            <a:pathLst>
              <a:path w="16548" h="16549" extrusionOk="0">
                <a:moveTo>
                  <a:pt x="7784" y="5334"/>
                </a:moveTo>
                <a:lnTo>
                  <a:pt x="7784" y="7402"/>
                </a:lnTo>
                <a:lnTo>
                  <a:pt x="9333" y="6373"/>
                </a:lnTo>
                <a:lnTo>
                  <a:pt x="9325" y="6368"/>
                </a:lnTo>
                <a:lnTo>
                  <a:pt x="9333" y="6363"/>
                </a:lnTo>
                <a:lnTo>
                  <a:pt x="7784" y="5334"/>
                </a:lnTo>
                <a:close/>
                <a:moveTo>
                  <a:pt x="7305" y="3942"/>
                </a:moveTo>
                <a:cubicBezTo>
                  <a:pt x="7394" y="3942"/>
                  <a:pt x="7484" y="3967"/>
                  <a:pt x="7568" y="4020"/>
                </a:cubicBezTo>
                <a:lnTo>
                  <a:pt x="10479" y="5961"/>
                </a:lnTo>
                <a:cubicBezTo>
                  <a:pt x="10764" y="6157"/>
                  <a:pt x="10764" y="6569"/>
                  <a:pt x="10479" y="6765"/>
                </a:cubicBezTo>
                <a:lnTo>
                  <a:pt x="7568" y="8706"/>
                </a:lnTo>
                <a:cubicBezTo>
                  <a:pt x="7484" y="8760"/>
                  <a:pt x="7393" y="8784"/>
                  <a:pt x="7305" y="8784"/>
                </a:cubicBezTo>
                <a:cubicBezTo>
                  <a:pt x="7053" y="8784"/>
                  <a:pt x="6820" y="8587"/>
                  <a:pt x="6813" y="8304"/>
                </a:cubicBezTo>
                <a:lnTo>
                  <a:pt x="6813" y="4432"/>
                </a:lnTo>
                <a:cubicBezTo>
                  <a:pt x="6820" y="4141"/>
                  <a:pt x="7054" y="3942"/>
                  <a:pt x="7305" y="3942"/>
                </a:cubicBezTo>
                <a:close/>
                <a:moveTo>
                  <a:pt x="2941" y="2971"/>
                </a:moveTo>
                <a:lnTo>
                  <a:pt x="2941" y="9755"/>
                </a:lnTo>
                <a:lnTo>
                  <a:pt x="13607" y="9755"/>
                </a:lnTo>
                <a:lnTo>
                  <a:pt x="13607" y="2971"/>
                </a:lnTo>
                <a:close/>
                <a:moveTo>
                  <a:pt x="14097" y="2001"/>
                </a:moveTo>
                <a:cubicBezTo>
                  <a:pt x="14362" y="2001"/>
                  <a:pt x="14577" y="2216"/>
                  <a:pt x="14587" y="2491"/>
                </a:cubicBezTo>
                <a:lnTo>
                  <a:pt x="14587" y="10245"/>
                </a:lnTo>
                <a:cubicBezTo>
                  <a:pt x="14577" y="10510"/>
                  <a:pt x="14362" y="10725"/>
                  <a:pt x="14097" y="10725"/>
                </a:cubicBezTo>
                <a:lnTo>
                  <a:pt x="2451" y="10725"/>
                </a:lnTo>
                <a:cubicBezTo>
                  <a:pt x="2186" y="10725"/>
                  <a:pt x="1961" y="10510"/>
                  <a:pt x="1961" y="10245"/>
                </a:cubicBezTo>
                <a:lnTo>
                  <a:pt x="1961" y="2491"/>
                </a:lnTo>
                <a:cubicBezTo>
                  <a:pt x="1961" y="2216"/>
                  <a:pt x="2186" y="2001"/>
                  <a:pt x="2451" y="2001"/>
                </a:cubicBezTo>
                <a:close/>
                <a:moveTo>
                  <a:pt x="5350" y="12666"/>
                </a:moveTo>
                <a:cubicBezTo>
                  <a:pt x="5128" y="12666"/>
                  <a:pt x="4964" y="12805"/>
                  <a:pt x="4899" y="12981"/>
                </a:cubicBezTo>
                <a:lnTo>
                  <a:pt x="4899" y="12981"/>
                </a:lnTo>
                <a:cubicBezTo>
                  <a:pt x="4831" y="13150"/>
                  <a:pt x="4855" y="13356"/>
                  <a:pt x="5009" y="13510"/>
                </a:cubicBezTo>
                <a:cubicBezTo>
                  <a:pt x="5108" y="13608"/>
                  <a:pt x="5229" y="13652"/>
                  <a:pt x="5349" y="13652"/>
                </a:cubicBezTo>
                <a:cubicBezTo>
                  <a:pt x="5488" y="13652"/>
                  <a:pt x="5625" y="13592"/>
                  <a:pt x="5720" y="13489"/>
                </a:cubicBezTo>
                <a:lnTo>
                  <a:pt x="5720" y="13489"/>
                </a:lnTo>
                <a:cubicBezTo>
                  <a:pt x="5798" y="13405"/>
                  <a:pt x="5849" y="13291"/>
                  <a:pt x="5852" y="13157"/>
                </a:cubicBezTo>
                <a:cubicBezTo>
                  <a:pt x="5852" y="12892"/>
                  <a:pt x="5627" y="12666"/>
                  <a:pt x="5362" y="12666"/>
                </a:cubicBezTo>
                <a:cubicBezTo>
                  <a:pt x="5358" y="12666"/>
                  <a:pt x="5354" y="12666"/>
                  <a:pt x="5350" y="12666"/>
                </a:cubicBezTo>
                <a:close/>
                <a:moveTo>
                  <a:pt x="5362" y="11696"/>
                </a:moveTo>
                <a:cubicBezTo>
                  <a:pt x="5933" y="11696"/>
                  <a:pt x="6504" y="12019"/>
                  <a:pt x="6735" y="12666"/>
                </a:cubicBezTo>
                <a:lnTo>
                  <a:pt x="14087" y="12666"/>
                </a:lnTo>
                <a:cubicBezTo>
                  <a:pt x="14113" y="12662"/>
                  <a:pt x="14139" y="12660"/>
                  <a:pt x="14165" y="12660"/>
                </a:cubicBezTo>
                <a:cubicBezTo>
                  <a:pt x="14426" y="12660"/>
                  <a:pt x="14646" y="12879"/>
                  <a:pt x="14646" y="13147"/>
                </a:cubicBezTo>
                <a:cubicBezTo>
                  <a:pt x="14646" y="13428"/>
                  <a:pt x="14420" y="13641"/>
                  <a:pt x="14154" y="13641"/>
                </a:cubicBezTo>
                <a:cubicBezTo>
                  <a:pt x="14132" y="13641"/>
                  <a:pt x="14109" y="13640"/>
                  <a:pt x="14087" y="13637"/>
                </a:cubicBezTo>
                <a:lnTo>
                  <a:pt x="6745" y="13637"/>
                </a:lnTo>
                <a:cubicBezTo>
                  <a:pt x="6514" y="14284"/>
                  <a:pt x="5941" y="14607"/>
                  <a:pt x="5368" y="14607"/>
                </a:cubicBezTo>
                <a:cubicBezTo>
                  <a:pt x="4796" y="14607"/>
                  <a:pt x="4225" y="14284"/>
                  <a:pt x="4000" y="13637"/>
                </a:cubicBezTo>
                <a:lnTo>
                  <a:pt x="2451" y="13637"/>
                </a:lnTo>
                <a:cubicBezTo>
                  <a:pt x="2428" y="13640"/>
                  <a:pt x="2406" y="13641"/>
                  <a:pt x="2384" y="13641"/>
                </a:cubicBezTo>
                <a:cubicBezTo>
                  <a:pt x="2118" y="13641"/>
                  <a:pt x="1892" y="13428"/>
                  <a:pt x="1892" y="13147"/>
                </a:cubicBezTo>
                <a:cubicBezTo>
                  <a:pt x="1892" y="12879"/>
                  <a:pt x="2111" y="12660"/>
                  <a:pt x="2373" y="12660"/>
                </a:cubicBezTo>
                <a:cubicBezTo>
                  <a:pt x="2398" y="12660"/>
                  <a:pt x="2424" y="12662"/>
                  <a:pt x="2451" y="12666"/>
                </a:cubicBezTo>
                <a:lnTo>
                  <a:pt x="3990" y="12666"/>
                </a:lnTo>
                <a:cubicBezTo>
                  <a:pt x="4220" y="12019"/>
                  <a:pt x="4791" y="11696"/>
                  <a:pt x="5362" y="11696"/>
                </a:cubicBezTo>
                <a:close/>
                <a:moveTo>
                  <a:pt x="490" y="1"/>
                </a:moveTo>
                <a:cubicBezTo>
                  <a:pt x="216" y="1"/>
                  <a:pt x="0" y="217"/>
                  <a:pt x="0" y="491"/>
                </a:cubicBezTo>
                <a:lnTo>
                  <a:pt x="0" y="16058"/>
                </a:lnTo>
                <a:cubicBezTo>
                  <a:pt x="0" y="16333"/>
                  <a:pt x="216" y="16548"/>
                  <a:pt x="490" y="16548"/>
                </a:cubicBezTo>
                <a:lnTo>
                  <a:pt x="16057" y="16548"/>
                </a:lnTo>
                <a:cubicBezTo>
                  <a:pt x="16322" y="16548"/>
                  <a:pt x="16548" y="16333"/>
                  <a:pt x="16548" y="16058"/>
                </a:cubicBezTo>
                <a:lnTo>
                  <a:pt x="16548" y="491"/>
                </a:lnTo>
                <a:cubicBezTo>
                  <a:pt x="16548" y="217"/>
                  <a:pt x="16322" y="1"/>
                  <a:pt x="160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61" name="Google Shape;1761;p125"/>
          <p:cNvSpPr/>
          <p:nvPr/>
        </p:nvSpPr>
        <p:spPr>
          <a:xfrm>
            <a:off x="1780154" y="2753905"/>
            <a:ext cx="323844" cy="323864"/>
          </a:xfrm>
          <a:custGeom>
            <a:avLst/>
            <a:gdLst/>
            <a:ahLst/>
            <a:cxnLst/>
            <a:rect l="l" t="t" r="r" b="b"/>
            <a:pathLst>
              <a:path w="16548" h="16549" extrusionOk="0">
                <a:moveTo>
                  <a:pt x="6335" y="7805"/>
                </a:moveTo>
                <a:cubicBezTo>
                  <a:pt x="6588" y="7805"/>
                  <a:pt x="6830" y="8005"/>
                  <a:pt x="6823" y="8304"/>
                </a:cubicBezTo>
                <a:cubicBezTo>
                  <a:pt x="6823" y="8569"/>
                  <a:pt x="6597" y="8784"/>
                  <a:pt x="6333" y="8784"/>
                </a:cubicBezTo>
                <a:cubicBezTo>
                  <a:pt x="5892" y="8784"/>
                  <a:pt x="5676" y="8255"/>
                  <a:pt x="5990" y="7951"/>
                </a:cubicBezTo>
                <a:cubicBezTo>
                  <a:pt x="6091" y="7850"/>
                  <a:pt x="6214" y="7805"/>
                  <a:pt x="6335" y="7805"/>
                </a:cubicBezTo>
                <a:close/>
                <a:moveTo>
                  <a:pt x="0" y="6853"/>
                </a:moveTo>
                <a:lnTo>
                  <a:pt x="0" y="9755"/>
                </a:lnTo>
                <a:lnTo>
                  <a:pt x="1970" y="9755"/>
                </a:lnTo>
                <a:lnTo>
                  <a:pt x="1970" y="6853"/>
                </a:lnTo>
                <a:close/>
                <a:moveTo>
                  <a:pt x="8274" y="6853"/>
                </a:moveTo>
                <a:cubicBezTo>
                  <a:pt x="8587" y="7265"/>
                  <a:pt x="8764" y="7775"/>
                  <a:pt x="8764" y="8304"/>
                </a:cubicBezTo>
                <a:lnTo>
                  <a:pt x="8754" y="8304"/>
                </a:lnTo>
                <a:cubicBezTo>
                  <a:pt x="8754" y="8833"/>
                  <a:pt x="8587" y="9343"/>
                  <a:pt x="8264" y="9755"/>
                </a:cubicBezTo>
                <a:lnTo>
                  <a:pt x="11666" y="9755"/>
                </a:lnTo>
                <a:lnTo>
                  <a:pt x="11666" y="6853"/>
                </a:lnTo>
                <a:close/>
                <a:moveTo>
                  <a:pt x="6321" y="6853"/>
                </a:moveTo>
                <a:cubicBezTo>
                  <a:pt x="5035" y="6853"/>
                  <a:pt x="4385" y="8415"/>
                  <a:pt x="5303" y="9333"/>
                </a:cubicBezTo>
                <a:cubicBezTo>
                  <a:pt x="5598" y="9628"/>
                  <a:pt x="5961" y="9760"/>
                  <a:pt x="6317" y="9760"/>
                </a:cubicBezTo>
                <a:cubicBezTo>
                  <a:pt x="7065" y="9760"/>
                  <a:pt x="7784" y="9180"/>
                  <a:pt x="7784" y="8304"/>
                </a:cubicBezTo>
                <a:cubicBezTo>
                  <a:pt x="7784" y="7500"/>
                  <a:pt x="7137" y="6853"/>
                  <a:pt x="6333" y="6853"/>
                </a:cubicBezTo>
                <a:cubicBezTo>
                  <a:pt x="6329" y="6853"/>
                  <a:pt x="6325" y="6853"/>
                  <a:pt x="6321" y="6853"/>
                </a:cubicBezTo>
                <a:close/>
                <a:moveTo>
                  <a:pt x="6279" y="5882"/>
                </a:moveTo>
                <a:cubicBezTo>
                  <a:pt x="6297" y="5882"/>
                  <a:pt x="6315" y="5882"/>
                  <a:pt x="6333" y="5883"/>
                </a:cubicBezTo>
                <a:lnTo>
                  <a:pt x="12146" y="5883"/>
                </a:lnTo>
                <a:cubicBezTo>
                  <a:pt x="12421" y="5883"/>
                  <a:pt x="12636" y="6098"/>
                  <a:pt x="12636" y="6373"/>
                </a:cubicBezTo>
                <a:lnTo>
                  <a:pt x="12636" y="10245"/>
                </a:lnTo>
                <a:cubicBezTo>
                  <a:pt x="12626" y="10510"/>
                  <a:pt x="12411" y="10725"/>
                  <a:pt x="12146" y="10725"/>
                </a:cubicBezTo>
                <a:lnTo>
                  <a:pt x="6333" y="10725"/>
                </a:lnTo>
                <a:cubicBezTo>
                  <a:pt x="6315" y="10726"/>
                  <a:pt x="6297" y="10726"/>
                  <a:pt x="6279" y="10726"/>
                </a:cubicBezTo>
                <a:cubicBezTo>
                  <a:pt x="4941" y="10726"/>
                  <a:pt x="3853" y="9649"/>
                  <a:pt x="3853" y="8304"/>
                </a:cubicBezTo>
                <a:cubicBezTo>
                  <a:pt x="3853" y="6959"/>
                  <a:pt x="4941" y="5882"/>
                  <a:pt x="6279" y="5882"/>
                </a:cubicBezTo>
                <a:close/>
                <a:moveTo>
                  <a:pt x="2941" y="2971"/>
                </a:moveTo>
                <a:lnTo>
                  <a:pt x="2941" y="4432"/>
                </a:lnTo>
                <a:cubicBezTo>
                  <a:pt x="2941" y="4697"/>
                  <a:pt x="2715" y="4912"/>
                  <a:pt x="2451" y="4912"/>
                </a:cubicBezTo>
                <a:lnTo>
                  <a:pt x="0" y="4912"/>
                </a:lnTo>
                <a:lnTo>
                  <a:pt x="0" y="5883"/>
                </a:lnTo>
                <a:lnTo>
                  <a:pt x="2451" y="5883"/>
                </a:lnTo>
                <a:cubicBezTo>
                  <a:pt x="2715" y="5883"/>
                  <a:pt x="2931" y="6098"/>
                  <a:pt x="2931" y="6373"/>
                </a:cubicBezTo>
                <a:lnTo>
                  <a:pt x="2931" y="10245"/>
                </a:lnTo>
                <a:cubicBezTo>
                  <a:pt x="2931" y="10510"/>
                  <a:pt x="2715" y="10725"/>
                  <a:pt x="2451" y="10725"/>
                </a:cubicBezTo>
                <a:lnTo>
                  <a:pt x="0" y="10725"/>
                </a:lnTo>
                <a:lnTo>
                  <a:pt x="0" y="11696"/>
                </a:lnTo>
                <a:lnTo>
                  <a:pt x="2451" y="11696"/>
                </a:lnTo>
                <a:cubicBezTo>
                  <a:pt x="2715" y="11696"/>
                  <a:pt x="2931" y="11921"/>
                  <a:pt x="2931" y="12186"/>
                </a:cubicBezTo>
                <a:lnTo>
                  <a:pt x="2931" y="13637"/>
                </a:lnTo>
                <a:lnTo>
                  <a:pt x="13597" y="13637"/>
                </a:lnTo>
                <a:lnTo>
                  <a:pt x="13597" y="2981"/>
                </a:lnTo>
                <a:lnTo>
                  <a:pt x="2941" y="2971"/>
                </a:lnTo>
                <a:close/>
                <a:moveTo>
                  <a:pt x="490" y="1"/>
                </a:moveTo>
                <a:cubicBezTo>
                  <a:pt x="225" y="1"/>
                  <a:pt x="0" y="217"/>
                  <a:pt x="0" y="481"/>
                </a:cubicBezTo>
                <a:lnTo>
                  <a:pt x="0" y="3942"/>
                </a:lnTo>
                <a:lnTo>
                  <a:pt x="1970" y="3942"/>
                </a:lnTo>
                <a:lnTo>
                  <a:pt x="1970" y="2491"/>
                </a:lnTo>
                <a:cubicBezTo>
                  <a:pt x="1970" y="2216"/>
                  <a:pt x="2186" y="2001"/>
                  <a:pt x="2461" y="2001"/>
                </a:cubicBezTo>
                <a:lnTo>
                  <a:pt x="14097" y="2001"/>
                </a:lnTo>
                <a:cubicBezTo>
                  <a:pt x="14362" y="2001"/>
                  <a:pt x="14587" y="2216"/>
                  <a:pt x="14587" y="2491"/>
                </a:cubicBezTo>
                <a:lnTo>
                  <a:pt x="14587" y="14117"/>
                </a:lnTo>
                <a:cubicBezTo>
                  <a:pt x="14577" y="14392"/>
                  <a:pt x="14362" y="14607"/>
                  <a:pt x="14097" y="14607"/>
                </a:cubicBezTo>
                <a:lnTo>
                  <a:pt x="2451" y="14607"/>
                </a:lnTo>
                <a:cubicBezTo>
                  <a:pt x="2186" y="14607"/>
                  <a:pt x="1961" y="14392"/>
                  <a:pt x="1961" y="14117"/>
                </a:cubicBezTo>
                <a:lnTo>
                  <a:pt x="1961" y="12666"/>
                </a:lnTo>
                <a:lnTo>
                  <a:pt x="0" y="12666"/>
                </a:lnTo>
                <a:lnTo>
                  <a:pt x="0" y="16058"/>
                </a:lnTo>
                <a:cubicBezTo>
                  <a:pt x="0" y="16333"/>
                  <a:pt x="216" y="16548"/>
                  <a:pt x="490" y="16548"/>
                </a:cubicBezTo>
                <a:lnTo>
                  <a:pt x="16057" y="16548"/>
                </a:lnTo>
                <a:cubicBezTo>
                  <a:pt x="16322" y="16548"/>
                  <a:pt x="16548" y="16333"/>
                  <a:pt x="16548" y="16058"/>
                </a:cubicBezTo>
                <a:lnTo>
                  <a:pt x="16548" y="481"/>
                </a:lnTo>
                <a:cubicBezTo>
                  <a:pt x="16538" y="217"/>
                  <a:pt x="16322" y="1"/>
                  <a:pt x="160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762" name="Google Shape;1762;p125"/>
          <p:cNvGrpSpPr/>
          <p:nvPr/>
        </p:nvGrpSpPr>
        <p:grpSpPr>
          <a:xfrm>
            <a:off x="1776690" y="2244870"/>
            <a:ext cx="330557" cy="326623"/>
            <a:chOff x="1776690" y="2244870"/>
            <a:chExt cx="330557" cy="326623"/>
          </a:xfrm>
        </p:grpSpPr>
        <p:sp>
          <p:nvSpPr>
            <p:cNvPr id="1763" name="Google Shape;1763;p125"/>
            <p:cNvSpPr/>
            <p:nvPr/>
          </p:nvSpPr>
          <p:spPr>
            <a:xfrm>
              <a:off x="1776690" y="2438378"/>
              <a:ext cx="123839" cy="133115"/>
            </a:xfrm>
            <a:custGeom>
              <a:avLst/>
              <a:gdLst/>
              <a:ahLst/>
              <a:cxnLst/>
              <a:rect l="l" t="t" r="r" b="b"/>
              <a:pathLst>
                <a:path w="6328" h="6802" extrusionOk="0">
                  <a:moveTo>
                    <a:pt x="3178" y="2829"/>
                  </a:moveTo>
                  <a:cubicBezTo>
                    <a:pt x="3427" y="2829"/>
                    <a:pt x="3667" y="3024"/>
                    <a:pt x="3667" y="3321"/>
                  </a:cubicBezTo>
                  <a:cubicBezTo>
                    <a:pt x="3667" y="3586"/>
                    <a:pt x="3451" y="3811"/>
                    <a:pt x="3177" y="3811"/>
                  </a:cubicBezTo>
                  <a:cubicBezTo>
                    <a:pt x="2745" y="3811"/>
                    <a:pt x="2520" y="3282"/>
                    <a:pt x="2834" y="2978"/>
                  </a:cubicBezTo>
                  <a:cubicBezTo>
                    <a:pt x="2933" y="2875"/>
                    <a:pt x="3056" y="2829"/>
                    <a:pt x="3178" y="2829"/>
                  </a:cubicBezTo>
                  <a:close/>
                  <a:moveTo>
                    <a:pt x="3182" y="0"/>
                  </a:moveTo>
                  <a:cubicBezTo>
                    <a:pt x="2961" y="0"/>
                    <a:pt x="2741" y="140"/>
                    <a:pt x="2696" y="419"/>
                  </a:cubicBezTo>
                  <a:lnTo>
                    <a:pt x="2696" y="949"/>
                  </a:lnTo>
                  <a:cubicBezTo>
                    <a:pt x="2187" y="1057"/>
                    <a:pt x="1716" y="1321"/>
                    <a:pt x="1373" y="1723"/>
                  </a:cubicBezTo>
                  <a:lnTo>
                    <a:pt x="912" y="1449"/>
                  </a:lnTo>
                  <a:cubicBezTo>
                    <a:pt x="844" y="1421"/>
                    <a:pt x="778" y="1409"/>
                    <a:pt x="716" y="1409"/>
                  </a:cubicBezTo>
                  <a:cubicBezTo>
                    <a:pt x="291" y="1409"/>
                    <a:pt x="29" y="1984"/>
                    <a:pt x="422" y="2292"/>
                  </a:cubicBezTo>
                  <a:lnTo>
                    <a:pt x="883" y="2557"/>
                  </a:lnTo>
                  <a:cubicBezTo>
                    <a:pt x="716" y="3056"/>
                    <a:pt x="716" y="3596"/>
                    <a:pt x="883" y="4096"/>
                  </a:cubicBezTo>
                  <a:lnTo>
                    <a:pt x="422" y="4360"/>
                  </a:lnTo>
                  <a:cubicBezTo>
                    <a:pt x="1" y="4655"/>
                    <a:pt x="268" y="5255"/>
                    <a:pt x="694" y="5255"/>
                  </a:cubicBezTo>
                  <a:cubicBezTo>
                    <a:pt x="763" y="5255"/>
                    <a:pt x="837" y="5239"/>
                    <a:pt x="912" y="5203"/>
                  </a:cubicBezTo>
                  <a:lnTo>
                    <a:pt x="1373" y="4939"/>
                  </a:lnTo>
                  <a:cubicBezTo>
                    <a:pt x="1726" y="5331"/>
                    <a:pt x="2187" y="5595"/>
                    <a:pt x="2706" y="5703"/>
                  </a:cubicBezTo>
                  <a:lnTo>
                    <a:pt x="2706" y="6242"/>
                  </a:lnTo>
                  <a:cubicBezTo>
                    <a:pt x="2657" y="6537"/>
                    <a:pt x="2892" y="6801"/>
                    <a:pt x="3187" y="6801"/>
                  </a:cubicBezTo>
                  <a:cubicBezTo>
                    <a:pt x="3490" y="6801"/>
                    <a:pt x="3716" y="6537"/>
                    <a:pt x="3677" y="6242"/>
                  </a:cubicBezTo>
                  <a:lnTo>
                    <a:pt x="3677" y="5703"/>
                  </a:lnTo>
                  <a:cubicBezTo>
                    <a:pt x="4186" y="5595"/>
                    <a:pt x="4657" y="5331"/>
                    <a:pt x="5000" y="4939"/>
                  </a:cubicBezTo>
                  <a:lnTo>
                    <a:pt x="5461" y="5203"/>
                  </a:lnTo>
                  <a:cubicBezTo>
                    <a:pt x="5526" y="5229"/>
                    <a:pt x="5589" y="5241"/>
                    <a:pt x="5649" y="5241"/>
                  </a:cubicBezTo>
                  <a:cubicBezTo>
                    <a:pt x="6068" y="5241"/>
                    <a:pt x="6327" y="4669"/>
                    <a:pt x="5941" y="4360"/>
                  </a:cubicBezTo>
                  <a:lnTo>
                    <a:pt x="5480" y="4096"/>
                  </a:lnTo>
                  <a:cubicBezTo>
                    <a:pt x="5647" y="3596"/>
                    <a:pt x="5647" y="3056"/>
                    <a:pt x="5480" y="2566"/>
                  </a:cubicBezTo>
                  <a:lnTo>
                    <a:pt x="5941" y="2292"/>
                  </a:lnTo>
                  <a:cubicBezTo>
                    <a:pt x="6176" y="2164"/>
                    <a:pt x="6255" y="1870"/>
                    <a:pt x="6118" y="1635"/>
                  </a:cubicBezTo>
                  <a:lnTo>
                    <a:pt x="6118" y="1625"/>
                  </a:lnTo>
                  <a:cubicBezTo>
                    <a:pt x="6025" y="1473"/>
                    <a:pt x="5861" y="1388"/>
                    <a:pt x="5694" y="1388"/>
                  </a:cubicBezTo>
                  <a:cubicBezTo>
                    <a:pt x="5614" y="1388"/>
                    <a:pt x="5534" y="1407"/>
                    <a:pt x="5461" y="1449"/>
                  </a:cubicBezTo>
                  <a:lnTo>
                    <a:pt x="4990" y="1723"/>
                  </a:lnTo>
                  <a:cubicBezTo>
                    <a:pt x="4647" y="1321"/>
                    <a:pt x="4177" y="1057"/>
                    <a:pt x="3667" y="949"/>
                  </a:cubicBezTo>
                  <a:lnTo>
                    <a:pt x="3667" y="419"/>
                  </a:lnTo>
                  <a:cubicBezTo>
                    <a:pt x="3623" y="140"/>
                    <a:pt x="3402" y="0"/>
                    <a:pt x="3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4" name="Google Shape;1764;p125"/>
            <p:cNvSpPr/>
            <p:nvPr/>
          </p:nvSpPr>
          <p:spPr>
            <a:xfrm>
              <a:off x="1983310" y="2438378"/>
              <a:ext cx="123937" cy="132919"/>
            </a:xfrm>
            <a:custGeom>
              <a:avLst/>
              <a:gdLst/>
              <a:ahLst/>
              <a:cxnLst/>
              <a:rect l="l" t="t" r="r" b="b"/>
              <a:pathLst>
                <a:path w="6333" h="6792" extrusionOk="0">
                  <a:moveTo>
                    <a:pt x="3158" y="2829"/>
                  </a:moveTo>
                  <a:cubicBezTo>
                    <a:pt x="3407" y="2829"/>
                    <a:pt x="3647" y="3024"/>
                    <a:pt x="3647" y="3321"/>
                  </a:cubicBezTo>
                  <a:cubicBezTo>
                    <a:pt x="3647" y="3586"/>
                    <a:pt x="3422" y="3811"/>
                    <a:pt x="3157" y="3811"/>
                  </a:cubicBezTo>
                  <a:cubicBezTo>
                    <a:pt x="2716" y="3811"/>
                    <a:pt x="2500" y="3282"/>
                    <a:pt x="2814" y="2978"/>
                  </a:cubicBezTo>
                  <a:cubicBezTo>
                    <a:pt x="2913" y="2875"/>
                    <a:pt x="3037" y="2829"/>
                    <a:pt x="3158" y="2829"/>
                  </a:cubicBezTo>
                  <a:close/>
                  <a:moveTo>
                    <a:pt x="3148" y="0"/>
                  </a:moveTo>
                  <a:cubicBezTo>
                    <a:pt x="2927" y="0"/>
                    <a:pt x="2706" y="140"/>
                    <a:pt x="2667" y="419"/>
                  </a:cubicBezTo>
                  <a:lnTo>
                    <a:pt x="2667" y="949"/>
                  </a:lnTo>
                  <a:cubicBezTo>
                    <a:pt x="2147" y="1057"/>
                    <a:pt x="1687" y="1321"/>
                    <a:pt x="1343" y="1723"/>
                  </a:cubicBezTo>
                  <a:lnTo>
                    <a:pt x="873" y="1449"/>
                  </a:lnTo>
                  <a:cubicBezTo>
                    <a:pt x="784" y="1382"/>
                    <a:pt x="682" y="1351"/>
                    <a:pt x="580" y="1351"/>
                  </a:cubicBezTo>
                  <a:cubicBezTo>
                    <a:pt x="411" y="1351"/>
                    <a:pt x="245" y="1437"/>
                    <a:pt x="148" y="1596"/>
                  </a:cubicBezTo>
                  <a:cubicBezTo>
                    <a:pt x="0" y="1851"/>
                    <a:pt x="108" y="2174"/>
                    <a:pt x="383" y="2292"/>
                  </a:cubicBezTo>
                  <a:lnTo>
                    <a:pt x="844" y="2557"/>
                  </a:lnTo>
                  <a:cubicBezTo>
                    <a:pt x="677" y="3056"/>
                    <a:pt x="677" y="3596"/>
                    <a:pt x="844" y="4096"/>
                  </a:cubicBezTo>
                  <a:lnTo>
                    <a:pt x="402" y="4360"/>
                  </a:lnTo>
                  <a:cubicBezTo>
                    <a:pt x="128" y="4478"/>
                    <a:pt x="20" y="4801"/>
                    <a:pt x="167" y="5056"/>
                  </a:cubicBezTo>
                  <a:cubicBezTo>
                    <a:pt x="259" y="5215"/>
                    <a:pt x="426" y="5302"/>
                    <a:pt x="597" y="5302"/>
                  </a:cubicBezTo>
                  <a:cubicBezTo>
                    <a:pt x="700" y="5302"/>
                    <a:pt x="804" y="5270"/>
                    <a:pt x="893" y="5203"/>
                  </a:cubicBezTo>
                  <a:lnTo>
                    <a:pt x="1353" y="4929"/>
                  </a:lnTo>
                  <a:cubicBezTo>
                    <a:pt x="1706" y="5321"/>
                    <a:pt x="2167" y="5595"/>
                    <a:pt x="2687" y="5703"/>
                  </a:cubicBezTo>
                  <a:lnTo>
                    <a:pt x="2687" y="6233"/>
                  </a:lnTo>
                  <a:cubicBezTo>
                    <a:pt x="2637" y="6527"/>
                    <a:pt x="2873" y="6791"/>
                    <a:pt x="3167" y="6791"/>
                  </a:cubicBezTo>
                  <a:cubicBezTo>
                    <a:pt x="3471" y="6791"/>
                    <a:pt x="3696" y="6527"/>
                    <a:pt x="3657" y="6233"/>
                  </a:cubicBezTo>
                  <a:lnTo>
                    <a:pt x="3657" y="5703"/>
                  </a:lnTo>
                  <a:cubicBezTo>
                    <a:pt x="4167" y="5595"/>
                    <a:pt x="4637" y="5321"/>
                    <a:pt x="4980" y="4929"/>
                  </a:cubicBezTo>
                  <a:lnTo>
                    <a:pt x="5441" y="5203"/>
                  </a:lnTo>
                  <a:cubicBezTo>
                    <a:pt x="5509" y="5231"/>
                    <a:pt x="5575" y="5244"/>
                    <a:pt x="5638" y="5244"/>
                  </a:cubicBezTo>
                  <a:cubicBezTo>
                    <a:pt x="6064" y="5244"/>
                    <a:pt x="6333" y="4668"/>
                    <a:pt x="5931" y="4360"/>
                  </a:cubicBezTo>
                  <a:lnTo>
                    <a:pt x="5922" y="4360"/>
                  </a:lnTo>
                  <a:lnTo>
                    <a:pt x="5451" y="4096"/>
                  </a:lnTo>
                  <a:cubicBezTo>
                    <a:pt x="5618" y="3596"/>
                    <a:pt x="5618" y="3056"/>
                    <a:pt x="5451" y="2557"/>
                  </a:cubicBezTo>
                  <a:lnTo>
                    <a:pt x="5922" y="2292"/>
                  </a:lnTo>
                  <a:cubicBezTo>
                    <a:pt x="6315" y="1984"/>
                    <a:pt x="6045" y="1409"/>
                    <a:pt x="5625" y="1409"/>
                  </a:cubicBezTo>
                  <a:cubicBezTo>
                    <a:pt x="5563" y="1409"/>
                    <a:pt x="5498" y="1421"/>
                    <a:pt x="5431" y="1449"/>
                  </a:cubicBezTo>
                  <a:lnTo>
                    <a:pt x="4961" y="1723"/>
                  </a:lnTo>
                  <a:cubicBezTo>
                    <a:pt x="4618" y="1321"/>
                    <a:pt x="4147" y="1057"/>
                    <a:pt x="3637" y="949"/>
                  </a:cubicBezTo>
                  <a:lnTo>
                    <a:pt x="3637" y="419"/>
                  </a:lnTo>
                  <a:cubicBezTo>
                    <a:pt x="3593" y="140"/>
                    <a:pt x="3370" y="0"/>
                    <a:pt x="31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5" name="Google Shape;1765;p125"/>
            <p:cNvSpPr/>
            <p:nvPr/>
          </p:nvSpPr>
          <p:spPr>
            <a:xfrm>
              <a:off x="1894677" y="2416831"/>
              <a:ext cx="94973" cy="38005"/>
            </a:xfrm>
            <a:custGeom>
              <a:avLst/>
              <a:gdLst/>
              <a:ahLst/>
              <a:cxnLst/>
              <a:rect l="l" t="t" r="r" b="b"/>
              <a:pathLst>
                <a:path w="4853" h="1942" extrusionOk="0">
                  <a:moveTo>
                    <a:pt x="0" y="1"/>
                  </a:moveTo>
                  <a:lnTo>
                    <a:pt x="0" y="1452"/>
                  </a:lnTo>
                  <a:cubicBezTo>
                    <a:pt x="0" y="1726"/>
                    <a:pt x="216" y="1942"/>
                    <a:pt x="491" y="1942"/>
                  </a:cubicBezTo>
                  <a:lnTo>
                    <a:pt x="4363" y="1942"/>
                  </a:lnTo>
                  <a:cubicBezTo>
                    <a:pt x="4627" y="1942"/>
                    <a:pt x="4853" y="1726"/>
                    <a:pt x="4853" y="1452"/>
                  </a:cubicBezTo>
                  <a:lnTo>
                    <a:pt x="4843" y="1452"/>
                  </a:lnTo>
                  <a:lnTo>
                    <a:pt x="48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6" name="Google Shape;1766;p125"/>
            <p:cNvSpPr/>
            <p:nvPr/>
          </p:nvSpPr>
          <p:spPr>
            <a:xfrm>
              <a:off x="1833286" y="2245946"/>
              <a:ext cx="194174" cy="151922"/>
            </a:xfrm>
            <a:custGeom>
              <a:avLst/>
              <a:gdLst/>
              <a:ahLst/>
              <a:cxnLst/>
              <a:rect l="l" t="t" r="r" b="b"/>
              <a:pathLst>
                <a:path w="9922" h="7763" extrusionOk="0">
                  <a:moveTo>
                    <a:pt x="5558" y="1"/>
                  </a:moveTo>
                  <a:cubicBezTo>
                    <a:pt x="5217" y="1"/>
                    <a:pt x="4869" y="41"/>
                    <a:pt x="4520" y="126"/>
                  </a:cubicBezTo>
                  <a:cubicBezTo>
                    <a:pt x="991" y="979"/>
                    <a:pt x="0" y="5508"/>
                    <a:pt x="2843" y="7762"/>
                  </a:cubicBezTo>
                  <a:lnTo>
                    <a:pt x="5069" y="7762"/>
                  </a:lnTo>
                  <a:lnTo>
                    <a:pt x="5069" y="5537"/>
                  </a:lnTo>
                  <a:lnTo>
                    <a:pt x="4245" y="4714"/>
                  </a:lnTo>
                  <a:cubicBezTo>
                    <a:pt x="4010" y="4537"/>
                    <a:pt x="3981" y="4184"/>
                    <a:pt x="4196" y="3978"/>
                  </a:cubicBezTo>
                  <a:cubicBezTo>
                    <a:pt x="4290" y="3880"/>
                    <a:pt x="4415" y="3833"/>
                    <a:pt x="4539" y="3833"/>
                  </a:cubicBezTo>
                  <a:cubicBezTo>
                    <a:pt x="4688" y="3833"/>
                    <a:pt x="4836" y="3900"/>
                    <a:pt x="4931" y="4028"/>
                  </a:cubicBezTo>
                  <a:lnTo>
                    <a:pt x="5559" y="4655"/>
                  </a:lnTo>
                  <a:lnTo>
                    <a:pt x="6186" y="4028"/>
                  </a:lnTo>
                  <a:cubicBezTo>
                    <a:pt x="6282" y="3900"/>
                    <a:pt x="6427" y="3833"/>
                    <a:pt x="6574" y="3833"/>
                  </a:cubicBezTo>
                  <a:cubicBezTo>
                    <a:pt x="6698" y="3833"/>
                    <a:pt x="6823" y="3880"/>
                    <a:pt x="6921" y="3978"/>
                  </a:cubicBezTo>
                  <a:cubicBezTo>
                    <a:pt x="7127" y="4184"/>
                    <a:pt x="7108" y="4537"/>
                    <a:pt x="6872" y="4714"/>
                  </a:cubicBezTo>
                  <a:lnTo>
                    <a:pt x="6039" y="5537"/>
                  </a:lnTo>
                  <a:lnTo>
                    <a:pt x="6039" y="7762"/>
                  </a:lnTo>
                  <a:lnTo>
                    <a:pt x="8274" y="7762"/>
                  </a:lnTo>
                  <a:cubicBezTo>
                    <a:pt x="9313" y="6949"/>
                    <a:pt x="9921" y="5694"/>
                    <a:pt x="9921" y="4380"/>
                  </a:cubicBezTo>
                  <a:cubicBezTo>
                    <a:pt x="9921" y="1899"/>
                    <a:pt x="7898" y="1"/>
                    <a:pt x="55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7" name="Google Shape;1767;p125"/>
            <p:cNvSpPr/>
            <p:nvPr/>
          </p:nvSpPr>
          <p:spPr>
            <a:xfrm>
              <a:off x="1797219" y="2244968"/>
              <a:ext cx="42995" cy="40177"/>
            </a:xfrm>
            <a:custGeom>
              <a:avLst/>
              <a:gdLst/>
              <a:ahLst/>
              <a:cxnLst/>
              <a:rect l="l" t="t" r="r" b="b"/>
              <a:pathLst>
                <a:path w="2197" h="2053" extrusionOk="0">
                  <a:moveTo>
                    <a:pt x="564" y="1"/>
                  </a:moveTo>
                  <a:cubicBezTo>
                    <a:pt x="440" y="1"/>
                    <a:pt x="315" y="48"/>
                    <a:pt x="216" y="146"/>
                  </a:cubicBezTo>
                  <a:cubicBezTo>
                    <a:pt x="0" y="352"/>
                    <a:pt x="30" y="705"/>
                    <a:pt x="275" y="882"/>
                  </a:cubicBezTo>
                  <a:lnTo>
                    <a:pt x="1236" y="1852"/>
                  </a:lnTo>
                  <a:cubicBezTo>
                    <a:pt x="1337" y="1985"/>
                    <a:pt x="1484" y="2052"/>
                    <a:pt x="1633" y="2052"/>
                  </a:cubicBezTo>
                  <a:cubicBezTo>
                    <a:pt x="1757" y="2052"/>
                    <a:pt x="1882" y="2005"/>
                    <a:pt x="1981" y="1911"/>
                  </a:cubicBezTo>
                  <a:cubicBezTo>
                    <a:pt x="2196" y="1695"/>
                    <a:pt x="2167" y="1342"/>
                    <a:pt x="1922" y="1166"/>
                  </a:cubicBezTo>
                  <a:lnTo>
                    <a:pt x="961" y="196"/>
                  </a:lnTo>
                  <a:cubicBezTo>
                    <a:pt x="860" y="68"/>
                    <a:pt x="712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8" name="Google Shape;1768;p125"/>
            <p:cNvSpPr/>
            <p:nvPr/>
          </p:nvSpPr>
          <p:spPr>
            <a:xfrm>
              <a:off x="1797277" y="2358748"/>
              <a:ext cx="42937" cy="38396"/>
            </a:xfrm>
            <a:custGeom>
              <a:avLst/>
              <a:gdLst/>
              <a:ahLst/>
              <a:cxnLst/>
              <a:rect l="l" t="t" r="r" b="b"/>
              <a:pathLst>
                <a:path w="2194" h="1962" extrusionOk="0">
                  <a:moveTo>
                    <a:pt x="1634" y="1"/>
                  </a:moveTo>
                  <a:cubicBezTo>
                    <a:pt x="1486" y="1"/>
                    <a:pt x="1339" y="70"/>
                    <a:pt x="1242" y="205"/>
                  </a:cubicBezTo>
                  <a:lnTo>
                    <a:pt x="272" y="1175"/>
                  </a:lnTo>
                  <a:cubicBezTo>
                    <a:pt x="1" y="1531"/>
                    <a:pt x="299" y="1961"/>
                    <a:pt x="664" y="1961"/>
                  </a:cubicBezTo>
                  <a:cubicBezTo>
                    <a:pt x="760" y="1961"/>
                    <a:pt x="862" y="1931"/>
                    <a:pt x="958" y="1861"/>
                  </a:cubicBezTo>
                  <a:lnTo>
                    <a:pt x="1929" y="891"/>
                  </a:lnTo>
                  <a:cubicBezTo>
                    <a:pt x="2164" y="704"/>
                    <a:pt x="2193" y="361"/>
                    <a:pt x="1978" y="146"/>
                  </a:cubicBezTo>
                  <a:cubicBezTo>
                    <a:pt x="1880" y="48"/>
                    <a:pt x="1757" y="1"/>
                    <a:pt x="16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69" name="Google Shape;1769;p125"/>
            <p:cNvSpPr/>
            <p:nvPr/>
          </p:nvSpPr>
          <p:spPr>
            <a:xfrm>
              <a:off x="2043938" y="2244870"/>
              <a:ext cx="42800" cy="40275"/>
            </a:xfrm>
            <a:custGeom>
              <a:avLst/>
              <a:gdLst/>
              <a:ahLst/>
              <a:cxnLst/>
              <a:rect l="l" t="t" r="r" b="b"/>
              <a:pathLst>
                <a:path w="2187" h="2058" extrusionOk="0">
                  <a:moveTo>
                    <a:pt x="1629" y="1"/>
                  </a:moveTo>
                  <a:cubicBezTo>
                    <a:pt x="1479" y="1"/>
                    <a:pt x="1331" y="67"/>
                    <a:pt x="1235" y="201"/>
                  </a:cubicBezTo>
                  <a:lnTo>
                    <a:pt x="265" y="1171"/>
                  </a:lnTo>
                  <a:cubicBezTo>
                    <a:pt x="20" y="1347"/>
                    <a:pt x="0" y="1700"/>
                    <a:pt x="206" y="1916"/>
                  </a:cubicBezTo>
                  <a:cubicBezTo>
                    <a:pt x="305" y="2010"/>
                    <a:pt x="432" y="2057"/>
                    <a:pt x="557" y="2057"/>
                  </a:cubicBezTo>
                  <a:cubicBezTo>
                    <a:pt x="707" y="2057"/>
                    <a:pt x="855" y="1990"/>
                    <a:pt x="951" y="1857"/>
                  </a:cubicBezTo>
                  <a:lnTo>
                    <a:pt x="1922" y="887"/>
                  </a:lnTo>
                  <a:cubicBezTo>
                    <a:pt x="2167" y="710"/>
                    <a:pt x="2186" y="357"/>
                    <a:pt x="1980" y="142"/>
                  </a:cubicBezTo>
                  <a:cubicBezTo>
                    <a:pt x="1882" y="48"/>
                    <a:pt x="1755" y="1"/>
                    <a:pt x="1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0" name="Google Shape;1770;p125"/>
            <p:cNvSpPr/>
            <p:nvPr/>
          </p:nvSpPr>
          <p:spPr>
            <a:xfrm>
              <a:off x="2043938" y="2358826"/>
              <a:ext cx="42800" cy="40177"/>
            </a:xfrm>
            <a:custGeom>
              <a:avLst/>
              <a:gdLst/>
              <a:ahLst/>
              <a:cxnLst/>
              <a:rect l="l" t="t" r="r" b="b"/>
              <a:pathLst>
                <a:path w="2187" h="2053" extrusionOk="0">
                  <a:moveTo>
                    <a:pt x="557" y="1"/>
                  </a:moveTo>
                  <a:cubicBezTo>
                    <a:pt x="432" y="1"/>
                    <a:pt x="305" y="48"/>
                    <a:pt x="206" y="142"/>
                  </a:cubicBezTo>
                  <a:cubicBezTo>
                    <a:pt x="0" y="357"/>
                    <a:pt x="20" y="710"/>
                    <a:pt x="265" y="887"/>
                  </a:cubicBezTo>
                  <a:lnTo>
                    <a:pt x="1235" y="1857"/>
                  </a:lnTo>
                  <a:cubicBezTo>
                    <a:pt x="1331" y="1985"/>
                    <a:pt x="1479" y="2052"/>
                    <a:pt x="1629" y="2052"/>
                  </a:cubicBezTo>
                  <a:cubicBezTo>
                    <a:pt x="1755" y="2052"/>
                    <a:pt x="1882" y="2005"/>
                    <a:pt x="1980" y="1906"/>
                  </a:cubicBezTo>
                  <a:cubicBezTo>
                    <a:pt x="2186" y="1700"/>
                    <a:pt x="2167" y="1347"/>
                    <a:pt x="1922" y="1171"/>
                  </a:cubicBezTo>
                  <a:lnTo>
                    <a:pt x="951" y="201"/>
                  </a:lnTo>
                  <a:cubicBezTo>
                    <a:pt x="855" y="67"/>
                    <a:pt x="707" y="1"/>
                    <a:pt x="5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71" name="Google Shape;1771;p125"/>
          <p:cNvGrpSpPr/>
          <p:nvPr/>
        </p:nvGrpSpPr>
        <p:grpSpPr>
          <a:xfrm>
            <a:off x="4108396" y="1763213"/>
            <a:ext cx="323649" cy="323864"/>
            <a:chOff x="4108396" y="1763213"/>
            <a:chExt cx="323649" cy="323864"/>
          </a:xfrm>
        </p:grpSpPr>
        <p:sp>
          <p:nvSpPr>
            <p:cNvPr id="1772" name="Google Shape;1772;p125"/>
            <p:cNvSpPr/>
            <p:nvPr/>
          </p:nvSpPr>
          <p:spPr>
            <a:xfrm>
              <a:off x="4182449" y="1763213"/>
              <a:ext cx="175386" cy="153116"/>
            </a:xfrm>
            <a:custGeom>
              <a:avLst/>
              <a:gdLst/>
              <a:ahLst/>
              <a:cxnLst/>
              <a:rect l="l" t="t" r="r" b="b"/>
              <a:pathLst>
                <a:path w="8962" h="7824" extrusionOk="0">
                  <a:moveTo>
                    <a:pt x="4488" y="1"/>
                  </a:moveTo>
                  <a:cubicBezTo>
                    <a:pt x="4476" y="1"/>
                    <a:pt x="4463" y="1"/>
                    <a:pt x="4451" y="1"/>
                  </a:cubicBezTo>
                  <a:cubicBezTo>
                    <a:pt x="1520" y="21"/>
                    <a:pt x="0" y="3501"/>
                    <a:pt x="1971" y="5667"/>
                  </a:cubicBezTo>
                  <a:cubicBezTo>
                    <a:pt x="2274" y="6030"/>
                    <a:pt x="2382" y="6510"/>
                    <a:pt x="2245" y="6961"/>
                  </a:cubicBezTo>
                  <a:lnTo>
                    <a:pt x="2020" y="7824"/>
                  </a:lnTo>
                  <a:lnTo>
                    <a:pt x="3029" y="7824"/>
                  </a:lnTo>
                  <a:lnTo>
                    <a:pt x="3186" y="7206"/>
                  </a:lnTo>
                  <a:cubicBezTo>
                    <a:pt x="3402" y="6442"/>
                    <a:pt x="3216" y="5618"/>
                    <a:pt x="2686" y="5030"/>
                  </a:cubicBezTo>
                  <a:cubicBezTo>
                    <a:pt x="1284" y="3471"/>
                    <a:pt x="2373" y="1001"/>
                    <a:pt x="4461" y="981"/>
                  </a:cubicBezTo>
                  <a:cubicBezTo>
                    <a:pt x="4469" y="981"/>
                    <a:pt x="4477" y="981"/>
                    <a:pt x="4485" y="981"/>
                  </a:cubicBezTo>
                  <a:cubicBezTo>
                    <a:pt x="6558" y="981"/>
                    <a:pt x="7680" y="3419"/>
                    <a:pt x="6313" y="4991"/>
                  </a:cubicBezTo>
                  <a:cubicBezTo>
                    <a:pt x="5774" y="5599"/>
                    <a:pt x="5578" y="6432"/>
                    <a:pt x="5784" y="7216"/>
                  </a:cubicBezTo>
                  <a:lnTo>
                    <a:pt x="5941" y="7824"/>
                  </a:lnTo>
                  <a:lnTo>
                    <a:pt x="6941" y="7824"/>
                  </a:lnTo>
                  <a:lnTo>
                    <a:pt x="6715" y="6971"/>
                  </a:lnTo>
                  <a:cubicBezTo>
                    <a:pt x="6598" y="6500"/>
                    <a:pt x="6715" y="5991"/>
                    <a:pt x="7039" y="5628"/>
                  </a:cubicBezTo>
                  <a:lnTo>
                    <a:pt x="7039" y="5618"/>
                  </a:lnTo>
                  <a:cubicBezTo>
                    <a:pt x="8962" y="3422"/>
                    <a:pt x="7395" y="1"/>
                    <a:pt x="4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3" name="Google Shape;1773;p125"/>
            <p:cNvSpPr/>
            <p:nvPr/>
          </p:nvSpPr>
          <p:spPr>
            <a:xfrm>
              <a:off x="4201628" y="1916133"/>
              <a:ext cx="137381" cy="170944"/>
            </a:xfrm>
            <a:custGeom>
              <a:avLst/>
              <a:gdLst/>
              <a:ahLst/>
              <a:cxnLst/>
              <a:rect l="l" t="t" r="r" b="b"/>
              <a:pathLst>
                <a:path w="7020" h="8735" extrusionOk="0">
                  <a:moveTo>
                    <a:pt x="2059" y="0"/>
                  </a:moveTo>
                  <a:lnTo>
                    <a:pt x="0" y="7764"/>
                  </a:lnTo>
                  <a:lnTo>
                    <a:pt x="598" y="7764"/>
                  </a:lnTo>
                  <a:lnTo>
                    <a:pt x="598" y="8244"/>
                  </a:lnTo>
                  <a:cubicBezTo>
                    <a:pt x="598" y="8509"/>
                    <a:pt x="814" y="8735"/>
                    <a:pt x="1089" y="8735"/>
                  </a:cubicBezTo>
                  <a:lnTo>
                    <a:pt x="5931" y="8735"/>
                  </a:lnTo>
                  <a:cubicBezTo>
                    <a:pt x="6206" y="8735"/>
                    <a:pt x="6422" y="8509"/>
                    <a:pt x="6422" y="8244"/>
                  </a:cubicBezTo>
                  <a:lnTo>
                    <a:pt x="6422" y="7754"/>
                  </a:lnTo>
                  <a:lnTo>
                    <a:pt x="7019" y="7754"/>
                  </a:lnTo>
                  <a:lnTo>
                    <a:pt x="49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4" name="Google Shape;1774;p125"/>
            <p:cNvSpPr/>
            <p:nvPr/>
          </p:nvSpPr>
          <p:spPr>
            <a:xfrm>
              <a:off x="4318265" y="1916133"/>
              <a:ext cx="113780" cy="170944"/>
            </a:xfrm>
            <a:custGeom>
              <a:avLst/>
              <a:gdLst/>
              <a:ahLst/>
              <a:cxnLst/>
              <a:rect l="l" t="t" r="r" b="b"/>
              <a:pathLst>
                <a:path w="5814" h="8735" extrusionOk="0">
                  <a:moveTo>
                    <a:pt x="5324" y="0"/>
                  </a:moveTo>
                  <a:lnTo>
                    <a:pt x="5334" y="10"/>
                  </a:lnTo>
                  <a:lnTo>
                    <a:pt x="1" y="10"/>
                  </a:lnTo>
                  <a:lnTo>
                    <a:pt x="2050" y="7764"/>
                  </a:lnTo>
                  <a:lnTo>
                    <a:pt x="2393" y="7764"/>
                  </a:lnTo>
                  <a:lnTo>
                    <a:pt x="2393" y="8244"/>
                  </a:lnTo>
                  <a:cubicBezTo>
                    <a:pt x="2393" y="8509"/>
                    <a:pt x="2608" y="8725"/>
                    <a:pt x="2873" y="8735"/>
                  </a:cubicBezTo>
                  <a:lnTo>
                    <a:pt x="5324" y="8735"/>
                  </a:lnTo>
                  <a:cubicBezTo>
                    <a:pt x="5598" y="8735"/>
                    <a:pt x="5814" y="8509"/>
                    <a:pt x="5814" y="8244"/>
                  </a:cubicBezTo>
                  <a:lnTo>
                    <a:pt x="5814" y="490"/>
                  </a:lnTo>
                  <a:cubicBezTo>
                    <a:pt x="5814" y="216"/>
                    <a:pt x="5598" y="0"/>
                    <a:pt x="53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5" name="Google Shape;1775;p125"/>
            <p:cNvSpPr/>
            <p:nvPr/>
          </p:nvSpPr>
          <p:spPr>
            <a:xfrm>
              <a:off x="4108396" y="1916133"/>
              <a:ext cx="113584" cy="170944"/>
            </a:xfrm>
            <a:custGeom>
              <a:avLst/>
              <a:gdLst/>
              <a:ahLst/>
              <a:cxnLst/>
              <a:rect l="l" t="t" r="r" b="b"/>
              <a:pathLst>
                <a:path w="5804" h="8735" extrusionOk="0">
                  <a:moveTo>
                    <a:pt x="481" y="0"/>
                  </a:moveTo>
                  <a:cubicBezTo>
                    <a:pt x="216" y="0"/>
                    <a:pt x="0" y="225"/>
                    <a:pt x="0" y="490"/>
                  </a:cubicBezTo>
                  <a:lnTo>
                    <a:pt x="0" y="8244"/>
                  </a:lnTo>
                  <a:cubicBezTo>
                    <a:pt x="0" y="8509"/>
                    <a:pt x="216" y="8725"/>
                    <a:pt x="481" y="8735"/>
                  </a:cubicBezTo>
                  <a:lnTo>
                    <a:pt x="2931" y="8735"/>
                  </a:lnTo>
                  <a:cubicBezTo>
                    <a:pt x="3196" y="8725"/>
                    <a:pt x="3412" y="8509"/>
                    <a:pt x="3412" y="8244"/>
                  </a:cubicBezTo>
                  <a:lnTo>
                    <a:pt x="3412" y="7754"/>
                  </a:lnTo>
                  <a:lnTo>
                    <a:pt x="3755" y="7754"/>
                  </a:lnTo>
                  <a:lnTo>
                    <a:pt x="58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76" name="Google Shape;1776;p125"/>
          <p:cNvGrpSpPr/>
          <p:nvPr/>
        </p:nvGrpSpPr>
        <p:grpSpPr>
          <a:xfrm>
            <a:off x="3530749" y="1773389"/>
            <a:ext cx="323844" cy="303707"/>
            <a:chOff x="3530749" y="1773389"/>
            <a:chExt cx="323844" cy="303707"/>
          </a:xfrm>
        </p:grpSpPr>
        <p:sp>
          <p:nvSpPr>
            <p:cNvPr id="1777" name="Google Shape;1777;p125"/>
            <p:cNvSpPr/>
            <p:nvPr/>
          </p:nvSpPr>
          <p:spPr>
            <a:xfrm>
              <a:off x="3603843" y="1924939"/>
              <a:ext cx="22466" cy="19237"/>
            </a:xfrm>
            <a:custGeom>
              <a:avLst/>
              <a:gdLst/>
              <a:ahLst/>
              <a:cxnLst/>
              <a:rect l="l" t="t" r="r" b="b"/>
              <a:pathLst>
                <a:path w="1148" h="983" extrusionOk="0">
                  <a:moveTo>
                    <a:pt x="657" y="1"/>
                  </a:moveTo>
                  <a:cubicBezTo>
                    <a:pt x="226" y="1"/>
                    <a:pt x="0" y="530"/>
                    <a:pt x="304" y="834"/>
                  </a:cubicBezTo>
                  <a:cubicBezTo>
                    <a:pt x="403" y="937"/>
                    <a:pt x="528" y="983"/>
                    <a:pt x="650" y="983"/>
                  </a:cubicBezTo>
                  <a:cubicBezTo>
                    <a:pt x="903" y="983"/>
                    <a:pt x="1147" y="788"/>
                    <a:pt x="1147" y="491"/>
                  </a:cubicBezTo>
                  <a:cubicBezTo>
                    <a:pt x="1147" y="226"/>
                    <a:pt x="931" y="11"/>
                    <a:pt x="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8" name="Google Shape;1778;p125"/>
            <p:cNvSpPr/>
            <p:nvPr/>
          </p:nvSpPr>
          <p:spPr>
            <a:xfrm>
              <a:off x="3530749" y="1849164"/>
              <a:ext cx="323844" cy="227932"/>
            </a:xfrm>
            <a:custGeom>
              <a:avLst/>
              <a:gdLst/>
              <a:ahLst/>
              <a:cxnLst/>
              <a:rect l="l" t="t" r="r" b="b"/>
              <a:pathLst>
                <a:path w="16548" h="11647" extrusionOk="0">
                  <a:moveTo>
                    <a:pt x="14175" y="4837"/>
                  </a:moveTo>
                  <a:cubicBezTo>
                    <a:pt x="14436" y="4837"/>
                    <a:pt x="14656" y="5056"/>
                    <a:pt x="14656" y="5324"/>
                  </a:cubicBezTo>
                  <a:cubicBezTo>
                    <a:pt x="14656" y="5605"/>
                    <a:pt x="14430" y="5818"/>
                    <a:pt x="14163" y="5818"/>
                  </a:cubicBezTo>
                  <a:cubicBezTo>
                    <a:pt x="14142" y="5818"/>
                    <a:pt x="14119" y="5817"/>
                    <a:pt x="14097" y="5814"/>
                  </a:cubicBezTo>
                  <a:lnTo>
                    <a:pt x="9244" y="5814"/>
                  </a:lnTo>
                  <a:cubicBezTo>
                    <a:pt x="8686" y="5726"/>
                    <a:pt x="8686" y="4932"/>
                    <a:pt x="9244" y="4843"/>
                  </a:cubicBezTo>
                  <a:lnTo>
                    <a:pt x="14097" y="4843"/>
                  </a:lnTo>
                  <a:cubicBezTo>
                    <a:pt x="14123" y="4839"/>
                    <a:pt x="14149" y="4837"/>
                    <a:pt x="14175" y="4837"/>
                  </a:cubicBezTo>
                  <a:close/>
                  <a:moveTo>
                    <a:pt x="14177" y="7748"/>
                  </a:moveTo>
                  <a:cubicBezTo>
                    <a:pt x="14438" y="7748"/>
                    <a:pt x="14656" y="7959"/>
                    <a:pt x="14656" y="8235"/>
                  </a:cubicBezTo>
                  <a:cubicBezTo>
                    <a:pt x="14656" y="8516"/>
                    <a:pt x="14430" y="8730"/>
                    <a:pt x="14163" y="8730"/>
                  </a:cubicBezTo>
                  <a:cubicBezTo>
                    <a:pt x="14142" y="8730"/>
                    <a:pt x="14119" y="8728"/>
                    <a:pt x="14097" y="8725"/>
                  </a:cubicBezTo>
                  <a:lnTo>
                    <a:pt x="9244" y="8725"/>
                  </a:lnTo>
                  <a:cubicBezTo>
                    <a:pt x="8686" y="8637"/>
                    <a:pt x="8686" y="7833"/>
                    <a:pt x="9244" y="7755"/>
                  </a:cubicBezTo>
                  <a:lnTo>
                    <a:pt x="14097" y="7755"/>
                  </a:lnTo>
                  <a:cubicBezTo>
                    <a:pt x="14124" y="7750"/>
                    <a:pt x="14151" y="7748"/>
                    <a:pt x="14177" y="7748"/>
                  </a:cubicBezTo>
                  <a:close/>
                  <a:moveTo>
                    <a:pt x="4392" y="6784"/>
                  </a:moveTo>
                  <a:cubicBezTo>
                    <a:pt x="3588" y="6784"/>
                    <a:pt x="2941" y="7441"/>
                    <a:pt x="2941" y="8245"/>
                  </a:cubicBezTo>
                  <a:lnTo>
                    <a:pt x="2941" y="8735"/>
                  </a:lnTo>
                  <a:lnTo>
                    <a:pt x="5853" y="8735"/>
                  </a:lnTo>
                  <a:lnTo>
                    <a:pt x="5853" y="8245"/>
                  </a:lnTo>
                  <a:cubicBezTo>
                    <a:pt x="5853" y="7441"/>
                    <a:pt x="5196" y="6794"/>
                    <a:pt x="4392" y="6784"/>
                  </a:cubicBezTo>
                  <a:close/>
                  <a:moveTo>
                    <a:pt x="4373" y="2908"/>
                  </a:moveTo>
                  <a:cubicBezTo>
                    <a:pt x="5124" y="2908"/>
                    <a:pt x="5843" y="3487"/>
                    <a:pt x="5843" y="4363"/>
                  </a:cubicBezTo>
                  <a:cubicBezTo>
                    <a:pt x="5833" y="5167"/>
                    <a:pt x="5186" y="5814"/>
                    <a:pt x="4382" y="5824"/>
                  </a:cubicBezTo>
                  <a:cubicBezTo>
                    <a:pt x="5725" y="5824"/>
                    <a:pt x="6803" y="6902"/>
                    <a:pt x="6803" y="8245"/>
                  </a:cubicBezTo>
                  <a:lnTo>
                    <a:pt x="6813" y="9216"/>
                  </a:lnTo>
                  <a:cubicBezTo>
                    <a:pt x="6813" y="9480"/>
                    <a:pt x="6598" y="9696"/>
                    <a:pt x="6323" y="9696"/>
                  </a:cubicBezTo>
                  <a:lnTo>
                    <a:pt x="2451" y="9696"/>
                  </a:lnTo>
                  <a:cubicBezTo>
                    <a:pt x="2186" y="9696"/>
                    <a:pt x="1961" y="9480"/>
                    <a:pt x="1961" y="9216"/>
                  </a:cubicBezTo>
                  <a:lnTo>
                    <a:pt x="1961" y="8245"/>
                  </a:lnTo>
                  <a:cubicBezTo>
                    <a:pt x="1961" y="6902"/>
                    <a:pt x="3049" y="5824"/>
                    <a:pt x="4382" y="5824"/>
                  </a:cubicBezTo>
                  <a:cubicBezTo>
                    <a:pt x="3088" y="5824"/>
                    <a:pt x="2441" y="4255"/>
                    <a:pt x="3353" y="3334"/>
                  </a:cubicBezTo>
                  <a:cubicBezTo>
                    <a:pt x="3650" y="3039"/>
                    <a:pt x="4015" y="2908"/>
                    <a:pt x="4373" y="2908"/>
                  </a:cubicBezTo>
                  <a:close/>
                  <a:moveTo>
                    <a:pt x="490" y="1"/>
                  </a:moveTo>
                  <a:cubicBezTo>
                    <a:pt x="216" y="1"/>
                    <a:pt x="0" y="226"/>
                    <a:pt x="0" y="491"/>
                  </a:cubicBezTo>
                  <a:lnTo>
                    <a:pt x="0" y="11157"/>
                  </a:lnTo>
                  <a:cubicBezTo>
                    <a:pt x="0" y="11421"/>
                    <a:pt x="216" y="11647"/>
                    <a:pt x="490" y="11647"/>
                  </a:cubicBezTo>
                  <a:lnTo>
                    <a:pt x="16058" y="11647"/>
                  </a:lnTo>
                  <a:cubicBezTo>
                    <a:pt x="16322" y="11647"/>
                    <a:pt x="16548" y="11421"/>
                    <a:pt x="16548" y="11157"/>
                  </a:cubicBezTo>
                  <a:lnTo>
                    <a:pt x="16548" y="491"/>
                  </a:lnTo>
                  <a:cubicBezTo>
                    <a:pt x="16548" y="226"/>
                    <a:pt x="16322" y="1"/>
                    <a:pt x="16058" y="1"/>
                  </a:cubicBezTo>
                  <a:lnTo>
                    <a:pt x="9725" y="1"/>
                  </a:lnTo>
                  <a:lnTo>
                    <a:pt x="9725" y="1942"/>
                  </a:lnTo>
                  <a:lnTo>
                    <a:pt x="10215" y="1942"/>
                  </a:lnTo>
                  <a:cubicBezTo>
                    <a:pt x="10241" y="1937"/>
                    <a:pt x="10267" y="1935"/>
                    <a:pt x="10293" y="1935"/>
                  </a:cubicBezTo>
                  <a:cubicBezTo>
                    <a:pt x="10556" y="1935"/>
                    <a:pt x="10784" y="2154"/>
                    <a:pt x="10784" y="2422"/>
                  </a:cubicBezTo>
                  <a:cubicBezTo>
                    <a:pt x="10784" y="2703"/>
                    <a:pt x="10549" y="2917"/>
                    <a:pt x="10282" y="2917"/>
                  </a:cubicBezTo>
                  <a:cubicBezTo>
                    <a:pt x="10260" y="2917"/>
                    <a:pt x="10237" y="2915"/>
                    <a:pt x="10215" y="2912"/>
                  </a:cubicBezTo>
                  <a:lnTo>
                    <a:pt x="6333" y="2912"/>
                  </a:lnTo>
                  <a:cubicBezTo>
                    <a:pt x="6311" y="2915"/>
                    <a:pt x="6288" y="2917"/>
                    <a:pt x="6266" y="2917"/>
                  </a:cubicBezTo>
                  <a:cubicBezTo>
                    <a:pt x="6000" y="2917"/>
                    <a:pt x="5774" y="2703"/>
                    <a:pt x="5774" y="2422"/>
                  </a:cubicBezTo>
                  <a:cubicBezTo>
                    <a:pt x="5774" y="2154"/>
                    <a:pt x="5994" y="1935"/>
                    <a:pt x="6255" y="1935"/>
                  </a:cubicBezTo>
                  <a:cubicBezTo>
                    <a:pt x="6281" y="1935"/>
                    <a:pt x="6307" y="1937"/>
                    <a:pt x="6333" y="1942"/>
                  </a:cubicBezTo>
                  <a:lnTo>
                    <a:pt x="6823" y="1942"/>
                  </a:lnTo>
                  <a:lnTo>
                    <a:pt x="68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9" name="Google Shape;1779;p125"/>
            <p:cNvSpPr/>
            <p:nvPr/>
          </p:nvSpPr>
          <p:spPr>
            <a:xfrm>
              <a:off x="3664079" y="1773389"/>
              <a:ext cx="57184" cy="75795"/>
            </a:xfrm>
            <a:custGeom>
              <a:avLst/>
              <a:gdLst/>
              <a:ahLst/>
              <a:cxnLst/>
              <a:rect l="l" t="t" r="r" b="b"/>
              <a:pathLst>
                <a:path w="2922" h="3873" extrusionOk="0">
                  <a:moveTo>
                    <a:pt x="490" y="1"/>
                  </a:moveTo>
                  <a:cubicBezTo>
                    <a:pt x="226" y="1"/>
                    <a:pt x="10" y="216"/>
                    <a:pt x="0" y="481"/>
                  </a:cubicBezTo>
                  <a:lnTo>
                    <a:pt x="0" y="3873"/>
                  </a:lnTo>
                  <a:cubicBezTo>
                    <a:pt x="0" y="3069"/>
                    <a:pt x="657" y="2422"/>
                    <a:pt x="1461" y="2422"/>
                  </a:cubicBezTo>
                  <a:cubicBezTo>
                    <a:pt x="2265" y="2422"/>
                    <a:pt x="2912" y="3069"/>
                    <a:pt x="2912" y="3873"/>
                  </a:cubicBezTo>
                  <a:lnTo>
                    <a:pt x="2912" y="481"/>
                  </a:lnTo>
                  <a:lnTo>
                    <a:pt x="2922" y="491"/>
                  </a:lnTo>
                  <a:cubicBezTo>
                    <a:pt x="2922" y="216"/>
                    <a:pt x="2706" y="1"/>
                    <a:pt x="2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0" name="Google Shape;1780;p125"/>
            <p:cNvSpPr/>
            <p:nvPr/>
          </p:nvSpPr>
          <p:spPr>
            <a:xfrm>
              <a:off x="3683062" y="1840965"/>
              <a:ext cx="19022" cy="46205"/>
            </a:xfrm>
            <a:custGeom>
              <a:avLst/>
              <a:gdLst/>
              <a:ahLst/>
              <a:cxnLst/>
              <a:rect l="l" t="t" r="r" b="b"/>
              <a:pathLst>
                <a:path w="972" h="2361" extrusionOk="0">
                  <a:moveTo>
                    <a:pt x="486" y="1"/>
                  </a:moveTo>
                  <a:cubicBezTo>
                    <a:pt x="263" y="1"/>
                    <a:pt x="40" y="140"/>
                    <a:pt x="1" y="420"/>
                  </a:cubicBezTo>
                  <a:lnTo>
                    <a:pt x="1" y="2361"/>
                  </a:lnTo>
                  <a:lnTo>
                    <a:pt x="971" y="2361"/>
                  </a:lnTo>
                  <a:lnTo>
                    <a:pt x="971" y="420"/>
                  </a:lnTo>
                  <a:cubicBezTo>
                    <a:pt x="932" y="140"/>
                    <a:pt x="709" y="1"/>
                    <a:pt x="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81" name="Google Shape;1781;p125"/>
          <p:cNvGrpSpPr/>
          <p:nvPr/>
        </p:nvGrpSpPr>
        <p:grpSpPr>
          <a:xfrm>
            <a:off x="2926036" y="1763056"/>
            <a:ext cx="326545" cy="325371"/>
            <a:chOff x="2926036" y="1763056"/>
            <a:chExt cx="326545" cy="325371"/>
          </a:xfrm>
        </p:grpSpPr>
        <p:sp>
          <p:nvSpPr>
            <p:cNvPr id="1782" name="Google Shape;1782;p125"/>
            <p:cNvSpPr/>
            <p:nvPr/>
          </p:nvSpPr>
          <p:spPr>
            <a:xfrm>
              <a:off x="2926036" y="1859341"/>
              <a:ext cx="326545" cy="229086"/>
            </a:xfrm>
            <a:custGeom>
              <a:avLst/>
              <a:gdLst/>
              <a:ahLst/>
              <a:cxnLst/>
              <a:rect l="l" t="t" r="r" b="b"/>
              <a:pathLst>
                <a:path w="16686" h="11706" extrusionOk="0">
                  <a:moveTo>
                    <a:pt x="11735" y="0"/>
                  </a:moveTo>
                  <a:cubicBezTo>
                    <a:pt x="11196" y="0"/>
                    <a:pt x="10765" y="432"/>
                    <a:pt x="10765" y="971"/>
                  </a:cubicBezTo>
                  <a:lnTo>
                    <a:pt x="10765" y="3882"/>
                  </a:lnTo>
                  <a:lnTo>
                    <a:pt x="9794" y="3882"/>
                  </a:lnTo>
                  <a:lnTo>
                    <a:pt x="9794" y="1941"/>
                  </a:lnTo>
                  <a:lnTo>
                    <a:pt x="7373" y="1941"/>
                  </a:lnTo>
                  <a:cubicBezTo>
                    <a:pt x="6834" y="1941"/>
                    <a:pt x="6402" y="2373"/>
                    <a:pt x="6402" y="2912"/>
                  </a:cubicBezTo>
                  <a:cubicBezTo>
                    <a:pt x="6402" y="3441"/>
                    <a:pt x="6834" y="3882"/>
                    <a:pt x="7373" y="3882"/>
                  </a:cubicBezTo>
                  <a:lnTo>
                    <a:pt x="550" y="3882"/>
                  </a:lnTo>
                  <a:cubicBezTo>
                    <a:pt x="1" y="3961"/>
                    <a:pt x="1" y="4765"/>
                    <a:pt x="550" y="4843"/>
                  </a:cubicBezTo>
                  <a:lnTo>
                    <a:pt x="1069" y="4843"/>
                  </a:lnTo>
                  <a:lnTo>
                    <a:pt x="1069" y="11146"/>
                  </a:lnTo>
                  <a:cubicBezTo>
                    <a:pt x="1030" y="11440"/>
                    <a:pt x="1256" y="11705"/>
                    <a:pt x="1559" y="11705"/>
                  </a:cubicBezTo>
                  <a:cubicBezTo>
                    <a:pt x="1854" y="11705"/>
                    <a:pt x="2089" y="11440"/>
                    <a:pt x="2040" y="11146"/>
                  </a:cubicBezTo>
                  <a:lnTo>
                    <a:pt x="2040" y="4843"/>
                  </a:lnTo>
                  <a:lnTo>
                    <a:pt x="8824" y="4843"/>
                  </a:lnTo>
                  <a:lnTo>
                    <a:pt x="8824" y="6784"/>
                  </a:lnTo>
                  <a:lnTo>
                    <a:pt x="15607" y="6784"/>
                  </a:lnTo>
                  <a:lnTo>
                    <a:pt x="15607" y="4843"/>
                  </a:lnTo>
                  <a:lnTo>
                    <a:pt x="16127" y="4843"/>
                  </a:lnTo>
                  <a:cubicBezTo>
                    <a:pt x="16154" y="4848"/>
                    <a:pt x="16181" y="4850"/>
                    <a:pt x="16207" y="4850"/>
                  </a:cubicBezTo>
                  <a:cubicBezTo>
                    <a:pt x="16468" y="4850"/>
                    <a:pt x="16686" y="4639"/>
                    <a:pt x="16686" y="4363"/>
                  </a:cubicBezTo>
                  <a:cubicBezTo>
                    <a:pt x="16686" y="4087"/>
                    <a:pt x="16468" y="3876"/>
                    <a:pt x="16207" y="3876"/>
                  </a:cubicBezTo>
                  <a:cubicBezTo>
                    <a:pt x="16181" y="3876"/>
                    <a:pt x="16154" y="3878"/>
                    <a:pt x="16127" y="3882"/>
                  </a:cubicBezTo>
                  <a:lnTo>
                    <a:pt x="15607" y="3882"/>
                  </a:lnTo>
                  <a:lnTo>
                    <a:pt x="15607" y="971"/>
                  </a:lnTo>
                  <a:cubicBezTo>
                    <a:pt x="15607" y="432"/>
                    <a:pt x="15176" y="0"/>
                    <a:pt x="14637" y="0"/>
                  </a:cubicBezTo>
                  <a:cubicBezTo>
                    <a:pt x="14107" y="0"/>
                    <a:pt x="13676" y="432"/>
                    <a:pt x="13676" y="971"/>
                  </a:cubicBezTo>
                  <a:lnTo>
                    <a:pt x="13676" y="3882"/>
                  </a:lnTo>
                  <a:lnTo>
                    <a:pt x="12706" y="3882"/>
                  </a:lnTo>
                  <a:lnTo>
                    <a:pt x="12706" y="971"/>
                  </a:lnTo>
                  <a:cubicBezTo>
                    <a:pt x="12706" y="432"/>
                    <a:pt x="12264" y="0"/>
                    <a:pt x="117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3" name="Google Shape;1783;p125"/>
            <p:cNvSpPr/>
            <p:nvPr/>
          </p:nvSpPr>
          <p:spPr>
            <a:xfrm>
              <a:off x="3097939" y="2011087"/>
              <a:ext cx="134505" cy="77341"/>
            </a:xfrm>
            <a:custGeom>
              <a:avLst/>
              <a:gdLst/>
              <a:ahLst/>
              <a:cxnLst/>
              <a:rect l="l" t="t" r="r" b="b"/>
              <a:pathLst>
                <a:path w="6873" h="3952" extrusionOk="0">
                  <a:moveTo>
                    <a:pt x="40" y="1"/>
                  </a:moveTo>
                  <a:lnTo>
                    <a:pt x="40" y="3392"/>
                  </a:lnTo>
                  <a:cubicBezTo>
                    <a:pt x="0" y="3686"/>
                    <a:pt x="226" y="3951"/>
                    <a:pt x="530" y="3951"/>
                  </a:cubicBezTo>
                  <a:cubicBezTo>
                    <a:pt x="824" y="3951"/>
                    <a:pt x="1059" y="3686"/>
                    <a:pt x="1010" y="3392"/>
                  </a:cubicBezTo>
                  <a:lnTo>
                    <a:pt x="1010" y="2902"/>
                  </a:lnTo>
                  <a:lnTo>
                    <a:pt x="5853" y="2902"/>
                  </a:lnTo>
                  <a:lnTo>
                    <a:pt x="5853" y="3392"/>
                  </a:lnTo>
                  <a:cubicBezTo>
                    <a:pt x="5814" y="3686"/>
                    <a:pt x="6039" y="3951"/>
                    <a:pt x="6343" y="3951"/>
                  </a:cubicBezTo>
                  <a:cubicBezTo>
                    <a:pt x="6637" y="3951"/>
                    <a:pt x="6872" y="3686"/>
                    <a:pt x="6823" y="3392"/>
                  </a:cubicBezTo>
                  <a:lnTo>
                    <a:pt x="68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4" name="Google Shape;1784;p125"/>
            <p:cNvSpPr/>
            <p:nvPr/>
          </p:nvSpPr>
          <p:spPr>
            <a:xfrm>
              <a:off x="2927386" y="1763056"/>
              <a:ext cx="137949" cy="132939"/>
            </a:xfrm>
            <a:custGeom>
              <a:avLst/>
              <a:gdLst/>
              <a:ahLst/>
              <a:cxnLst/>
              <a:rect l="l" t="t" r="r" b="b"/>
              <a:pathLst>
                <a:path w="7049" h="6793" extrusionOk="0">
                  <a:moveTo>
                    <a:pt x="3392" y="1872"/>
                  </a:moveTo>
                  <a:cubicBezTo>
                    <a:pt x="3696" y="1872"/>
                    <a:pt x="3922" y="2136"/>
                    <a:pt x="3882" y="2430"/>
                  </a:cubicBezTo>
                  <a:lnTo>
                    <a:pt x="3882" y="2921"/>
                  </a:lnTo>
                  <a:lnTo>
                    <a:pt x="4363" y="2921"/>
                  </a:lnTo>
                  <a:cubicBezTo>
                    <a:pt x="4390" y="2916"/>
                    <a:pt x="4417" y="2914"/>
                    <a:pt x="4443" y="2914"/>
                  </a:cubicBezTo>
                  <a:cubicBezTo>
                    <a:pt x="4704" y="2914"/>
                    <a:pt x="4922" y="3125"/>
                    <a:pt x="4922" y="3401"/>
                  </a:cubicBezTo>
                  <a:cubicBezTo>
                    <a:pt x="4922" y="3677"/>
                    <a:pt x="4704" y="3888"/>
                    <a:pt x="4443" y="3888"/>
                  </a:cubicBezTo>
                  <a:cubicBezTo>
                    <a:pt x="4417" y="3888"/>
                    <a:pt x="4390" y="3886"/>
                    <a:pt x="4363" y="3881"/>
                  </a:cubicBezTo>
                  <a:lnTo>
                    <a:pt x="3392" y="3881"/>
                  </a:lnTo>
                  <a:cubicBezTo>
                    <a:pt x="3128" y="3881"/>
                    <a:pt x="2912" y="3666"/>
                    <a:pt x="2912" y="3401"/>
                  </a:cubicBezTo>
                  <a:lnTo>
                    <a:pt x="2912" y="2430"/>
                  </a:lnTo>
                  <a:cubicBezTo>
                    <a:pt x="2863" y="2136"/>
                    <a:pt x="3088" y="1872"/>
                    <a:pt x="3392" y="1872"/>
                  </a:cubicBezTo>
                  <a:close/>
                  <a:moveTo>
                    <a:pt x="3422" y="0"/>
                  </a:moveTo>
                  <a:cubicBezTo>
                    <a:pt x="1676" y="0"/>
                    <a:pt x="0" y="1357"/>
                    <a:pt x="0" y="3401"/>
                  </a:cubicBezTo>
                  <a:cubicBezTo>
                    <a:pt x="0" y="5273"/>
                    <a:pt x="1520" y="6793"/>
                    <a:pt x="3392" y="6793"/>
                  </a:cubicBezTo>
                  <a:cubicBezTo>
                    <a:pt x="4765" y="6793"/>
                    <a:pt x="6000" y="5969"/>
                    <a:pt x="6529" y="4705"/>
                  </a:cubicBezTo>
                  <a:cubicBezTo>
                    <a:pt x="7049" y="3430"/>
                    <a:pt x="6765" y="1970"/>
                    <a:pt x="5794" y="999"/>
                  </a:cubicBezTo>
                  <a:cubicBezTo>
                    <a:pt x="5104" y="309"/>
                    <a:pt x="4255" y="0"/>
                    <a:pt x="3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85" name="Google Shape;1785;p125"/>
          <p:cNvGrpSpPr/>
          <p:nvPr/>
        </p:nvGrpSpPr>
        <p:grpSpPr>
          <a:xfrm>
            <a:off x="2392127" y="1763233"/>
            <a:ext cx="211062" cy="323844"/>
            <a:chOff x="2392127" y="1763233"/>
            <a:chExt cx="211062" cy="323844"/>
          </a:xfrm>
        </p:grpSpPr>
        <p:sp>
          <p:nvSpPr>
            <p:cNvPr id="1786" name="Google Shape;1786;p125"/>
            <p:cNvSpPr/>
            <p:nvPr/>
          </p:nvSpPr>
          <p:spPr>
            <a:xfrm>
              <a:off x="2392127" y="2039483"/>
              <a:ext cx="208949" cy="47594"/>
            </a:xfrm>
            <a:custGeom>
              <a:avLst/>
              <a:gdLst/>
              <a:ahLst/>
              <a:cxnLst/>
              <a:rect l="l" t="t" r="r" b="b"/>
              <a:pathLst>
                <a:path w="10677" h="2432" extrusionOk="0">
                  <a:moveTo>
                    <a:pt x="491" y="0"/>
                  </a:moveTo>
                  <a:cubicBezTo>
                    <a:pt x="226" y="0"/>
                    <a:pt x="1" y="216"/>
                    <a:pt x="1" y="491"/>
                  </a:cubicBezTo>
                  <a:lnTo>
                    <a:pt x="1" y="1941"/>
                  </a:lnTo>
                  <a:cubicBezTo>
                    <a:pt x="1" y="2206"/>
                    <a:pt x="226" y="2432"/>
                    <a:pt x="491" y="2432"/>
                  </a:cubicBezTo>
                  <a:lnTo>
                    <a:pt x="10186" y="2432"/>
                  </a:lnTo>
                  <a:cubicBezTo>
                    <a:pt x="10451" y="2432"/>
                    <a:pt x="10676" y="2206"/>
                    <a:pt x="10676" y="1941"/>
                  </a:cubicBezTo>
                  <a:lnTo>
                    <a:pt x="10676" y="491"/>
                  </a:lnTo>
                  <a:cubicBezTo>
                    <a:pt x="10676" y="216"/>
                    <a:pt x="10451" y="0"/>
                    <a:pt x="10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7" name="Google Shape;1787;p125"/>
            <p:cNvSpPr/>
            <p:nvPr/>
          </p:nvSpPr>
          <p:spPr>
            <a:xfrm>
              <a:off x="2411325" y="1763233"/>
              <a:ext cx="191864" cy="257267"/>
            </a:xfrm>
            <a:custGeom>
              <a:avLst/>
              <a:gdLst/>
              <a:ahLst/>
              <a:cxnLst/>
              <a:rect l="l" t="t" r="r" b="b"/>
              <a:pathLst>
                <a:path w="9804" h="13146" extrusionOk="0">
                  <a:moveTo>
                    <a:pt x="5325" y="3863"/>
                  </a:moveTo>
                  <a:cubicBezTo>
                    <a:pt x="5579" y="3863"/>
                    <a:pt x="5820" y="4063"/>
                    <a:pt x="5813" y="4362"/>
                  </a:cubicBezTo>
                  <a:cubicBezTo>
                    <a:pt x="5813" y="4627"/>
                    <a:pt x="5598" y="4843"/>
                    <a:pt x="5323" y="4843"/>
                  </a:cubicBezTo>
                  <a:cubicBezTo>
                    <a:pt x="4892" y="4843"/>
                    <a:pt x="4666" y="4313"/>
                    <a:pt x="4980" y="4009"/>
                  </a:cubicBezTo>
                  <a:cubicBezTo>
                    <a:pt x="5081" y="3908"/>
                    <a:pt x="5204" y="3863"/>
                    <a:pt x="5325" y="3863"/>
                  </a:cubicBezTo>
                  <a:close/>
                  <a:moveTo>
                    <a:pt x="5333" y="0"/>
                  </a:moveTo>
                  <a:cubicBezTo>
                    <a:pt x="4166" y="0"/>
                    <a:pt x="3167" y="823"/>
                    <a:pt x="2951" y="1970"/>
                  </a:cubicBezTo>
                  <a:cubicBezTo>
                    <a:pt x="1255" y="2186"/>
                    <a:pt x="0" y="3627"/>
                    <a:pt x="0" y="5333"/>
                  </a:cubicBezTo>
                  <a:lnTo>
                    <a:pt x="0" y="13146"/>
                  </a:lnTo>
                  <a:lnTo>
                    <a:pt x="8558" y="13146"/>
                  </a:lnTo>
                  <a:cubicBezTo>
                    <a:pt x="8284" y="12401"/>
                    <a:pt x="7745" y="11764"/>
                    <a:pt x="7039" y="11381"/>
                  </a:cubicBezTo>
                  <a:cubicBezTo>
                    <a:pt x="6284" y="10950"/>
                    <a:pt x="5813" y="10146"/>
                    <a:pt x="5813" y="9274"/>
                  </a:cubicBezTo>
                  <a:lnTo>
                    <a:pt x="5813" y="8725"/>
                  </a:lnTo>
                  <a:lnTo>
                    <a:pt x="5323" y="8725"/>
                  </a:lnTo>
                  <a:cubicBezTo>
                    <a:pt x="3676" y="8725"/>
                    <a:pt x="2255" y="7529"/>
                    <a:pt x="1980" y="5892"/>
                  </a:cubicBezTo>
                  <a:cubicBezTo>
                    <a:pt x="1892" y="5607"/>
                    <a:pt x="2078" y="5313"/>
                    <a:pt x="2372" y="5264"/>
                  </a:cubicBezTo>
                  <a:cubicBezTo>
                    <a:pt x="2400" y="5260"/>
                    <a:pt x="2427" y="5258"/>
                    <a:pt x="2453" y="5258"/>
                  </a:cubicBezTo>
                  <a:cubicBezTo>
                    <a:pt x="2713" y="5258"/>
                    <a:pt x="2932" y="5468"/>
                    <a:pt x="2941" y="5735"/>
                  </a:cubicBezTo>
                  <a:cubicBezTo>
                    <a:pt x="3137" y="6901"/>
                    <a:pt x="4147" y="7754"/>
                    <a:pt x="5323" y="7754"/>
                  </a:cubicBezTo>
                  <a:lnTo>
                    <a:pt x="6186" y="7754"/>
                  </a:lnTo>
                  <a:lnTo>
                    <a:pt x="7215" y="8274"/>
                  </a:lnTo>
                  <a:cubicBezTo>
                    <a:pt x="7425" y="8376"/>
                    <a:pt x="7647" y="8425"/>
                    <a:pt x="7866" y="8425"/>
                  </a:cubicBezTo>
                  <a:cubicBezTo>
                    <a:pt x="8361" y="8425"/>
                    <a:pt x="8838" y="8174"/>
                    <a:pt x="9117" y="7725"/>
                  </a:cubicBezTo>
                  <a:cubicBezTo>
                    <a:pt x="9803" y="6568"/>
                    <a:pt x="9529" y="5078"/>
                    <a:pt x="8460" y="4255"/>
                  </a:cubicBezTo>
                  <a:lnTo>
                    <a:pt x="5813" y="2186"/>
                  </a:lnTo>
                  <a:lnTo>
                    <a:pt x="5813" y="490"/>
                  </a:lnTo>
                  <a:cubicBezTo>
                    <a:pt x="5813" y="225"/>
                    <a:pt x="5598" y="0"/>
                    <a:pt x="5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12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</a:t>
            </a:r>
            <a:r>
              <a:rPr lang="en-GB"/>
              <a:t>infographics</a:t>
            </a:r>
            <a:r>
              <a:rPr lang="en-GB"/>
              <a:t> elements</a:t>
            </a:r>
            <a:endParaRPr lang="en-GB"/>
          </a:p>
        </p:txBody>
      </p:sp>
      <p:sp>
        <p:nvSpPr>
          <p:cNvPr id="1793" name="Google Shape;1793;p126"/>
          <p:cNvSpPr/>
          <p:nvPr/>
        </p:nvSpPr>
        <p:spPr>
          <a:xfrm>
            <a:off x="1074457" y="1152232"/>
            <a:ext cx="720039" cy="1510629"/>
          </a:xfrm>
          <a:custGeom>
            <a:avLst/>
            <a:gdLst/>
            <a:ahLst/>
            <a:cxnLst/>
            <a:rect l="l" t="t" r="r" b="b"/>
            <a:pathLst>
              <a:path w="33312" h="69888" fill="none" extrusionOk="0">
                <a:moveTo>
                  <a:pt x="7101" y="0"/>
                </a:moveTo>
                <a:lnTo>
                  <a:pt x="28753" y="0"/>
                </a:lnTo>
                <a:cubicBezTo>
                  <a:pt x="31273" y="0"/>
                  <a:pt x="33311" y="2039"/>
                  <a:pt x="33289" y="4559"/>
                </a:cubicBezTo>
                <a:lnTo>
                  <a:pt x="33289" y="65351"/>
                </a:lnTo>
                <a:cubicBezTo>
                  <a:pt x="33289" y="67849"/>
                  <a:pt x="31273" y="69887"/>
                  <a:pt x="28753" y="69887"/>
                </a:cubicBezTo>
                <a:lnTo>
                  <a:pt x="4559" y="69887"/>
                </a:lnTo>
                <a:cubicBezTo>
                  <a:pt x="2039" y="69887"/>
                  <a:pt x="1" y="67849"/>
                  <a:pt x="1" y="65351"/>
                </a:cubicBezTo>
                <a:lnTo>
                  <a:pt x="1" y="19768"/>
                </a:lnTo>
              </a:path>
            </a:pathLst>
          </a:custGeom>
          <a:noFill/>
          <a:ln w="285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4" name="Google Shape;1794;p126"/>
          <p:cNvSpPr/>
          <p:nvPr/>
        </p:nvSpPr>
        <p:spPr>
          <a:xfrm>
            <a:off x="3975363" y="1152232"/>
            <a:ext cx="720017" cy="1510629"/>
          </a:xfrm>
          <a:custGeom>
            <a:avLst/>
            <a:gdLst/>
            <a:ahLst/>
            <a:cxnLst/>
            <a:rect l="l" t="t" r="r" b="b"/>
            <a:pathLst>
              <a:path w="33311" h="69888" fill="none" extrusionOk="0">
                <a:moveTo>
                  <a:pt x="7101" y="0"/>
                </a:moveTo>
                <a:lnTo>
                  <a:pt x="28753" y="0"/>
                </a:lnTo>
                <a:cubicBezTo>
                  <a:pt x="31273" y="0"/>
                  <a:pt x="33311" y="2039"/>
                  <a:pt x="33311" y="4559"/>
                </a:cubicBezTo>
                <a:lnTo>
                  <a:pt x="33311" y="65351"/>
                </a:lnTo>
                <a:cubicBezTo>
                  <a:pt x="33311" y="67849"/>
                  <a:pt x="31273" y="69887"/>
                  <a:pt x="28753" y="69887"/>
                </a:cubicBezTo>
                <a:lnTo>
                  <a:pt x="4558" y="69887"/>
                </a:lnTo>
                <a:cubicBezTo>
                  <a:pt x="2038" y="69887"/>
                  <a:pt x="0" y="67849"/>
                  <a:pt x="0" y="65351"/>
                </a:cubicBezTo>
                <a:lnTo>
                  <a:pt x="0" y="19768"/>
                </a:lnTo>
              </a:path>
            </a:pathLst>
          </a:custGeom>
          <a:noFill/>
          <a:ln w="285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5" name="Google Shape;1795;p126"/>
          <p:cNvSpPr/>
          <p:nvPr/>
        </p:nvSpPr>
        <p:spPr>
          <a:xfrm>
            <a:off x="3009021" y="1152232"/>
            <a:ext cx="719563" cy="1510629"/>
          </a:xfrm>
          <a:custGeom>
            <a:avLst/>
            <a:gdLst/>
            <a:ahLst/>
            <a:cxnLst/>
            <a:rect l="l" t="t" r="r" b="b"/>
            <a:pathLst>
              <a:path w="33290" h="69888" fill="none" extrusionOk="0">
                <a:moveTo>
                  <a:pt x="7079" y="0"/>
                </a:moveTo>
                <a:lnTo>
                  <a:pt x="28753" y="0"/>
                </a:lnTo>
                <a:cubicBezTo>
                  <a:pt x="31251" y="0"/>
                  <a:pt x="33289" y="2039"/>
                  <a:pt x="33289" y="4559"/>
                </a:cubicBezTo>
                <a:lnTo>
                  <a:pt x="33289" y="65351"/>
                </a:lnTo>
                <a:cubicBezTo>
                  <a:pt x="33289" y="67849"/>
                  <a:pt x="31251" y="69887"/>
                  <a:pt x="28753" y="69887"/>
                </a:cubicBezTo>
                <a:lnTo>
                  <a:pt x="4559" y="69887"/>
                </a:lnTo>
                <a:cubicBezTo>
                  <a:pt x="2039" y="69887"/>
                  <a:pt x="1" y="67849"/>
                  <a:pt x="1" y="65351"/>
                </a:cubicBezTo>
                <a:lnTo>
                  <a:pt x="1" y="19768"/>
                </a:lnTo>
              </a:path>
            </a:pathLst>
          </a:custGeom>
          <a:noFill/>
          <a:ln w="285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6" name="Google Shape;1796;p126"/>
          <p:cNvSpPr/>
          <p:nvPr/>
        </p:nvSpPr>
        <p:spPr>
          <a:xfrm>
            <a:off x="2041274" y="1152232"/>
            <a:ext cx="719563" cy="1510629"/>
          </a:xfrm>
          <a:custGeom>
            <a:avLst/>
            <a:gdLst/>
            <a:ahLst/>
            <a:cxnLst/>
            <a:rect l="l" t="t" r="r" b="b"/>
            <a:pathLst>
              <a:path w="33290" h="69888" fill="none" extrusionOk="0">
                <a:moveTo>
                  <a:pt x="7079" y="0"/>
                </a:moveTo>
                <a:lnTo>
                  <a:pt x="28731" y="0"/>
                </a:lnTo>
                <a:cubicBezTo>
                  <a:pt x="31251" y="0"/>
                  <a:pt x="33289" y="2039"/>
                  <a:pt x="33289" y="4559"/>
                </a:cubicBezTo>
                <a:lnTo>
                  <a:pt x="33289" y="65351"/>
                </a:lnTo>
                <a:cubicBezTo>
                  <a:pt x="33289" y="67849"/>
                  <a:pt x="31251" y="69887"/>
                  <a:pt x="28731" y="69887"/>
                </a:cubicBezTo>
                <a:lnTo>
                  <a:pt x="4537" y="69887"/>
                </a:lnTo>
                <a:cubicBezTo>
                  <a:pt x="2038" y="69887"/>
                  <a:pt x="0" y="67849"/>
                  <a:pt x="0" y="65351"/>
                </a:cubicBezTo>
                <a:lnTo>
                  <a:pt x="0" y="19768"/>
                </a:lnTo>
              </a:path>
            </a:pathLst>
          </a:custGeom>
          <a:noFill/>
          <a:ln w="2857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7" name="Google Shape;1797;p126"/>
          <p:cNvSpPr/>
          <p:nvPr/>
        </p:nvSpPr>
        <p:spPr>
          <a:xfrm>
            <a:off x="1849895" y="1726823"/>
            <a:ext cx="75328" cy="81013"/>
          </a:xfrm>
          <a:custGeom>
            <a:avLst/>
            <a:gdLst/>
            <a:ahLst/>
            <a:cxnLst/>
            <a:rect l="l" t="t" r="r" b="b"/>
            <a:pathLst>
              <a:path w="3485" h="3748" extrusionOk="0">
                <a:moveTo>
                  <a:pt x="2302" y="0"/>
                </a:moveTo>
                <a:lnTo>
                  <a:pt x="0" y="3748"/>
                </a:lnTo>
                <a:lnTo>
                  <a:pt x="1184" y="3748"/>
                </a:lnTo>
                <a:lnTo>
                  <a:pt x="3485" y="0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8" name="Google Shape;1798;p126"/>
          <p:cNvSpPr/>
          <p:nvPr/>
        </p:nvSpPr>
        <p:spPr>
          <a:xfrm>
            <a:off x="1849895" y="1646286"/>
            <a:ext cx="75328" cy="80559"/>
          </a:xfrm>
          <a:custGeom>
            <a:avLst/>
            <a:gdLst/>
            <a:ahLst/>
            <a:cxnLst/>
            <a:rect l="l" t="t" r="r" b="b"/>
            <a:pathLst>
              <a:path w="3485" h="3727" extrusionOk="0">
                <a:moveTo>
                  <a:pt x="0" y="1"/>
                </a:moveTo>
                <a:lnTo>
                  <a:pt x="2302" y="3726"/>
                </a:lnTo>
                <a:lnTo>
                  <a:pt x="3485" y="3726"/>
                </a:lnTo>
                <a:lnTo>
                  <a:pt x="1184" y="1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9" name="Google Shape;1799;p126"/>
          <p:cNvSpPr/>
          <p:nvPr/>
        </p:nvSpPr>
        <p:spPr>
          <a:xfrm>
            <a:off x="1910050" y="1726823"/>
            <a:ext cx="75350" cy="81013"/>
          </a:xfrm>
          <a:custGeom>
            <a:avLst/>
            <a:gdLst/>
            <a:ahLst/>
            <a:cxnLst/>
            <a:rect l="l" t="t" r="r" b="b"/>
            <a:pathLst>
              <a:path w="3486" h="3748" extrusionOk="0">
                <a:moveTo>
                  <a:pt x="2302" y="0"/>
                </a:moveTo>
                <a:lnTo>
                  <a:pt x="1" y="3748"/>
                </a:lnTo>
                <a:lnTo>
                  <a:pt x="1184" y="3748"/>
                </a:lnTo>
                <a:lnTo>
                  <a:pt x="3485" y="0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0" name="Google Shape;1800;p126"/>
          <p:cNvSpPr/>
          <p:nvPr/>
        </p:nvSpPr>
        <p:spPr>
          <a:xfrm>
            <a:off x="1910050" y="1646286"/>
            <a:ext cx="75350" cy="80559"/>
          </a:xfrm>
          <a:custGeom>
            <a:avLst/>
            <a:gdLst/>
            <a:ahLst/>
            <a:cxnLst/>
            <a:rect l="l" t="t" r="r" b="b"/>
            <a:pathLst>
              <a:path w="3486" h="3727" extrusionOk="0">
                <a:moveTo>
                  <a:pt x="1" y="1"/>
                </a:moveTo>
                <a:lnTo>
                  <a:pt x="2302" y="3726"/>
                </a:lnTo>
                <a:lnTo>
                  <a:pt x="3485" y="3726"/>
                </a:lnTo>
                <a:lnTo>
                  <a:pt x="1184" y="1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1" name="Google Shape;1801;p126"/>
          <p:cNvSpPr/>
          <p:nvPr/>
        </p:nvSpPr>
        <p:spPr>
          <a:xfrm>
            <a:off x="2816712" y="1726823"/>
            <a:ext cx="74853" cy="81013"/>
          </a:xfrm>
          <a:custGeom>
            <a:avLst/>
            <a:gdLst/>
            <a:ahLst/>
            <a:cxnLst/>
            <a:rect l="l" t="t" r="r" b="b"/>
            <a:pathLst>
              <a:path w="3463" h="3748" extrusionOk="0">
                <a:moveTo>
                  <a:pt x="2279" y="0"/>
                </a:moveTo>
                <a:lnTo>
                  <a:pt x="0" y="3748"/>
                </a:lnTo>
                <a:lnTo>
                  <a:pt x="1183" y="3748"/>
                </a:lnTo>
                <a:lnTo>
                  <a:pt x="3463" y="0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2" name="Google Shape;1802;p126"/>
          <p:cNvSpPr/>
          <p:nvPr/>
        </p:nvSpPr>
        <p:spPr>
          <a:xfrm>
            <a:off x="2816712" y="1646286"/>
            <a:ext cx="74853" cy="80559"/>
          </a:xfrm>
          <a:custGeom>
            <a:avLst/>
            <a:gdLst/>
            <a:ahLst/>
            <a:cxnLst/>
            <a:rect l="l" t="t" r="r" b="b"/>
            <a:pathLst>
              <a:path w="3463" h="3727" extrusionOk="0">
                <a:moveTo>
                  <a:pt x="0" y="1"/>
                </a:moveTo>
                <a:lnTo>
                  <a:pt x="2279" y="3726"/>
                </a:lnTo>
                <a:lnTo>
                  <a:pt x="3463" y="3726"/>
                </a:lnTo>
                <a:lnTo>
                  <a:pt x="1183" y="1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3" name="Google Shape;1803;p126"/>
          <p:cNvSpPr/>
          <p:nvPr/>
        </p:nvSpPr>
        <p:spPr>
          <a:xfrm>
            <a:off x="2876867" y="1726823"/>
            <a:ext cx="75328" cy="81013"/>
          </a:xfrm>
          <a:custGeom>
            <a:avLst/>
            <a:gdLst/>
            <a:ahLst/>
            <a:cxnLst/>
            <a:rect l="l" t="t" r="r" b="b"/>
            <a:pathLst>
              <a:path w="3485" h="3748" extrusionOk="0">
                <a:moveTo>
                  <a:pt x="2301" y="0"/>
                </a:moveTo>
                <a:lnTo>
                  <a:pt x="0" y="3748"/>
                </a:lnTo>
                <a:lnTo>
                  <a:pt x="1184" y="3748"/>
                </a:lnTo>
                <a:lnTo>
                  <a:pt x="3485" y="0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4" name="Google Shape;1804;p126"/>
          <p:cNvSpPr/>
          <p:nvPr/>
        </p:nvSpPr>
        <p:spPr>
          <a:xfrm>
            <a:off x="2876867" y="1646286"/>
            <a:ext cx="75328" cy="80559"/>
          </a:xfrm>
          <a:custGeom>
            <a:avLst/>
            <a:gdLst/>
            <a:ahLst/>
            <a:cxnLst/>
            <a:rect l="l" t="t" r="r" b="b"/>
            <a:pathLst>
              <a:path w="3485" h="3727" extrusionOk="0">
                <a:moveTo>
                  <a:pt x="0" y="1"/>
                </a:moveTo>
                <a:lnTo>
                  <a:pt x="2301" y="3726"/>
                </a:lnTo>
                <a:lnTo>
                  <a:pt x="3485" y="3726"/>
                </a:lnTo>
                <a:lnTo>
                  <a:pt x="1184" y="1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5" name="Google Shape;1805;p126"/>
          <p:cNvSpPr/>
          <p:nvPr/>
        </p:nvSpPr>
        <p:spPr>
          <a:xfrm>
            <a:off x="3784459" y="1726823"/>
            <a:ext cx="75328" cy="81013"/>
          </a:xfrm>
          <a:custGeom>
            <a:avLst/>
            <a:gdLst/>
            <a:ahLst/>
            <a:cxnLst/>
            <a:rect l="l" t="t" r="r" b="b"/>
            <a:pathLst>
              <a:path w="3485" h="3748" extrusionOk="0">
                <a:moveTo>
                  <a:pt x="2301" y="0"/>
                </a:moveTo>
                <a:lnTo>
                  <a:pt x="0" y="3748"/>
                </a:lnTo>
                <a:lnTo>
                  <a:pt x="1184" y="3748"/>
                </a:lnTo>
                <a:lnTo>
                  <a:pt x="3485" y="0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6" name="Google Shape;1806;p126"/>
          <p:cNvSpPr/>
          <p:nvPr/>
        </p:nvSpPr>
        <p:spPr>
          <a:xfrm>
            <a:off x="3784459" y="1646286"/>
            <a:ext cx="75328" cy="80559"/>
          </a:xfrm>
          <a:custGeom>
            <a:avLst/>
            <a:gdLst/>
            <a:ahLst/>
            <a:cxnLst/>
            <a:rect l="l" t="t" r="r" b="b"/>
            <a:pathLst>
              <a:path w="3485" h="3727" extrusionOk="0">
                <a:moveTo>
                  <a:pt x="0" y="1"/>
                </a:moveTo>
                <a:lnTo>
                  <a:pt x="2301" y="3726"/>
                </a:lnTo>
                <a:lnTo>
                  <a:pt x="3485" y="3726"/>
                </a:lnTo>
                <a:lnTo>
                  <a:pt x="1184" y="1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7" name="Google Shape;1807;p126"/>
          <p:cNvSpPr/>
          <p:nvPr/>
        </p:nvSpPr>
        <p:spPr>
          <a:xfrm>
            <a:off x="3844614" y="1726823"/>
            <a:ext cx="75350" cy="81013"/>
          </a:xfrm>
          <a:custGeom>
            <a:avLst/>
            <a:gdLst/>
            <a:ahLst/>
            <a:cxnLst/>
            <a:rect l="l" t="t" r="r" b="b"/>
            <a:pathLst>
              <a:path w="3486" h="3748" extrusionOk="0">
                <a:moveTo>
                  <a:pt x="2302" y="0"/>
                </a:moveTo>
                <a:lnTo>
                  <a:pt x="1" y="3748"/>
                </a:lnTo>
                <a:lnTo>
                  <a:pt x="1184" y="3748"/>
                </a:lnTo>
                <a:lnTo>
                  <a:pt x="3485" y="0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8" name="Google Shape;1808;p126"/>
          <p:cNvSpPr/>
          <p:nvPr/>
        </p:nvSpPr>
        <p:spPr>
          <a:xfrm>
            <a:off x="3844614" y="1646286"/>
            <a:ext cx="75350" cy="80559"/>
          </a:xfrm>
          <a:custGeom>
            <a:avLst/>
            <a:gdLst/>
            <a:ahLst/>
            <a:cxnLst/>
            <a:rect l="l" t="t" r="r" b="b"/>
            <a:pathLst>
              <a:path w="3486" h="3727" extrusionOk="0">
                <a:moveTo>
                  <a:pt x="1" y="1"/>
                </a:moveTo>
                <a:lnTo>
                  <a:pt x="2302" y="3726"/>
                </a:lnTo>
                <a:lnTo>
                  <a:pt x="3485" y="3726"/>
                </a:lnTo>
                <a:lnTo>
                  <a:pt x="1184" y="1"/>
                </a:lnTo>
                <a:close/>
              </a:path>
            </a:pathLst>
          </a:custGeom>
          <a:solidFill>
            <a:srgbClr val="0B0648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9" name="Google Shape;1809;p126"/>
          <p:cNvSpPr/>
          <p:nvPr/>
        </p:nvSpPr>
        <p:spPr>
          <a:xfrm>
            <a:off x="3979641" y="2797350"/>
            <a:ext cx="70622" cy="428339"/>
          </a:xfrm>
          <a:custGeom>
            <a:avLst/>
            <a:gdLst/>
            <a:ahLst/>
            <a:cxnLst/>
            <a:rect l="l" t="t" r="r" b="b"/>
            <a:pathLst>
              <a:path w="3617" h="21938" fill="none" extrusionOk="0">
                <a:moveTo>
                  <a:pt x="0" y="1"/>
                </a:moveTo>
                <a:lnTo>
                  <a:pt x="0" y="8570"/>
                </a:lnTo>
                <a:lnTo>
                  <a:pt x="3616" y="10980"/>
                </a:lnTo>
                <a:lnTo>
                  <a:pt x="0" y="13829"/>
                </a:lnTo>
                <a:lnTo>
                  <a:pt x="0" y="21938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1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0" name="Google Shape;1810;p126"/>
          <p:cNvSpPr/>
          <p:nvPr/>
        </p:nvSpPr>
        <p:spPr>
          <a:xfrm>
            <a:off x="4609068" y="3225671"/>
            <a:ext cx="70622" cy="427910"/>
          </a:xfrm>
          <a:custGeom>
            <a:avLst/>
            <a:gdLst/>
            <a:ahLst/>
            <a:cxnLst/>
            <a:rect l="l" t="t" r="r" b="b"/>
            <a:pathLst>
              <a:path w="3617" h="21916" fill="none" extrusionOk="0">
                <a:moveTo>
                  <a:pt x="3616" y="1"/>
                </a:moveTo>
                <a:lnTo>
                  <a:pt x="3616" y="8570"/>
                </a:lnTo>
                <a:lnTo>
                  <a:pt x="0" y="10958"/>
                </a:lnTo>
                <a:lnTo>
                  <a:pt x="3616" y="13829"/>
                </a:lnTo>
                <a:lnTo>
                  <a:pt x="3616" y="21916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1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1" name="Google Shape;1811;p126"/>
          <p:cNvSpPr/>
          <p:nvPr/>
        </p:nvSpPr>
        <p:spPr>
          <a:xfrm>
            <a:off x="3979641" y="3653562"/>
            <a:ext cx="70622" cy="428339"/>
          </a:xfrm>
          <a:custGeom>
            <a:avLst/>
            <a:gdLst/>
            <a:ahLst/>
            <a:cxnLst/>
            <a:rect l="l" t="t" r="r" b="b"/>
            <a:pathLst>
              <a:path w="3617" h="21938" fill="none" extrusionOk="0">
                <a:moveTo>
                  <a:pt x="0" y="1"/>
                </a:moveTo>
                <a:lnTo>
                  <a:pt x="0" y="8569"/>
                </a:lnTo>
                <a:lnTo>
                  <a:pt x="3616" y="10980"/>
                </a:lnTo>
                <a:lnTo>
                  <a:pt x="0" y="13829"/>
                </a:lnTo>
                <a:lnTo>
                  <a:pt x="0" y="21938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1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2" name="Google Shape;1812;p126"/>
          <p:cNvSpPr/>
          <p:nvPr/>
        </p:nvSpPr>
        <p:spPr>
          <a:xfrm>
            <a:off x="4609068" y="4081883"/>
            <a:ext cx="70622" cy="427910"/>
          </a:xfrm>
          <a:custGeom>
            <a:avLst/>
            <a:gdLst/>
            <a:ahLst/>
            <a:cxnLst/>
            <a:rect l="l" t="t" r="r" b="b"/>
            <a:pathLst>
              <a:path w="3617" h="21916" fill="none" extrusionOk="0">
                <a:moveTo>
                  <a:pt x="3616" y="1"/>
                </a:moveTo>
                <a:lnTo>
                  <a:pt x="3616" y="8569"/>
                </a:lnTo>
                <a:lnTo>
                  <a:pt x="0" y="10958"/>
                </a:lnTo>
                <a:lnTo>
                  <a:pt x="3616" y="13829"/>
                </a:lnTo>
                <a:lnTo>
                  <a:pt x="3616" y="21915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1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3" name="Google Shape;1813;p126"/>
          <p:cNvSpPr/>
          <p:nvPr/>
        </p:nvSpPr>
        <p:spPr>
          <a:xfrm>
            <a:off x="3387428" y="2797350"/>
            <a:ext cx="1884885" cy="428339"/>
          </a:xfrm>
          <a:custGeom>
            <a:avLst/>
            <a:gdLst/>
            <a:ahLst/>
            <a:cxnLst/>
            <a:rect l="l" t="t" r="r" b="b"/>
            <a:pathLst>
              <a:path w="96537" h="21938" fill="none" extrusionOk="0">
                <a:moveTo>
                  <a:pt x="1" y="18607"/>
                </a:moveTo>
                <a:lnTo>
                  <a:pt x="1" y="6181"/>
                </a:lnTo>
                <a:cubicBezTo>
                  <a:pt x="1" y="2762"/>
                  <a:pt x="2762" y="1"/>
                  <a:pt x="6159" y="1"/>
                </a:cubicBezTo>
                <a:lnTo>
                  <a:pt x="90356" y="1"/>
                </a:lnTo>
                <a:cubicBezTo>
                  <a:pt x="93753" y="1"/>
                  <a:pt x="96515" y="2762"/>
                  <a:pt x="96515" y="6181"/>
                </a:cubicBezTo>
                <a:lnTo>
                  <a:pt x="96515" y="15780"/>
                </a:lnTo>
                <a:cubicBezTo>
                  <a:pt x="96536" y="19177"/>
                  <a:pt x="93753" y="21938"/>
                  <a:pt x="90356" y="21938"/>
                </a:cubicBez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1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4" name="Google Shape;1814;p126"/>
          <p:cNvSpPr/>
          <p:nvPr/>
        </p:nvSpPr>
        <p:spPr>
          <a:xfrm>
            <a:off x="3801202" y="3653562"/>
            <a:ext cx="1350447" cy="20"/>
          </a:xfrm>
          <a:custGeom>
            <a:avLst/>
            <a:gdLst/>
            <a:ahLst/>
            <a:cxnLst/>
            <a:rect l="l" t="t" r="r" b="b"/>
            <a:pathLst>
              <a:path w="69165" h="1" fill="none" extrusionOk="0">
                <a:moveTo>
                  <a:pt x="1" y="1"/>
                </a:moveTo>
                <a:lnTo>
                  <a:pt x="69164" y="1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1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5" name="Google Shape;1815;p126"/>
          <p:cNvSpPr/>
          <p:nvPr/>
        </p:nvSpPr>
        <p:spPr>
          <a:xfrm>
            <a:off x="3387428" y="3225671"/>
            <a:ext cx="1764220" cy="428339"/>
          </a:xfrm>
          <a:custGeom>
            <a:avLst/>
            <a:gdLst/>
            <a:ahLst/>
            <a:cxnLst/>
            <a:rect l="l" t="t" r="r" b="b"/>
            <a:pathLst>
              <a:path w="90357" h="21938" fill="none" extrusionOk="0">
                <a:moveTo>
                  <a:pt x="90356" y="1"/>
                </a:moveTo>
                <a:lnTo>
                  <a:pt x="80582" y="1"/>
                </a:lnTo>
                <a:lnTo>
                  <a:pt x="78194" y="3617"/>
                </a:lnTo>
                <a:lnTo>
                  <a:pt x="75323" y="1"/>
                </a:lnTo>
                <a:lnTo>
                  <a:pt x="6159" y="1"/>
                </a:lnTo>
                <a:cubicBezTo>
                  <a:pt x="2762" y="1"/>
                  <a:pt x="1" y="2762"/>
                  <a:pt x="1" y="6181"/>
                </a:cubicBezTo>
                <a:lnTo>
                  <a:pt x="1" y="15758"/>
                </a:lnTo>
                <a:cubicBezTo>
                  <a:pt x="1" y="19176"/>
                  <a:pt x="2762" y="21938"/>
                  <a:pt x="6159" y="21938"/>
                </a:cubicBezTo>
                <a:lnTo>
                  <a:pt x="15933" y="21938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1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6" name="Google Shape;1816;p126"/>
          <p:cNvSpPr/>
          <p:nvPr/>
        </p:nvSpPr>
        <p:spPr>
          <a:xfrm>
            <a:off x="3698500" y="3653562"/>
            <a:ext cx="102721" cy="71051"/>
          </a:xfrm>
          <a:custGeom>
            <a:avLst/>
            <a:gdLst/>
            <a:ahLst/>
            <a:cxnLst/>
            <a:rect l="l" t="t" r="r" b="b"/>
            <a:pathLst>
              <a:path w="5261" h="3639" fill="none" extrusionOk="0">
                <a:moveTo>
                  <a:pt x="1" y="1"/>
                </a:moveTo>
                <a:lnTo>
                  <a:pt x="2390" y="3639"/>
                </a:lnTo>
                <a:lnTo>
                  <a:pt x="5261" y="1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1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7" name="Google Shape;1817;p126"/>
          <p:cNvSpPr/>
          <p:nvPr/>
        </p:nvSpPr>
        <p:spPr>
          <a:xfrm>
            <a:off x="5151629" y="3653562"/>
            <a:ext cx="120684" cy="428339"/>
          </a:xfrm>
          <a:custGeom>
            <a:avLst/>
            <a:gdLst/>
            <a:ahLst/>
            <a:cxnLst/>
            <a:rect l="l" t="t" r="r" b="b"/>
            <a:pathLst>
              <a:path w="6181" h="21938" fill="none" extrusionOk="0">
                <a:moveTo>
                  <a:pt x="0" y="1"/>
                </a:moveTo>
                <a:cubicBezTo>
                  <a:pt x="3397" y="1"/>
                  <a:pt x="6180" y="2762"/>
                  <a:pt x="6180" y="6181"/>
                </a:cubicBezTo>
                <a:lnTo>
                  <a:pt x="6180" y="15779"/>
                </a:lnTo>
                <a:cubicBezTo>
                  <a:pt x="6180" y="19176"/>
                  <a:pt x="3397" y="21938"/>
                  <a:pt x="0" y="21938"/>
                </a:cubicBez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1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8" name="Google Shape;1818;p126"/>
          <p:cNvSpPr/>
          <p:nvPr/>
        </p:nvSpPr>
        <p:spPr>
          <a:xfrm>
            <a:off x="4858090" y="4081883"/>
            <a:ext cx="293558" cy="70622"/>
          </a:xfrm>
          <a:custGeom>
            <a:avLst/>
            <a:gdLst/>
            <a:ahLst/>
            <a:cxnLst/>
            <a:rect l="l" t="t" r="r" b="b"/>
            <a:pathLst>
              <a:path w="15035" h="3617" fill="none" extrusionOk="0">
                <a:moveTo>
                  <a:pt x="15034" y="1"/>
                </a:moveTo>
                <a:lnTo>
                  <a:pt x="5260" y="1"/>
                </a:lnTo>
                <a:lnTo>
                  <a:pt x="2872" y="3617"/>
                </a:lnTo>
                <a:lnTo>
                  <a:pt x="1" y="1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1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9" name="Google Shape;1819;p126"/>
          <p:cNvSpPr/>
          <p:nvPr/>
        </p:nvSpPr>
        <p:spPr>
          <a:xfrm>
            <a:off x="3472653" y="4509774"/>
            <a:ext cx="1350447" cy="20"/>
          </a:xfrm>
          <a:custGeom>
            <a:avLst/>
            <a:gdLst/>
            <a:ahLst/>
            <a:cxnLst/>
            <a:rect l="l" t="t" r="r" b="b"/>
            <a:pathLst>
              <a:path w="69165" h="1" fill="none" extrusionOk="0">
                <a:moveTo>
                  <a:pt x="1" y="0"/>
                </a:moveTo>
                <a:lnTo>
                  <a:pt x="69164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1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20" name="Google Shape;1820;p126"/>
          <p:cNvSpPr/>
          <p:nvPr/>
        </p:nvSpPr>
        <p:spPr>
          <a:xfrm>
            <a:off x="3387428" y="4081883"/>
            <a:ext cx="1470682" cy="428339"/>
          </a:xfrm>
          <a:custGeom>
            <a:avLst/>
            <a:gdLst/>
            <a:ahLst/>
            <a:cxnLst/>
            <a:rect l="l" t="t" r="r" b="b"/>
            <a:pathLst>
              <a:path w="75323" h="21938" fill="none" extrusionOk="0">
                <a:moveTo>
                  <a:pt x="75323" y="1"/>
                </a:moveTo>
                <a:lnTo>
                  <a:pt x="6159" y="1"/>
                </a:lnTo>
                <a:cubicBezTo>
                  <a:pt x="2762" y="1"/>
                  <a:pt x="1" y="2762"/>
                  <a:pt x="1" y="6159"/>
                </a:cubicBezTo>
                <a:lnTo>
                  <a:pt x="1" y="15757"/>
                </a:lnTo>
                <a:cubicBezTo>
                  <a:pt x="1" y="19176"/>
                  <a:pt x="2762" y="21937"/>
                  <a:pt x="6159" y="21937"/>
                </a:cubicBezTo>
                <a:lnTo>
                  <a:pt x="15933" y="21937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1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21" name="Google Shape;1821;p126"/>
          <p:cNvSpPr/>
          <p:nvPr/>
        </p:nvSpPr>
        <p:spPr>
          <a:xfrm>
            <a:off x="3369952" y="4509774"/>
            <a:ext cx="102721" cy="71051"/>
          </a:xfrm>
          <a:custGeom>
            <a:avLst/>
            <a:gdLst/>
            <a:ahLst/>
            <a:cxnLst/>
            <a:rect l="l" t="t" r="r" b="b"/>
            <a:pathLst>
              <a:path w="5261" h="3639" fill="none" extrusionOk="0">
                <a:moveTo>
                  <a:pt x="1" y="0"/>
                </a:moveTo>
                <a:lnTo>
                  <a:pt x="2390" y="3638"/>
                </a:lnTo>
                <a:lnTo>
                  <a:pt x="5261" y="0"/>
                </a:lnTo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miter lim="219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22" name="Google Shape;1822;p126"/>
          <p:cNvSpPr/>
          <p:nvPr/>
        </p:nvSpPr>
        <p:spPr>
          <a:xfrm>
            <a:off x="3370324" y="3143529"/>
            <a:ext cx="34247" cy="34247"/>
          </a:xfrm>
          <a:custGeom>
            <a:avLst/>
            <a:gdLst/>
            <a:ahLst/>
            <a:cxnLst/>
            <a:rect l="l" t="t" r="r" b="b"/>
            <a:pathLst>
              <a:path w="1754" h="1754" extrusionOk="0">
                <a:moveTo>
                  <a:pt x="877" y="0"/>
                </a:moveTo>
                <a:cubicBezTo>
                  <a:pt x="373" y="0"/>
                  <a:pt x="0" y="395"/>
                  <a:pt x="0" y="877"/>
                </a:cubicBezTo>
                <a:cubicBezTo>
                  <a:pt x="0" y="1359"/>
                  <a:pt x="373" y="1753"/>
                  <a:pt x="877" y="1753"/>
                </a:cubicBezTo>
                <a:cubicBezTo>
                  <a:pt x="1359" y="1753"/>
                  <a:pt x="1753" y="1359"/>
                  <a:pt x="1753" y="877"/>
                </a:cubicBezTo>
                <a:cubicBezTo>
                  <a:pt x="1753" y="395"/>
                  <a:pt x="1359" y="0"/>
                  <a:pt x="877" y="0"/>
                </a:cubicBezTo>
                <a:close/>
              </a:path>
            </a:pathLst>
          </a:custGeom>
          <a:solidFill>
            <a:srgbClr val="4D4D4D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823" name="Google Shape;1823;p126"/>
          <p:cNvGrpSpPr/>
          <p:nvPr/>
        </p:nvGrpSpPr>
        <p:grpSpPr>
          <a:xfrm>
            <a:off x="1041775" y="2721092"/>
            <a:ext cx="2037365" cy="540224"/>
            <a:chOff x="713227" y="2721092"/>
            <a:chExt cx="2037365" cy="540224"/>
          </a:xfrm>
        </p:grpSpPr>
        <p:sp>
          <p:nvSpPr>
            <p:cNvPr id="1824" name="Google Shape;1824;p126"/>
            <p:cNvSpPr/>
            <p:nvPr/>
          </p:nvSpPr>
          <p:spPr>
            <a:xfrm>
              <a:off x="1194960" y="2843778"/>
              <a:ext cx="1555632" cy="409777"/>
            </a:xfrm>
            <a:custGeom>
              <a:avLst/>
              <a:gdLst/>
              <a:ahLst/>
              <a:cxnLst/>
              <a:rect l="l" t="t" r="r" b="b"/>
              <a:pathLst>
                <a:path w="71970" h="18958" fill="none" extrusionOk="0">
                  <a:moveTo>
                    <a:pt x="1" y="18957"/>
                  </a:moveTo>
                  <a:lnTo>
                    <a:pt x="62481" y="18957"/>
                  </a:lnTo>
                  <a:cubicBezTo>
                    <a:pt x="67718" y="18957"/>
                    <a:pt x="71970" y="14706"/>
                    <a:pt x="71970" y="9490"/>
                  </a:cubicBezTo>
                  <a:lnTo>
                    <a:pt x="71970" y="9490"/>
                  </a:lnTo>
                  <a:cubicBezTo>
                    <a:pt x="71970" y="4252"/>
                    <a:pt x="67718" y="1"/>
                    <a:pt x="62481" y="1"/>
                  </a:cubicBezTo>
                  <a:lnTo>
                    <a:pt x="8110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1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5" name="Google Shape;1825;p126"/>
            <p:cNvSpPr/>
            <p:nvPr/>
          </p:nvSpPr>
          <p:spPr>
            <a:xfrm>
              <a:off x="1194960" y="2843778"/>
              <a:ext cx="1555632" cy="409777"/>
            </a:xfrm>
            <a:custGeom>
              <a:avLst/>
              <a:gdLst/>
              <a:ahLst/>
              <a:cxnLst/>
              <a:rect l="l" t="t" r="r" b="b"/>
              <a:pathLst>
                <a:path w="71970" h="18958" fill="none" extrusionOk="0">
                  <a:moveTo>
                    <a:pt x="1" y="18957"/>
                  </a:moveTo>
                  <a:lnTo>
                    <a:pt x="62481" y="18957"/>
                  </a:lnTo>
                  <a:cubicBezTo>
                    <a:pt x="67718" y="18957"/>
                    <a:pt x="71970" y="14706"/>
                    <a:pt x="71970" y="9490"/>
                  </a:cubicBezTo>
                  <a:cubicBezTo>
                    <a:pt x="71970" y="4252"/>
                    <a:pt x="67718" y="1"/>
                    <a:pt x="62481" y="1"/>
                  </a:cubicBezTo>
                  <a:lnTo>
                    <a:pt x="8110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1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6" name="Google Shape;1826;p126"/>
            <p:cNvSpPr/>
            <p:nvPr/>
          </p:nvSpPr>
          <p:spPr>
            <a:xfrm>
              <a:off x="808916" y="2836213"/>
              <a:ext cx="444340" cy="425102"/>
            </a:xfrm>
            <a:custGeom>
              <a:avLst/>
              <a:gdLst/>
              <a:ahLst/>
              <a:cxnLst/>
              <a:rect l="l" t="t" r="r" b="b"/>
              <a:pathLst>
                <a:path w="20557" h="19667" extrusionOk="0">
                  <a:moveTo>
                    <a:pt x="10673" y="1791"/>
                  </a:moveTo>
                  <a:cubicBezTo>
                    <a:pt x="14789" y="1791"/>
                    <a:pt x="18738" y="4994"/>
                    <a:pt x="18738" y="9840"/>
                  </a:cubicBezTo>
                  <a:cubicBezTo>
                    <a:pt x="18738" y="14245"/>
                    <a:pt x="15144" y="17839"/>
                    <a:pt x="10739" y="17839"/>
                  </a:cubicBezTo>
                  <a:lnTo>
                    <a:pt x="10739" y="17861"/>
                  </a:lnTo>
                  <a:cubicBezTo>
                    <a:pt x="3572" y="17861"/>
                    <a:pt x="0" y="9204"/>
                    <a:pt x="5063" y="4164"/>
                  </a:cubicBezTo>
                  <a:cubicBezTo>
                    <a:pt x="6694" y="2525"/>
                    <a:pt x="8703" y="1791"/>
                    <a:pt x="10673" y="1791"/>
                  </a:cubicBezTo>
                  <a:close/>
                  <a:moveTo>
                    <a:pt x="10739" y="0"/>
                  </a:moveTo>
                  <a:cubicBezTo>
                    <a:pt x="6750" y="0"/>
                    <a:pt x="3156" y="2389"/>
                    <a:pt x="1644" y="6070"/>
                  </a:cubicBezTo>
                  <a:cubicBezTo>
                    <a:pt x="110" y="9730"/>
                    <a:pt x="965" y="13982"/>
                    <a:pt x="3770" y="16787"/>
                  </a:cubicBezTo>
                  <a:cubicBezTo>
                    <a:pt x="5646" y="18663"/>
                    <a:pt x="8169" y="19667"/>
                    <a:pt x="10729" y="19667"/>
                  </a:cubicBezTo>
                  <a:cubicBezTo>
                    <a:pt x="11997" y="19667"/>
                    <a:pt x="13274" y="19421"/>
                    <a:pt x="14486" y="18913"/>
                  </a:cubicBezTo>
                  <a:cubicBezTo>
                    <a:pt x="18168" y="17400"/>
                    <a:pt x="20557" y="13806"/>
                    <a:pt x="20557" y="9840"/>
                  </a:cubicBezTo>
                  <a:cubicBezTo>
                    <a:pt x="20557" y="4405"/>
                    <a:pt x="16152" y="0"/>
                    <a:pt x="107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accent1"/>
              </a:solidFill>
              <a:prstDash val="solid"/>
              <a:miter lim="21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7" name="Google Shape;1827;p126"/>
            <p:cNvSpPr/>
            <p:nvPr/>
          </p:nvSpPr>
          <p:spPr>
            <a:xfrm>
              <a:off x="713227" y="2721092"/>
              <a:ext cx="538603" cy="538603"/>
            </a:xfrm>
            <a:custGeom>
              <a:avLst/>
              <a:gdLst/>
              <a:ahLst/>
              <a:cxnLst/>
              <a:rect l="l" t="t" r="r" b="b"/>
              <a:pathLst>
                <a:path w="24918" h="24918" fill="none" extrusionOk="0">
                  <a:moveTo>
                    <a:pt x="5392" y="24918"/>
                  </a:moveTo>
                  <a:cubicBezTo>
                    <a:pt x="0" y="19527"/>
                    <a:pt x="0" y="10783"/>
                    <a:pt x="5392" y="5392"/>
                  </a:cubicBezTo>
                  <a:cubicBezTo>
                    <a:pt x="10783" y="1"/>
                    <a:pt x="19527" y="1"/>
                    <a:pt x="24918" y="5392"/>
                  </a:cubicBez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1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828" name="Google Shape;1828;p126"/>
          <p:cNvSpPr/>
          <p:nvPr/>
        </p:nvSpPr>
        <p:spPr>
          <a:xfrm>
            <a:off x="1562372" y="2824368"/>
            <a:ext cx="31277" cy="26716"/>
          </a:xfrm>
          <a:custGeom>
            <a:avLst/>
            <a:gdLst/>
            <a:ahLst/>
            <a:cxnLst/>
            <a:rect l="l" t="t" r="r" b="b"/>
            <a:pathLst>
              <a:path w="1447" h="1236" extrusionOk="0">
                <a:moveTo>
                  <a:pt x="833" y="0"/>
                </a:moveTo>
                <a:cubicBezTo>
                  <a:pt x="285" y="0"/>
                  <a:pt x="0" y="658"/>
                  <a:pt x="395" y="1052"/>
                </a:cubicBezTo>
                <a:cubicBezTo>
                  <a:pt x="515" y="1179"/>
                  <a:pt x="666" y="1236"/>
                  <a:pt x="817" y="1236"/>
                </a:cubicBezTo>
                <a:cubicBezTo>
                  <a:pt x="1134" y="1236"/>
                  <a:pt x="1446" y="985"/>
                  <a:pt x="1446" y="614"/>
                </a:cubicBezTo>
                <a:cubicBezTo>
                  <a:pt x="1425" y="285"/>
                  <a:pt x="1162" y="0"/>
                  <a:pt x="833" y="0"/>
                </a:cubicBezTo>
                <a:close/>
              </a:path>
            </a:pathLst>
          </a:custGeom>
          <a:solidFill>
            <a:srgbClr val="545454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29" name="Google Shape;1829;p126"/>
          <p:cNvSpPr/>
          <p:nvPr/>
        </p:nvSpPr>
        <p:spPr>
          <a:xfrm>
            <a:off x="1562372" y="4132227"/>
            <a:ext cx="31277" cy="26522"/>
          </a:xfrm>
          <a:custGeom>
            <a:avLst/>
            <a:gdLst/>
            <a:ahLst/>
            <a:cxnLst/>
            <a:rect l="l" t="t" r="r" b="b"/>
            <a:pathLst>
              <a:path w="1447" h="1227" extrusionOk="0">
                <a:moveTo>
                  <a:pt x="833" y="0"/>
                </a:moveTo>
                <a:cubicBezTo>
                  <a:pt x="285" y="0"/>
                  <a:pt x="0" y="658"/>
                  <a:pt x="395" y="1052"/>
                </a:cubicBezTo>
                <a:cubicBezTo>
                  <a:pt x="514" y="1172"/>
                  <a:pt x="666" y="1226"/>
                  <a:pt x="816" y="1226"/>
                </a:cubicBezTo>
                <a:cubicBezTo>
                  <a:pt x="1134" y="1226"/>
                  <a:pt x="1446" y="985"/>
                  <a:pt x="1446" y="614"/>
                </a:cubicBezTo>
                <a:cubicBezTo>
                  <a:pt x="1446" y="285"/>
                  <a:pt x="1162" y="0"/>
                  <a:pt x="833" y="0"/>
                </a:cubicBezTo>
                <a:close/>
              </a:path>
            </a:pathLst>
          </a:custGeom>
          <a:solidFill>
            <a:srgbClr val="545454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830" name="Google Shape;1830;p126"/>
          <p:cNvGrpSpPr/>
          <p:nvPr/>
        </p:nvGrpSpPr>
        <p:grpSpPr>
          <a:xfrm>
            <a:off x="1041775" y="4028950"/>
            <a:ext cx="2037365" cy="551874"/>
            <a:chOff x="713227" y="4028950"/>
            <a:chExt cx="2037365" cy="551874"/>
          </a:xfrm>
        </p:grpSpPr>
        <p:sp>
          <p:nvSpPr>
            <p:cNvPr id="1831" name="Google Shape;1831;p126"/>
            <p:cNvSpPr/>
            <p:nvPr/>
          </p:nvSpPr>
          <p:spPr>
            <a:xfrm>
              <a:off x="1194960" y="4151162"/>
              <a:ext cx="1555632" cy="410253"/>
            </a:xfrm>
            <a:custGeom>
              <a:avLst/>
              <a:gdLst/>
              <a:ahLst/>
              <a:cxnLst/>
              <a:rect l="l" t="t" r="r" b="b"/>
              <a:pathLst>
                <a:path w="71970" h="18980" fill="none" extrusionOk="0">
                  <a:moveTo>
                    <a:pt x="1" y="18979"/>
                  </a:moveTo>
                  <a:lnTo>
                    <a:pt x="62481" y="18979"/>
                  </a:lnTo>
                  <a:cubicBezTo>
                    <a:pt x="67718" y="18979"/>
                    <a:pt x="71970" y="14728"/>
                    <a:pt x="71970" y="9490"/>
                  </a:cubicBezTo>
                  <a:lnTo>
                    <a:pt x="71970" y="9490"/>
                  </a:lnTo>
                  <a:cubicBezTo>
                    <a:pt x="71970" y="4252"/>
                    <a:pt x="67718" y="1"/>
                    <a:pt x="62481" y="23"/>
                  </a:cubicBezTo>
                  <a:lnTo>
                    <a:pt x="8110" y="23"/>
                  </a:lnTo>
                </a:path>
              </a:pathLst>
            </a:custGeom>
            <a:noFill/>
            <a:ln w="10400" cap="flat" cmpd="sng">
              <a:solidFill>
                <a:schemeClr val="accent1"/>
              </a:solidFill>
              <a:prstDash val="solid"/>
              <a:miter lim="21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2" name="Google Shape;1832;p126"/>
            <p:cNvSpPr/>
            <p:nvPr/>
          </p:nvSpPr>
          <p:spPr>
            <a:xfrm>
              <a:off x="1194960" y="4151637"/>
              <a:ext cx="1555632" cy="409777"/>
            </a:xfrm>
            <a:custGeom>
              <a:avLst/>
              <a:gdLst/>
              <a:ahLst/>
              <a:cxnLst/>
              <a:rect l="l" t="t" r="r" b="b"/>
              <a:pathLst>
                <a:path w="71970" h="18958" fill="none" extrusionOk="0">
                  <a:moveTo>
                    <a:pt x="1" y="18957"/>
                  </a:moveTo>
                  <a:lnTo>
                    <a:pt x="62481" y="18957"/>
                  </a:lnTo>
                  <a:cubicBezTo>
                    <a:pt x="67718" y="18957"/>
                    <a:pt x="71970" y="14706"/>
                    <a:pt x="71970" y="9468"/>
                  </a:cubicBezTo>
                  <a:cubicBezTo>
                    <a:pt x="71970" y="4230"/>
                    <a:pt x="67718" y="1"/>
                    <a:pt x="62481" y="1"/>
                  </a:cubicBezTo>
                  <a:lnTo>
                    <a:pt x="8110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1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3" name="Google Shape;1833;p126"/>
            <p:cNvSpPr/>
            <p:nvPr/>
          </p:nvSpPr>
          <p:spPr>
            <a:xfrm>
              <a:off x="808916" y="4143596"/>
              <a:ext cx="444340" cy="425578"/>
            </a:xfrm>
            <a:custGeom>
              <a:avLst/>
              <a:gdLst/>
              <a:ahLst/>
              <a:cxnLst/>
              <a:rect l="l" t="t" r="r" b="b"/>
              <a:pathLst>
                <a:path w="20557" h="19689" extrusionOk="0">
                  <a:moveTo>
                    <a:pt x="10663" y="1806"/>
                  </a:moveTo>
                  <a:cubicBezTo>
                    <a:pt x="14782" y="1806"/>
                    <a:pt x="18738" y="5005"/>
                    <a:pt x="18738" y="9840"/>
                  </a:cubicBezTo>
                  <a:cubicBezTo>
                    <a:pt x="18738" y="14267"/>
                    <a:pt x="15144" y="17861"/>
                    <a:pt x="10739" y="17861"/>
                  </a:cubicBezTo>
                  <a:cubicBezTo>
                    <a:pt x="3572" y="17861"/>
                    <a:pt x="0" y="9226"/>
                    <a:pt x="5063" y="4164"/>
                  </a:cubicBezTo>
                  <a:cubicBezTo>
                    <a:pt x="6692" y="2535"/>
                    <a:pt x="8696" y="1806"/>
                    <a:pt x="10663" y="1806"/>
                  </a:cubicBezTo>
                  <a:close/>
                  <a:moveTo>
                    <a:pt x="10739" y="0"/>
                  </a:moveTo>
                  <a:cubicBezTo>
                    <a:pt x="6750" y="0"/>
                    <a:pt x="3156" y="2411"/>
                    <a:pt x="1644" y="6071"/>
                  </a:cubicBezTo>
                  <a:cubicBezTo>
                    <a:pt x="110" y="9752"/>
                    <a:pt x="943" y="13982"/>
                    <a:pt x="3770" y="16809"/>
                  </a:cubicBezTo>
                  <a:cubicBezTo>
                    <a:pt x="5646" y="18685"/>
                    <a:pt x="8159" y="19689"/>
                    <a:pt x="10720" y="19689"/>
                  </a:cubicBezTo>
                  <a:cubicBezTo>
                    <a:pt x="11988" y="19689"/>
                    <a:pt x="13267" y="19443"/>
                    <a:pt x="14486" y="18935"/>
                  </a:cubicBezTo>
                  <a:cubicBezTo>
                    <a:pt x="18168" y="17423"/>
                    <a:pt x="20557" y="13828"/>
                    <a:pt x="20557" y="9840"/>
                  </a:cubicBezTo>
                  <a:cubicBezTo>
                    <a:pt x="20557" y="4405"/>
                    <a:pt x="16152" y="0"/>
                    <a:pt x="10739" y="0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accent1"/>
              </a:solidFill>
              <a:prstDash val="solid"/>
              <a:miter lim="21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4" name="Google Shape;1834;p126"/>
            <p:cNvSpPr/>
            <p:nvPr/>
          </p:nvSpPr>
          <p:spPr>
            <a:xfrm>
              <a:off x="713227" y="4028950"/>
              <a:ext cx="538603" cy="538624"/>
            </a:xfrm>
            <a:custGeom>
              <a:avLst/>
              <a:gdLst/>
              <a:ahLst/>
              <a:cxnLst/>
              <a:rect l="l" t="t" r="r" b="b"/>
              <a:pathLst>
                <a:path w="24918" h="24919" fill="none" extrusionOk="0">
                  <a:moveTo>
                    <a:pt x="5392" y="24918"/>
                  </a:moveTo>
                  <a:cubicBezTo>
                    <a:pt x="0" y="19527"/>
                    <a:pt x="0" y="10783"/>
                    <a:pt x="5392" y="5392"/>
                  </a:cubicBezTo>
                  <a:cubicBezTo>
                    <a:pt x="10783" y="1"/>
                    <a:pt x="19527" y="1"/>
                    <a:pt x="24918" y="5392"/>
                  </a:cubicBez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1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5" name="Google Shape;1835;p126"/>
            <p:cNvSpPr/>
            <p:nvPr/>
          </p:nvSpPr>
          <p:spPr>
            <a:xfrm>
              <a:off x="816482" y="4554281"/>
              <a:ext cx="26565" cy="26543"/>
            </a:xfrm>
            <a:custGeom>
              <a:avLst/>
              <a:gdLst/>
              <a:ahLst/>
              <a:cxnLst/>
              <a:rect l="l" t="t" r="r" b="b"/>
              <a:pathLst>
                <a:path w="1229" h="1228" extrusionOk="0">
                  <a:moveTo>
                    <a:pt x="615" y="0"/>
                  </a:moveTo>
                  <a:cubicBezTo>
                    <a:pt x="286" y="0"/>
                    <a:pt x="1" y="263"/>
                    <a:pt x="1" y="614"/>
                  </a:cubicBezTo>
                  <a:cubicBezTo>
                    <a:pt x="1" y="943"/>
                    <a:pt x="286" y="1228"/>
                    <a:pt x="615" y="1228"/>
                  </a:cubicBezTo>
                  <a:cubicBezTo>
                    <a:pt x="965" y="1228"/>
                    <a:pt x="1228" y="943"/>
                    <a:pt x="1228" y="614"/>
                  </a:cubicBezTo>
                  <a:cubicBezTo>
                    <a:pt x="1228" y="263"/>
                    <a:pt x="965" y="0"/>
                    <a:pt x="615" y="0"/>
                  </a:cubicBezTo>
                  <a:close/>
                </a:path>
              </a:pathLst>
            </a:custGeom>
            <a:solidFill>
              <a:srgbClr val="545454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36" name="Google Shape;1836;p126"/>
          <p:cNvGrpSpPr/>
          <p:nvPr/>
        </p:nvGrpSpPr>
        <p:grpSpPr>
          <a:xfrm>
            <a:off x="1041775" y="3375270"/>
            <a:ext cx="2037365" cy="539986"/>
            <a:chOff x="713227" y="3375270"/>
            <a:chExt cx="2037365" cy="539986"/>
          </a:xfrm>
        </p:grpSpPr>
        <p:sp>
          <p:nvSpPr>
            <p:cNvPr id="1837" name="Google Shape;1837;p126"/>
            <p:cNvSpPr/>
            <p:nvPr/>
          </p:nvSpPr>
          <p:spPr>
            <a:xfrm>
              <a:off x="1194960" y="3497481"/>
              <a:ext cx="1555632" cy="410231"/>
            </a:xfrm>
            <a:custGeom>
              <a:avLst/>
              <a:gdLst/>
              <a:ahLst/>
              <a:cxnLst/>
              <a:rect l="l" t="t" r="r" b="b"/>
              <a:pathLst>
                <a:path w="71970" h="18979" fill="none" extrusionOk="0">
                  <a:moveTo>
                    <a:pt x="1" y="18979"/>
                  </a:moveTo>
                  <a:lnTo>
                    <a:pt x="62481" y="18979"/>
                  </a:lnTo>
                  <a:cubicBezTo>
                    <a:pt x="67718" y="18979"/>
                    <a:pt x="71970" y="14727"/>
                    <a:pt x="71970" y="9489"/>
                  </a:cubicBezTo>
                  <a:lnTo>
                    <a:pt x="71970" y="9489"/>
                  </a:lnTo>
                  <a:cubicBezTo>
                    <a:pt x="71970" y="4252"/>
                    <a:pt x="67718" y="0"/>
                    <a:pt x="62481" y="0"/>
                  </a:cubicBezTo>
                  <a:lnTo>
                    <a:pt x="8110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1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8" name="Google Shape;1838;p126"/>
            <p:cNvSpPr/>
            <p:nvPr/>
          </p:nvSpPr>
          <p:spPr>
            <a:xfrm>
              <a:off x="1194960" y="3497481"/>
              <a:ext cx="1552324" cy="410231"/>
            </a:xfrm>
            <a:custGeom>
              <a:avLst/>
              <a:gdLst/>
              <a:ahLst/>
              <a:cxnLst/>
              <a:rect l="l" t="t" r="r" b="b"/>
              <a:pathLst>
                <a:path w="71817" h="18979" fill="none" extrusionOk="0">
                  <a:moveTo>
                    <a:pt x="1" y="18979"/>
                  </a:moveTo>
                  <a:lnTo>
                    <a:pt x="62481" y="18979"/>
                  </a:lnTo>
                  <a:cubicBezTo>
                    <a:pt x="67653" y="18891"/>
                    <a:pt x="71817" y="14661"/>
                    <a:pt x="71817" y="9489"/>
                  </a:cubicBezTo>
                  <a:cubicBezTo>
                    <a:pt x="71817" y="4317"/>
                    <a:pt x="67653" y="88"/>
                    <a:pt x="62481" y="0"/>
                  </a:cubicBezTo>
                  <a:lnTo>
                    <a:pt x="8110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1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39" name="Google Shape;1839;p126"/>
            <p:cNvSpPr/>
            <p:nvPr/>
          </p:nvSpPr>
          <p:spPr>
            <a:xfrm>
              <a:off x="808916" y="3489894"/>
              <a:ext cx="444340" cy="425362"/>
            </a:xfrm>
            <a:custGeom>
              <a:avLst/>
              <a:gdLst/>
              <a:ahLst/>
              <a:cxnLst/>
              <a:rect l="l" t="t" r="r" b="b"/>
              <a:pathLst>
                <a:path w="20557" h="19679" extrusionOk="0">
                  <a:moveTo>
                    <a:pt x="10663" y="1806"/>
                  </a:moveTo>
                  <a:cubicBezTo>
                    <a:pt x="14782" y="1806"/>
                    <a:pt x="18738" y="5005"/>
                    <a:pt x="18738" y="9840"/>
                  </a:cubicBezTo>
                  <a:cubicBezTo>
                    <a:pt x="18738" y="14267"/>
                    <a:pt x="15165" y="17861"/>
                    <a:pt x="10739" y="17861"/>
                  </a:cubicBezTo>
                  <a:cubicBezTo>
                    <a:pt x="3572" y="17861"/>
                    <a:pt x="0" y="9227"/>
                    <a:pt x="5063" y="4164"/>
                  </a:cubicBezTo>
                  <a:cubicBezTo>
                    <a:pt x="6692" y="2535"/>
                    <a:pt x="8696" y="1806"/>
                    <a:pt x="10663" y="1806"/>
                  </a:cubicBezTo>
                  <a:close/>
                  <a:moveTo>
                    <a:pt x="10739" y="1"/>
                  </a:moveTo>
                  <a:cubicBezTo>
                    <a:pt x="6750" y="1"/>
                    <a:pt x="3156" y="2389"/>
                    <a:pt x="1644" y="6071"/>
                  </a:cubicBezTo>
                  <a:cubicBezTo>
                    <a:pt x="110" y="9753"/>
                    <a:pt x="943" y="13982"/>
                    <a:pt x="3770" y="16787"/>
                  </a:cubicBezTo>
                  <a:cubicBezTo>
                    <a:pt x="5647" y="18680"/>
                    <a:pt x="8163" y="19679"/>
                    <a:pt x="10726" y="19679"/>
                  </a:cubicBezTo>
                  <a:cubicBezTo>
                    <a:pt x="11992" y="19679"/>
                    <a:pt x="13269" y="19435"/>
                    <a:pt x="14486" y="18935"/>
                  </a:cubicBezTo>
                  <a:cubicBezTo>
                    <a:pt x="18168" y="17401"/>
                    <a:pt x="20557" y="13829"/>
                    <a:pt x="20557" y="9840"/>
                  </a:cubicBezTo>
                  <a:cubicBezTo>
                    <a:pt x="20557" y="4405"/>
                    <a:pt x="16152" y="1"/>
                    <a:pt x="10739" y="1"/>
                  </a:cubicBezTo>
                  <a:close/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accent1"/>
              </a:solidFill>
              <a:prstDash val="solid"/>
              <a:miter lim="21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0" name="Google Shape;1840;p126"/>
            <p:cNvSpPr/>
            <p:nvPr/>
          </p:nvSpPr>
          <p:spPr>
            <a:xfrm>
              <a:off x="713227" y="3375270"/>
              <a:ext cx="538603" cy="538127"/>
            </a:xfrm>
            <a:custGeom>
              <a:avLst/>
              <a:gdLst/>
              <a:ahLst/>
              <a:cxnLst/>
              <a:rect l="l" t="t" r="r" b="b"/>
              <a:pathLst>
                <a:path w="24918" h="24896" fill="none" extrusionOk="0">
                  <a:moveTo>
                    <a:pt x="5392" y="24896"/>
                  </a:moveTo>
                  <a:cubicBezTo>
                    <a:pt x="0" y="19504"/>
                    <a:pt x="0" y="10782"/>
                    <a:pt x="5392" y="5391"/>
                  </a:cubicBezTo>
                  <a:cubicBezTo>
                    <a:pt x="10783" y="0"/>
                    <a:pt x="19527" y="0"/>
                    <a:pt x="24918" y="5391"/>
                  </a:cubicBez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2191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841" name="Google Shape;1841;p126"/>
          <p:cNvSpPr/>
          <p:nvPr/>
        </p:nvSpPr>
        <p:spPr>
          <a:xfrm>
            <a:off x="1562372" y="3478524"/>
            <a:ext cx="31277" cy="26370"/>
          </a:xfrm>
          <a:custGeom>
            <a:avLst/>
            <a:gdLst/>
            <a:ahLst/>
            <a:cxnLst/>
            <a:rect l="l" t="t" r="r" b="b"/>
            <a:pathLst>
              <a:path w="1447" h="1220" extrusionOk="0">
                <a:moveTo>
                  <a:pt x="833" y="1"/>
                </a:moveTo>
                <a:cubicBezTo>
                  <a:pt x="285" y="1"/>
                  <a:pt x="0" y="658"/>
                  <a:pt x="395" y="1031"/>
                </a:cubicBezTo>
                <a:cubicBezTo>
                  <a:pt x="518" y="1161"/>
                  <a:pt x="675" y="1220"/>
                  <a:pt x="830" y="1220"/>
                </a:cubicBezTo>
                <a:cubicBezTo>
                  <a:pt x="1142" y="1220"/>
                  <a:pt x="1446" y="981"/>
                  <a:pt x="1446" y="614"/>
                </a:cubicBezTo>
                <a:cubicBezTo>
                  <a:pt x="1425" y="264"/>
                  <a:pt x="1162" y="1"/>
                  <a:pt x="833" y="1"/>
                </a:cubicBezTo>
                <a:close/>
              </a:path>
            </a:pathLst>
          </a:custGeom>
          <a:solidFill>
            <a:srgbClr val="545454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42" name="Google Shape;1842;p126"/>
          <p:cNvSpPr/>
          <p:nvPr/>
        </p:nvSpPr>
        <p:spPr>
          <a:xfrm>
            <a:off x="6370866" y="2193416"/>
            <a:ext cx="4526" cy="4445"/>
          </a:xfrm>
          <a:custGeom>
            <a:avLst/>
            <a:gdLst/>
            <a:ahLst/>
            <a:cxnLst/>
            <a:rect l="l" t="t" r="r" b="b"/>
            <a:pathLst>
              <a:path w="56" h="55" extrusionOk="0">
                <a:moveTo>
                  <a:pt x="15" y="0"/>
                </a:moveTo>
                <a:lnTo>
                  <a:pt x="1" y="41"/>
                </a:lnTo>
                <a:lnTo>
                  <a:pt x="42" y="55"/>
                </a:lnTo>
                <a:lnTo>
                  <a:pt x="56" y="41"/>
                </a:lnTo>
                <a:lnTo>
                  <a:pt x="28" y="27"/>
                </a:lnTo>
                <a:lnTo>
                  <a:pt x="42" y="0"/>
                </a:lnTo>
                <a:close/>
              </a:path>
            </a:pathLst>
          </a:cu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843" name="Google Shape;1843;p126"/>
          <p:cNvGrpSpPr/>
          <p:nvPr/>
        </p:nvGrpSpPr>
        <p:grpSpPr>
          <a:xfrm>
            <a:off x="5003749" y="1064649"/>
            <a:ext cx="1478642" cy="1510632"/>
            <a:chOff x="4675200" y="1064649"/>
            <a:chExt cx="1478642" cy="1510632"/>
          </a:xfrm>
        </p:grpSpPr>
        <p:sp>
          <p:nvSpPr>
            <p:cNvPr id="1844" name="Google Shape;1844;p126"/>
            <p:cNvSpPr/>
            <p:nvPr/>
          </p:nvSpPr>
          <p:spPr>
            <a:xfrm>
              <a:off x="5432141" y="1119766"/>
              <a:ext cx="721700" cy="1154236"/>
            </a:xfrm>
            <a:custGeom>
              <a:avLst/>
              <a:gdLst/>
              <a:ahLst/>
              <a:cxnLst/>
              <a:rect l="l" t="t" r="r" b="b"/>
              <a:pathLst>
                <a:path w="8930" h="14282" extrusionOk="0">
                  <a:moveTo>
                    <a:pt x="14" y="1"/>
                  </a:moveTo>
                  <a:lnTo>
                    <a:pt x="1584" y="1817"/>
                  </a:lnTo>
                  <a:lnTo>
                    <a:pt x="1" y="3660"/>
                  </a:lnTo>
                  <a:cubicBezTo>
                    <a:pt x="2294" y="3810"/>
                    <a:pt x="4220" y="5407"/>
                    <a:pt x="4820" y="7633"/>
                  </a:cubicBezTo>
                  <a:cubicBezTo>
                    <a:pt x="5175" y="8930"/>
                    <a:pt x="5025" y="10309"/>
                    <a:pt x="4397" y="11497"/>
                  </a:cubicBezTo>
                  <a:lnTo>
                    <a:pt x="3810" y="11155"/>
                  </a:lnTo>
                  <a:lnTo>
                    <a:pt x="4902" y="14282"/>
                  </a:lnTo>
                  <a:lnTo>
                    <a:pt x="8138" y="13667"/>
                  </a:lnTo>
                  <a:lnTo>
                    <a:pt x="7551" y="13326"/>
                  </a:lnTo>
                  <a:cubicBezTo>
                    <a:pt x="8657" y="11292"/>
                    <a:pt x="8930" y="8916"/>
                    <a:pt x="8329" y="6677"/>
                  </a:cubicBezTo>
                  <a:lnTo>
                    <a:pt x="8329" y="6677"/>
                  </a:lnTo>
                  <a:lnTo>
                    <a:pt x="8343" y="6691"/>
                  </a:lnTo>
                  <a:cubicBezTo>
                    <a:pt x="7319" y="2881"/>
                    <a:pt x="3946" y="178"/>
                    <a:pt x="14" y="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5" name="Google Shape;1845;p126"/>
            <p:cNvSpPr/>
            <p:nvPr/>
          </p:nvSpPr>
          <p:spPr>
            <a:xfrm>
              <a:off x="4780021" y="2227602"/>
              <a:ext cx="2263" cy="3394"/>
            </a:xfrm>
            <a:custGeom>
              <a:avLst/>
              <a:gdLst/>
              <a:ahLst/>
              <a:cxnLst/>
              <a:rect l="l" t="t" r="r" b="b"/>
              <a:pathLst>
                <a:path w="28" h="42" extrusionOk="0">
                  <a:moveTo>
                    <a:pt x="1" y="0"/>
                  </a:moveTo>
                  <a:lnTo>
                    <a:pt x="28" y="41"/>
                  </a:lnTo>
                  <a:lnTo>
                    <a:pt x="28" y="14"/>
                  </a:lnTo>
                  <a:cubicBezTo>
                    <a:pt x="28" y="14"/>
                    <a:pt x="28" y="0"/>
                    <a:pt x="14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6" name="Google Shape;1846;p126"/>
            <p:cNvSpPr/>
            <p:nvPr/>
          </p:nvSpPr>
          <p:spPr>
            <a:xfrm>
              <a:off x="4675200" y="1064649"/>
              <a:ext cx="885032" cy="1121100"/>
            </a:xfrm>
            <a:custGeom>
              <a:avLst/>
              <a:gdLst/>
              <a:ahLst/>
              <a:cxnLst/>
              <a:rect l="l" t="t" r="r" b="b"/>
              <a:pathLst>
                <a:path w="10951" h="13872" extrusionOk="0">
                  <a:moveTo>
                    <a:pt x="8793" y="0"/>
                  </a:moveTo>
                  <a:lnTo>
                    <a:pt x="8793" y="683"/>
                  </a:lnTo>
                  <a:cubicBezTo>
                    <a:pt x="3905" y="806"/>
                    <a:pt x="0" y="4806"/>
                    <a:pt x="0" y="9707"/>
                  </a:cubicBezTo>
                  <a:cubicBezTo>
                    <a:pt x="0" y="11155"/>
                    <a:pt x="355" y="12575"/>
                    <a:pt x="1024" y="13872"/>
                  </a:cubicBezTo>
                  <a:lnTo>
                    <a:pt x="1816" y="11605"/>
                  </a:lnTo>
                  <a:lnTo>
                    <a:pt x="4206" y="12069"/>
                  </a:lnTo>
                  <a:cubicBezTo>
                    <a:pt x="2499" y="8588"/>
                    <a:pt x="4916" y="4506"/>
                    <a:pt x="8793" y="4328"/>
                  </a:cubicBezTo>
                  <a:lnTo>
                    <a:pt x="8793" y="5011"/>
                  </a:lnTo>
                  <a:lnTo>
                    <a:pt x="10950" y="2499"/>
                  </a:lnTo>
                  <a:lnTo>
                    <a:pt x="8793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7" name="Google Shape;1847;p126"/>
            <p:cNvSpPr/>
            <p:nvPr/>
          </p:nvSpPr>
          <p:spPr>
            <a:xfrm>
              <a:off x="4733712" y="2002527"/>
              <a:ext cx="1284433" cy="572754"/>
            </a:xfrm>
            <a:custGeom>
              <a:avLst/>
              <a:gdLst/>
              <a:ahLst/>
              <a:cxnLst/>
              <a:rect l="l" t="t" r="r" b="b"/>
              <a:pathLst>
                <a:path w="15893" h="7087" extrusionOk="0">
                  <a:moveTo>
                    <a:pt x="1092" y="0"/>
                  </a:moveTo>
                  <a:lnTo>
                    <a:pt x="0" y="3127"/>
                  </a:lnTo>
                  <a:lnTo>
                    <a:pt x="587" y="2785"/>
                  </a:lnTo>
                  <a:cubicBezTo>
                    <a:pt x="2350" y="5649"/>
                    <a:pt x="5313" y="7086"/>
                    <a:pt x="8279" y="7086"/>
                  </a:cubicBezTo>
                  <a:cubicBezTo>
                    <a:pt x="11194" y="7086"/>
                    <a:pt x="14112" y="5697"/>
                    <a:pt x="15893" y="2908"/>
                  </a:cubicBezTo>
                  <a:lnTo>
                    <a:pt x="15893" y="2908"/>
                  </a:lnTo>
                  <a:lnTo>
                    <a:pt x="13544" y="3372"/>
                  </a:lnTo>
                  <a:lnTo>
                    <a:pt x="12739" y="1065"/>
                  </a:lnTo>
                  <a:cubicBezTo>
                    <a:pt x="11721" y="2581"/>
                    <a:pt x="10034" y="3444"/>
                    <a:pt x="8276" y="3444"/>
                  </a:cubicBezTo>
                  <a:cubicBezTo>
                    <a:pt x="7817" y="3444"/>
                    <a:pt x="7353" y="3385"/>
                    <a:pt x="6895" y="3263"/>
                  </a:cubicBezTo>
                  <a:cubicBezTo>
                    <a:pt x="5598" y="2908"/>
                    <a:pt x="4465" y="2089"/>
                    <a:pt x="3755" y="956"/>
                  </a:cubicBezTo>
                  <a:lnTo>
                    <a:pt x="4342" y="615"/>
                  </a:lnTo>
                  <a:lnTo>
                    <a:pt x="1092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48" name="Google Shape;1848;p126"/>
          <p:cNvGrpSpPr/>
          <p:nvPr/>
        </p:nvGrpSpPr>
        <p:grpSpPr>
          <a:xfrm>
            <a:off x="6570648" y="1080004"/>
            <a:ext cx="1531577" cy="1479842"/>
            <a:chOff x="6242099" y="1080004"/>
            <a:chExt cx="1531577" cy="1479842"/>
          </a:xfrm>
        </p:grpSpPr>
        <p:sp>
          <p:nvSpPr>
            <p:cNvPr id="1849" name="Google Shape;1849;p126"/>
            <p:cNvSpPr/>
            <p:nvPr/>
          </p:nvSpPr>
          <p:spPr>
            <a:xfrm>
              <a:off x="6242099" y="1130838"/>
              <a:ext cx="716205" cy="1071478"/>
            </a:xfrm>
            <a:custGeom>
              <a:avLst/>
              <a:gdLst/>
              <a:ahLst/>
              <a:cxnLst/>
              <a:rect l="l" t="t" r="r" b="b"/>
              <a:pathLst>
                <a:path w="8862" h="13258" extrusionOk="0">
                  <a:moveTo>
                    <a:pt x="8861" y="0"/>
                  </a:moveTo>
                  <a:cubicBezTo>
                    <a:pt x="3960" y="0"/>
                    <a:pt x="0" y="3960"/>
                    <a:pt x="0" y="8861"/>
                  </a:cubicBezTo>
                  <a:cubicBezTo>
                    <a:pt x="0" y="10404"/>
                    <a:pt x="396" y="11919"/>
                    <a:pt x="1161" y="13257"/>
                  </a:cubicBezTo>
                  <a:lnTo>
                    <a:pt x="1202" y="13257"/>
                  </a:lnTo>
                  <a:lnTo>
                    <a:pt x="8861" y="8834"/>
                  </a:lnTo>
                  <a:lnTo>
                    <a:pt x="8861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0" name="Google Shape;1850;p126"/>
            <p:cNvSpPr/>
            <p:nvPr/>
          </p:nvSpPr>
          <p:spPr>
            <a:xfrm>
              <a:off x="6339162" y="1844692"/>
              <a:ext cx="1238124" cy="715154"/>
            </a:xfrm>
            <a:custGeom>
              <a:avLst/>
              <a:gdLst/>
              <a:ahLst/>
              <a:cxnLst/>
              <a:rect l="l" t="t" r="r" b="b"/>
              <a:pathLst>
                <a:path w="15320" h="8849" extrusionOk="0">
                  <a:moveTo>
                    <a:pt x="7660" y="1"/>
                  </a:moveTo>
                  <a:lnTo>
                    <a:pt x="1" y="4424"/>
                  </a:lnTo>
                  <a:cubicBezTo>
                    <a:pt x="1639" y="7262"/>
                    <a:pt x="4616" y="8848"/>
                    <a:pt x="7676" y="8848"/>
                  </a:cubicBezTo>
                  <a:cubicBezTo>
                    <a:pt x="9180" y="8848"/>
                    <a:pt x="10703" y="8465"/>
                    <a:pt x="12097" y="7660"/>
                  </a:cubicBezTo>
                  <a:cubicBezTo>
                    <a:pt x="13436" y="6896"/>
                    <a:pt x="14555" y="5790"/>
                    <a:pt x="15320" y="4452"/>
                  </a:cubicBezTo>
                  <a:lnTo>
                    <a:pt x="15306" y="4424"/>
                  </a:lnTo>
                  <a:lnTo>
                    <a:pt x="7660" y="1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1" name="Google Shape;1851;p126"/>
            <p:cNvSpPr/>
            <p:nvPr/>
          </p:nvSpPr>
          <p:spPr>
            <a:xfrm>
              <a:off x="6958228" y="1127524"/>
              <a:ext cx="815449" cy="1074792"/>
            </a:xfrm>
            <a:custGeom>
              <a:avLst/>
              <a:gdLst/>
              <a:ahLst/>
              <a:cxnLst/>
              <a:rect l="l" t="t" r="r" b="b"/>
              <a:pathLst>
                <a:path w="10090" h="13299" extrusionOk="0">
                  <a:moveTo>
                    <a:pt x="14" y="0"/>
                  </a:moveTo>
                  <a:lnTo>
                    <a:pt x="0" y="28"/>
                  </a:lnTo>
                  <a:lnTo>
                    <a:pt x="0" y="8875"/>
                  </a:lnTo>
                  <a:lnTo>
                    <a:pt x="7646" y="13298"/>
                  </a:lnTo>
                  <a:cubicBezTo>
                    <a:pt x="10090" y="9052"/>
                    <a:pt x="8643" y="3646"/>
                    <a:pt x="4410" y="1202"/>
                  </a:cubicBezTo>
                  <a:cubicBezTo>
                    <a:pt x="3072" y="423"/>
                    <a:pt x="1557" y="14"/>
                    <a:pt x="14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2" name="Google Shape;1852;p126"/>
            <p:cNvSpPr/>
            <p:nvPr/>
          </p:nvSpPr>
          <p:spPr>
            <a:xfrm>
              <a:off x="6811462" y="1080004"/>
              <a:ext cx="294661" cy="378630"/>
            </a:xfrm>
            <a:custGeom>
              <a:avLst/>
              <a:gdLst/>
              <a:ahLst/>
              <a:cxnLst/>
              <a:rect l="l" t="t" r="r" b="b"/>
              <a:pathLst>
                <a:path w="3646" h="4685" extrusionOk="0">
                  <a:moveTo>
                    <a:pt x="752" y="1"/>
                  </a:moveTo>
                  <a:cubicBezTo>
                    <a:pt x="464" y="1"/>
                    <a:pt x="232" y="214"/>
                    <a:pt x="205" y="493"/>
                  </a:cubicBezTo>
                  <a:lnTo>
                    <a:pt x="205" y="3483"/>
                  </a:lnTo>
                  <a:lnTo>
                    <a:pt x="0" y="3483"/>
                  </a:lnTo>
                  <a:lnTo>
                    <a:pt x="1816" y="4684"/>
                  </a:lnTo>
                  <a:lnTo>
                    <a:pt x="3632" y="3483"/>
                  </a:lnTo>
                  <a:lnTo>
                    <a:pt x="3414" y="3483"/>
                  </a:lnTo>
                  <a:lnTo>
                    <a:pt x="3414" y="506"/>
                  </a:lnTo>
                  <a:cubicBezTo>
                    <a:pt x="3496" y="520"/>
                    <a:pt x="3564" y="534"/>
                    <a:pt x="3646" y="561"/>
                  </a:cubicBezTo>
                  <a:lnTo>
                    <a:pt x="3646" y="534"/>
                  </a:lnTo>
                  <a:cubicBezTo>
                    <a:pt x="3632" y="228"/>
                    <a:pt x="3387" y="1"/>
                    <a:pt x="3097" y="1"/>
                  </a:cubicBezTo>
                  <a:cubicBezTo>
                    <a:pt x="3089" y="1"/>
                    <a:pt x="3081" y="1"/>
                    <a:pt x="3072" y="1"/>
                  </a:cubicBezTo>
                  <a:lnTo>
                    <a:pt x="779" y="1"/>
                  </a:lnTo>
                  <a:cubicBezTo>
                    <a:pt x="770" y="1"/>
                    <a:pt x="761" y="1"/>
                    <a:pt x="7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3" name="Google Shape;1853;p126"/>
            <p:cNvSpPr/>
            <p:nvPr/>
          </p:nvSpPr>
          <p:spPr>
            <a:xfrm>
              <a:off x="7086163" y="1098834"/>
              <a:ext cx="10021" cy="262657"/>
            </a:xfrm>
            <a:custGeom>
              <a:avLst/>
              <a:gdLst/>
              <a:ahLst/>
              <a:cxnLst/>
              <a:rect l="l" t="t" r="r" b="b"/>
              <a:pathLst>
                <a:path w="124" h="3250" extrusionOk="0">
                  <a:moveTo>
                    <a:pt x="124" y="82"/>
                  </a:moveTo>
                  <a:lnTo>
                    <a:pt x="1" y="0"/>
                  </a:lnTo>
                  <a:lnTo>
                    <a:pt x="1" y="3250"/>
                  </a:lnTo>
                  <a:lnTo>
                    <a:pt x="124" y="325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4" name="Google Shape;1854;p126"/>
            <p:cNvSpPr/>
            <p:nvPr/>
          </p:nvSpPr>
          <p:spPr>
            <a:xfrm>
              <a:off x="6957096" y="1361408"/>
              <a:ext cx="162282" cy="102719"/>
            </a:xfrm>
            <a:custGeom>
              <a:avLst/>
              <a:gdLst/>
              <a:ahLst/>
              <a:cxnLst/>
              <a:rect l="l" t="t" r="r" b="b"/>
              <a:pathLst>
                <a:path w="2008" h="1271" extrusionOk="0">
                  <a:moveTo>
                    <a:pt x="2008" y="1"/>
                  </a:moveTo>
                  <a:lnTo>
                    <a:pt x="1816" y="1"/>
                  </a:lnTo>
                  <a:lnTo>
                    <a:pt x="1" y="1189"/>
                  </a:lnTo>
                  <a:lnTo>
                    <a:pt x="96" y="127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5" name="Google Shape;1855;p126"/>
            <p:cNvSpPr/>
            <p:nvPr/>
          </p:nvSpPr>
          <p:spPr>
            <a:xfrm>
              <a:off x="6398725" y="2185658"/>
              <a:ext cx="225238" cy="136905"/>
            </a:xfrm>
            <a:custGeom>
              <a:avLst/>
              <a:gdLst/>
              <a:ahLst/>
              <a:cxnLst/>
              <a:rect l="l" t="t" r="r" b="b"/>
              <a:pathLst>
                <a:path w="2787" h="1694" extrusionOk="0">
                  <a:moveTo>
                    <a:pt x="124" y="1694"/>
                  </a:moveTo>
                  <a:lnTo>
                    <a:pt x="1" y="1571"/>
                  </a:lnTo>
                  <a:lnTo>
                    <a:pt x="2704" y="1"/>
                  </a:lnTo>
                  <a:lnTo>
                    <a:pt x="2786" y="137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6" name="Google Shape;1856;p126"/>
            <p:cNvSpPr/>
            <p:nvPr/>
          </p:nvSpPr>
          <p:spPr>
            <a:xfrm>
              <a:off x="6628248" y="2028954"/>
              <a:ext cx="18830" cy="187658"/>
            </a:xfrm>
            <a:custGeom>
              <a:avLst/>
              <a:gdLst/>
              <a:ahLst/>
              <a:cxnLst/>
              <a:rect l="l" t="t" r="r" b="b"/>
              <a:pathLst>
                <a:path w="233" h="2322" extrusionOk="0">
                  <a:moveTo>
                    <a:pt x="83" y="2322"/>
                  </a:moveTo>
                  <a:lnTo>
                    <a:pt x="1" y="2158"/>
                  </a:lnTo>
                  <a:lnTo>
                    <a:pt x="124" y="1"/>
                  </a:lnTo>
                  <a:lnTo>
                    <a:pt x="233" y="42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7" name="Google Shape;1857;p126"/>
            <p:cNvSpPr/>
            <p:nvPr/>
          </p:nvSpPr>
          <p:spPr>
            <a:xfrm>
              <a:off x="6246464" y="1949511"/>
              <a:ext cx="390753" cy="363275"/>
            </a:xfrm>
            <a:custGeom>
              <a:avLst/>
              <a:gdLst/>
              <a:ahLst/>
              <a:cxnLst/>
              <a:rect l="l" t="t" r="r" b="b"/>
              <a:pathLst>
                <a:path w="4835" h="4495" extrusionOk="0">
                  <a:moveTo>
                    <a:pt x="2895" y="1"/>
                  </a:moveTo>
                  <a:lnTo>
                    <a:pt x="3005" y="178"/>
                  </a:lnTo>
                  <a:lnTo>
                    <a:pt x="424" y="1667"/>
                  </a:lnTo>
                  <a:cubicBezTo>
                    <a:pt x="410" y="1585"/>
                    <a:pt x="369" y="1516"/>
                    <a:pt x="356" y="1434"/>
                  </a:cubicBezTo>
                  <a:lnTo>
                    <a:pt x="328" y="1448"/>
                  </a:lnTo>
                  <a:cubicBezTo>
                    <a:pt x="69" y="1612"/>
                    <a:pt x="1" y="1953"/>
                    <a:pt x="165" y="2213"/>
                  </a:cubicBezTo>
                  <a:lnTo>
                    <a:pt x="1312" y="4206"/>
                  </a:lnTo>
                  <a:cubicBezTo>
                    <a:pt x="1412" y="4387"/>
                    <a:pt x="1602" y="4494"/>
                    <a:pt x="1804" y="4494"/>
                  </a:cubicBezTo>
                  <a:cubicBezTo>
                    <a:pt x="1876" y="4494"/>
                    <a:pt x="1950" y="4480"/>
                    <a:pt x="2021" y="4452"/>
                  </a:cubicBezTo>
                  <a:lnTo>
                    <a:pt x="4602" y="2950"/>
                  </a:lnTo>
                  <a:lnTo>
                    <a:pt x="4711" y="3141"/>
                  </a:lnTo>
                  <a:lnTo>
                    <a:pt x="4834" y="970"/>
                  </a:lnTo>
                  <a:lnTo>
                    <a:pt x="2895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8" name="Google Shape;1858;p126"/>
            <p:cNvSpPr/>
            <p:nvPr/>
          </p:nvSpPr>
          <p:spPr>
            <a:xfrm>
              <a:off x="7272691" y="1949511"/>
              <a:ext cx="380731" cy="380246"/>
            </a:xfrm>
            <a:custGeom>
              <a:avLst/>
              <a:gdLst/>
              <a:ahLst/>
              <a:cxnLst/>
              <a:rect l="l" t="t" r="r" b="b"/>
              <a:pathLst>
                <a:path w="4711" h="4705" extrusionOk="0">
                  <a:moveTo>
                    <a:pt x="1939" y="1"/>
                  </a:moveTo>
                  <a:lnTo>
                    <a:pt x="0" y="970"/>
                  </a:lnTo>
                  <a:lnTo>
                    <a:pt x="123" y="3141"/>
                  </a:lnTo>
                  <a:lnTo>
                    <a:pt x="232" y="2950"/>
                  </a:lnTo>
                  <a:lnTo>
                    <a:pt x="2813" y="4452"/>
                  </a:lnTo>
                  <a:cubicBezTo>
                    <a:pt x="2745" y="4506"/>
                    <a:pt x="2704" y="4575"/>
                    <a:pt x="2649" y="4629"/>
                  </a:cubicBezTo>
                  <a:lnTo>
                    <a:pt x="2663" y="4643"/>
                  </a:lnTo>
                  <a:cubicBezTo>
                    <a:pt x="2746" y="4685"/>
                    <a:pt x="2834" y="4705"/>
                    <a:pt x="2921" y="4705"/>
                  </a:cubicBezTo>
                  <a:cubicBezTo>
                    <a:pt x="3119" y="4705"/>
                    <a:pt x="3309" y="4601"/>
                    <a:pt x="3414" y="4411"/>
                  </a:cubicBezTo>
                  <a:lnTo>
                    <a:pt x="4561" y="2417"/>
                  </a:lnTo>
                  <a:cubicBezTo>
                    <a:pt x="4711" y="2172"/>
                    <a:pt x="4656" y="1844"/>
                    <a:pt x="4424" y="1680"/>
                  </a:cubicBezTo>
                  <a:lnTo>
                    <a:pt x="1830" y="178"/>
                  </a:lnTo>
                  <a:lnTo>
                    <a:pt x="1939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9" name="Google Shape;1859;p126"/>
            <p:cNvSpPr/>
            <p:nvPr/>
          </p:nvSpPr>
          <p:spPr>
            <a:xfrm>
              <a:off x="7286995" y="2187840"/>
              <a:ext cx="231865" cy="135854"/>
            </a:xfrm>
            <a:custGeom>
              <a:avLst/>
              <a:gdLst/>
              <a:ahLst/>
              <a:cxnLst/>
              <a:rect l="l" t="t" r="r" b="b"/>
              <a:pathLst>
                <a:path w="2869" h="1681" extrusionOk="0">
                  <a:moveTo>
                    <a:pt x="2745" y="1680"/>
                  </a:moveTo>
                  <a:lnTo>
                    <a:pt x="2868" y="1626"/>
                  </a:lnTo>
                  <a:lnTo>
                    <a:pt x="55" y="1"/>
                  </a:lnTo>
                  <a:lnTo>
                    <a:pt x="1" y="96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860" name="Google Shape;1860;p126"/>
          <p:cNvGrpSpPr/>
          <p:nvPr/>
        </p:nvGrpSpPr>
        <p:grpSpPr>
          <a:xfrm>
            <a:off x="5709626" y="2809789"/>
            <a:ext cx="1884848" cy="1698326"/>
            <a:chOff x="5381400" y="2809980"/>
            <a:chExt cx="1623330" cy="1462687"/>
          </a:xfrm>
        </p:grpSpPr>
        <p:sp>
          <p:nvSpPr>
            <p:cNvPr id="1861" name="Google Shape;1861;p126"/>
            <p:cNvSpPr/>
            <p:nvPr/>
          </p:nvSpPr>
          <p:spPr>
            <a:xfrm>
              <a:off x="5381400" y="2809980"/>
              <a:ext cx="795055" cy="711131"/>
            </a:xfrm>
            <a:custGeom>
              <a:avLst/>
              <a:gdLst/>
              <a:ahLst/>
              <a:cxnLst/>
              <a:rect l="l" t="t" r="r" b="b"/>
              <a:pathLst>
                <a:path w="15006" h="13422" extrusionOk="0">
                  <a:moveTo>
                    <a:pt x="1" y="0"/>
                  </a:moveTo>
                  <a:lnTo>
                    <a:pt x="1" y="4738"/>
                  </a:lnTo>
                  <a:cubicBezTo>
                    <a:pt x="1" y="9530"/>
                    <a:pt x="3892" y="13421"/>
                    <a:pt x="8684" y="13421"/>
                  </a:cubicBezTo>
                  <a:lnTo>
                    <a:pt x="15006" y="13421"/>
                  </a:lnTo>
                  <a:lnTo>
                    <a:pt x="15006" y="8670"/>
                  </a:lnTo>
                  <a:cubicBezTo>
                    <a:pt x="15006" y="3878"/>
                    <a:pt x="11115" y="0"/>
                    <a:pt x="6336" y="0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2" name="Google Shape;1862;p126"/>
            <p:cNvSpPr/>
            <p:nvPr/>
          </p:nvSpPr>
          <p:spPr>
            <a:xfrm>
              <a:off x="6209674" y="2809980"/>
              <a:ext cx="795055" cy="711131"/>
            </a:xfrm>
            <a:custGeom>
              <a:avLst/>
              <a:gdLst/>
              <a:ahLst/>
              <a:cxnLst/>
              <a:rect l="l" t="t" r="r" b="b"/>
              <a:pathLst>
                <a:path w="15006" h="13422" extrusionOk="0">
                  <a:moveTo>
                    <a:pt x="8671" y="0"/>
                  </a:moveTo>
                  <a:cubicBezTo>
                    <a:pt x="3892" y="0"/>
                    <a:pt x="1" y="3878"/>
                    <a:pt x="1" y="8670"/>
                  </a:cubicBezTo>
                  <a:lnTo>
                    <a:pt x="1" y="13421"/>
                  </a:lnTo>
                  <a:lnTo>
                    <a:pt x="6322" y="13421"/>
                  </a:lnTo>
                  <a:cubicBezTo>
                    <a:pt x="11115" y="13421"/>
                    <a:pt x="15006" y="9530"/>
                    <a:pt x="15006" y="4738"/>
                  </a:cubicBezTo>
                  <a:lnTo>
                    <a:pt x="15006" y="0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3" name="Google Shape;1863;p126"/>
            <p:cNvSpPr/>
            <p:nvPr/>
          </p:nvSpPr>
          <p:spPr>
            <a:xfrm>
              <a:off x="5381400" y="3561536"/>
              <a:ext cx="795055" cy="711131"/>
            </a:xfrm>
            <a:custGeom>
              <a:avLst/>
              <a:gdLst/>
              <a:ahLst/>
              <a:cxnLst/>
              <a:rect l="l" t="t" r="r" b="b"/>
              <a:pathLst>
                <a:path w="15006" h="13422" extrusionOk="0">
                  <a:moveTo>
                    <a:pt x="8684" y="1"/>
                  </a:moveTo>
                  <a:cubicBezTo>
                    <a:pt x="3892" y="1"/>
                    <a:pt x="1" y="3878"/>
                    <a:pt x="1" y="8670"/>
                  </a:cubicBezTo>
                  <a:lnTo>
                    <a:pt x="1" y="13422"/>
                  </a:lnTo>
                  <a:lnTo>
                    <a:pt x="6336" y="13422"/>
                  </a:lnTo>
                  <a:cubicBezTo>
                    <a:pt x="11115" y="13422"/>
                    <a:pt x="15006" y="9531"/>
                    <a:pt x="15006" y="4752"/>
                  </a:cubicBezTo>
                  <a:lnTo>
                    <a:pt x="15006" y="1"/>
                  </a:ln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4" name="Google Shape;1864;p126"/>
            <p:cNvSpPr/>
            <p:nvPr/>
          </p:nvSpPr>
          <p:spPr>
            <a:xfrm>
              <a:off x="6209674" y="3561536"/>
              <a:ext cx="795055" cy="711131"/>
            </a:xfrm>
            <a:custGeom>
              <a:avLst/>
              <a:gdLst/>
              <a:ahLst/>
              <a:cxnLst/>
              <a:rect l="l" t="t" r="r" b="b"/>
              <a:pathLst>
                <a:path w="15006" h="13422" extrusionOk="0">
                  <a:moveTo>
                    <a:pt x="1" y="1"/>
                  </a:moveTo>
                  <a:lnTo>
                    <a:pt x="1" y="4752"/>
                  </a:lnTo>
                  <a:cubicBezTo>
                    <a:pt x="1" y="9531"/>
                    <a:pt x="3892" y="13422"/>
                    <a:pt x="8671" y="13422"/>
                  </a:cubicBezTo>
                  <a:lnTo>
                    <a:pt x="15006" y="13422"/>
                  </a:lnTo>
                  <a:lnTo>
                    <a:pt x="15006" y="8670"/>
                  </a:lnTo>
                  <a:cubicBezTo>
                    <a:pt x="15006" y="3878"/>
                    <a:pt x="11115" y="1"/>
                    <a:pt x="6322" y="1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5" name="Google Shape;1865;p126"/>
            <p:cNvSpPr/>
            <p:nvPr/>
          </p:nvSpPr>
          <p:spPr>
            <a:xfrm>
              <a:off x="5850188" y="3198394"/>
              <a:ext cx="685805" cy="685805"/>
            </a:xfrm>
            <a:custGeom>
              <a:avLst/>
              <a:gdLst/>
              <a:ahLst/>
              <a:cxnLst/>
              <a:rect l="l" t="t" r="r" b="b"/>
              <a:pathLst>
                <a:path w="12944" h="12944" extrusionOk="0">
                  <a:moveTo>
                    <a:pt x="12944" y="6472"/>
                  </a:moveTo>
                  <a:cubicBezTo>
                    <a:pt x="12944" y="10050"/>
                    <a:pt x="10049" y="12944"/>
                    <a:pt x="6472" y="12944"/>
                  </a:cubicBezTo>
                  <a:cubicBezTo>
                    <a:pt x="2895" y="12944"/>
                    <a:pt x="0" y="10050"/>
                    <a:pt x="0" y="6472"/>
                  </a:cubicBezTo>
                  <a:cubicBezTo>
                    <a:pt x="0" y="2895"/>
                    <a:pt x="2895" y="1"/>
                    <a:pt x="6472" y="1"/>
                  </a:cubicBezTo>
                  <a:cubicBezTo>
                    <a:pt x="10049" y="1"/>
                    <a:pt x="12944" y="2895"/>
                    <a:pt x="12944" y="64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127"/>
          <p:cNvSpPr txBox="1"/>
          <p:nvPr>
            <p:ph type="subTitle" idx="1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Photos</a:t>
            </a:r>
            <a:endParaRPr lang="en-GB"/>
          </a:p>
        </p:txBody>
      </p:sp>
      <p:sp>
        <p:nvSpPr>
          <p:cNvPr id="1871" name="Google Shape;1871;p127"/>
          <p:cNvSpPr txBox="1"/>
          <p:nvPr>
            <p:ph type="subTitle" idx="2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1"/>
              </a:rPr>
              <a:t>People in business meeting high angle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2"/>
              </a:rPr>
              <a:t>Front view of people meeting over a cup of coffee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3"/>
              </a:rPr>
              <a:t>Businessman at office with laptop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4"/>
              </a:rPr>
              <a:t>Smiley redhead business woman working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5"/>
              </a:rPr>
              <a:t>Business women talking while looking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6"/>
              </a:rPr>
              <a:t>Medium shot smiley business woman</a:t>
            </a:r>
            <a:endParaRPr lang="en-GB">
              <a:solidFill>
                <a:schemeClr val="hlink"/>
              </a:solidFill>
              <a:uFill>
                <a:noFill/>
              </a:uFill>
              <a:hlinkClick r:id="rId6"/>
            </a:endParaRPr>
          </a:p>
        </p:txBody>
      </p:sp>
      <p:sp>
        <p:nvSpPr>
          <p:cNvPr id="1872" name="Google Shape;1872;p127"/>
          <p:cNvSpPr txBox="1"/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resources</a:t>
            </a:r>
            <a:endParaRPr lang="en-GB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128"/>
          <p:cNvSpPr txBox="1"/>
          <p:nvPr>
            <p:ph type="subTitle" idx="1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Photos</a:t>
            </a:r>
            <a:endParaRPr lang="en-GB"/>
          </a:p>
        </p:txBody>
      </p:sp>
      <p:sp>
        <p:nvSpPr>
          <p:cNvPr id="1878" name="Google Shape;1878;p128"/>
          <p:cNvSpPr txBox="1"/>
          <p:nvPr>
            <p:ph type="subTitle" idx="2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1"/>
              </a:rPr>
              <a:t>Smiling young woman working at laptop in office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2"/>
              </a:rPr>
              <a:t>Medium shot woman with box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3"/>
              </a:rPr>
              <a:t>Medium shot business people with devices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4"/>
              </a:rPr>
              <a:t>Startups entrepreneurs discussing strategies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5"/>
              </a:rPr>
              <a:t>Close up business people at tablet 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6"/>
              </a:rPr>
              <a:t>Man and woman discussing a new project 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7"/>
              </a:rPr>
              <a:t>Business people discussing a new project</a:t>
            </a:r>
            <a:endParaRPr lang="en-GB">
              <a:solidFill>
                <a:schemeClr val="hlink"/>
              </a:solidFill>
              <a:uFill>
                <a:noFill/>
              </a:uFill>
              <a:hlinkClick r:id="rId7"/>
            </a:endParaRPr>
          </a:p>
        </p:txBody>
      </p:sp>
      <p:sp>
        <p:nvSpPr>
          <p:cNvPr id="1879" name="Google Shape;1879;p128"/>
          <p:cNvSpPr txBox="1"/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resources</a:t>
            </a:r>
            <a:endParaRPr lang="en-GB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129"/>
          <p:cNvSpPr txBox="1"/>
          <p:nvPr>
            <p:ph type="subTitle" idx="1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Photos</a:t>
            </a:r>
            <a:endParaRPr lang="en-GB"/>
          </a:p>
        </p:txBody>
      </p:sp>
      <p:sp>
        <p:nvSpPr>
          <p:cNvPr id="1885" name="Google Shape;1885;p129"/>
          <p:cNvSpPr txBox="1"/>
          <p:nvPr>
            <p:ph type="subTitle" idx="2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1"/>
              </a:rPr>
              <a:t>Coworkers</a:t>
            </a: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1"/>
              </a:rPr>
              <a:t> discussing a new project together 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2"/>
              </a:rPr>
              <a:t>Smiley man holding project documents 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3"/>
              </a:rPr>
              <a:t>Businessman respecting safety measures at the office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4"/>
              </a:rPr>
              <a:t>Young man using laptop with coffee cup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rPr>
              <a:t>Icons</a:t>
            </a:r>
            <a:endParaRPr lang="en-GB" sz="2400">
              <a:solidFill>
                <a:schemeClr val="accent1"/>
              </a:solidFill>
              <a:latin typeface="Vidaloka"/>
              <a:ea typeface="Vidaloka"/>
              <a:cs typeface="Vidaloka"/>
              <a:sym typeface="Vidaloka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5"/>
              </a:rPr>
              <a:t>Business Icon Pack</a:t>
            </a:r>
            <a:endParaRPr sz="1200"/>
          </a:p>
        </p:txBody>
      </p:sp>
      <p:sp>
        <p:nvSpPr>
          <p:cNvPr id="1886" name="Google Shape;1886;p129"/>
          <p:cNvSpPr txBox="1"/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resources</a:t>
            </a:r>
            <a:endParaRPr lang="en-GB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130"/>
          <p:cNvSpPr txBox="1"/>
          <p:nvPr>
            <p:ph type="subTitle" idx="1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Photos</a:t>
            </a:r>
            <a:endParaRPr lang="en-GB"/>
          </a:p>
        </p:txBody>
      </p:sp>
      <p:sp>
        <p:nvSpPr>
          <p:cNvPr id="1892" name="Google Shape;1892;p130"/>
          <p:cNvSpPr txBox="1"/>
          <p:nvPr>
            <p:ph type="subTitle" idx="2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1"/>
              </a:rPr>
              <a:t>Business people doing their job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2"/>
              </a:rPr>
              <a:t>People having a meeting in the office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3"/>
              </a:rPr>
              <a:t>Young co worker spending time in office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4"/>
              </a:rPr>
              <a:t>Front view woman working at office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5"/>
              </a:rPr>
              <a:t>Front view woman working as economist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6"/>
              </a:rPr>
              <a:t>Smiley woman at business meeting</a:t>
            </a:r>
            <a:endParaRPr lang="en-GB">
              <a:solidFill>
                <a:schemeClr val="hlink"/>
              </a:solidFill>
              <a:uFill>
                <a:noFill/>
              </a:uFill>
              <a:hlinkClick r:id="rId6"/>
            </a:endParaRPr>
          </a:p>
        </p:txBody>
      </p:sp>
      <p:sp>
        <p:nvSpPr>
          <p:cNvPr id="1893" name="Google Shape;1893;p130"/>
          <p:cNvSpPr txBox="1"/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</a:t>
            </a:r>
            <a:r>
              <a:rPr lang="en-GB"/>
              <a:t>esources</a:t>
            </a:r>
            <a:endParaRPr lang="en-GB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131"/>
          <p:cNvSpPr txBox="1"/>
          <p:nvPr>
            <p:ph type="subTitle" idx="1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Photos</a:t>
            </a:r>
            <a:endParaRPr lang="en-GB"/>
          </a:p>
        </p:txBody>
      </p:sp>
      <p:sp>
        <p:nvSpPr>
          <p:cNvPr id="1899" name="Google Shape;1899;p131"/>
          <p:cNvSpPr txBox="1"/>
          <p:nvPr>
            <p:ph type="subTitle" idx="2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1"/>
              </a:rPr>
              <a:t>Low angle womens team meeting 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2"/>
              </a:rPr>
              <a:t>Close up on company employee smiling 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3"/>
              </a:rPr>
              <a:t>Close up on young businesswoman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1"/>
              </a:rPr>
              <a:t>Low angle womens team meeting</a:t>
            </a:r>
            <a:r>
              <a:rPr lang="en-GB"/>
              <a:t> I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4"/>
              </a:rPr>
              <a:t>Blond woman sitting back and smiling with closed eyes at workplace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5"/>
              </a:rPr>
              <a:t>Happy business woman holding coffee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0" name="Google Shape;1900;p131"/>
          <p:cNvSpPr txBox="1"/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Resources</a:t>
            </a:r>
            <a:endParaRPr lang="en-GB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p132"/>
          <p:cNvSpPr txBox="1"/>
          <p:nvPr>
            <p:ph type="subTitle" idx="1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Photos</a:t>
            </a:r>
            <a:endParaRPr lang="en-GB"/>
          </a:p>
        </p:txBody>
      </p:sp>
      <p:sp>
        <p:nvSpPr>
          <p:cNvPr id="1906" name="Google Shape;1906;p132"/>
          <p:cNvSpPr txBox="1"/>
          <p:nvPr>
            <p:ph type="subTitle" idx="2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1"/>
              </a:rPr>
              <a:t>Smiley woman working in the office with papers and laptop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2"/>
              </a:rPr>
              <a:t>Side view of coworkers at the office working with laptop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3"/>
              </a:rPr>
              <a:t>Bu</a:t>
            </a: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3"/>
              </a:rPr>
              <a:t>siness team working together in the office with laptop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hlink"/>
                </a:solidFill>
                <a:uFill>
                  <a:noFill/>
                </a:uFill>
                <a:hlinkClick r:id="rId4"/>
              </a:rPr>
              <a:t>Medium shot smiley woman at work</a:t>
            </a:r>
            <a:endParaRPr lang="en-GB">
              <a:solidFill>
                <a:schemeClr val="hlink"/>
              </a:solidFill>
              <a:uFill>
                <a:noFill/>
              </a:u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07" name="Google Shape;1907;p132"/>
          <p:cNvSpPr txBox="1"/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Resources</a:t>
            </a:r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12412</Words>
  <Application>WPS 演示</Application>
  <PresentationFormat/>
  <Paragraphs>1099</Paragraphs>
  <Slides>73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73</vt:i4>
      </vt:variant>
    </vt:vector>
  </HeadingPairs>
  <TitlesOfParts>
    <vt:vector size="114" baseType="lpstr">
      <vt:lpstr>Arial</vt:lpstr>
      <vt:lpstr>宋体</vt:lpstr>
      <vt:lpstr>Wingdings</vt:lpstr>
      <vt:lpstr>Arial</vt:lpstr>
      <vt:lpstr>Vidaloka</vt:lpstr>
      <vt:lpstr>Thonburi</vt:lpstr>
      <vt:lpstr>Montserrat</vt:lpstr>
      <vt:lpstr>Lato</vt:lpstr>
      <vt:lpstr>Crimson Text</vt:lpstr>
      <vt:lpstr>Merriweather Light</vt:lpstr>
      <vt:lpstr>Russo One</vt:lpstr>
      <vt:lpstr>Mako</vt:lpstr>
      <vt:lpstr>Josefin Sans</vt:lpstr>
      <vt:lpstr>Open Sans SemiBold</vt:lpstr>
      <vt:lpstr>Open Sans</vt:lpstr>
      <vt:lpstr>Proxima Nova Semibold</vt:lpstr>
      <vt:lpstr>Proxima Nova</vt:lpstr>
      <vt:lpstr>Montserrat Medium</vt:lpstr>
      <vt:lpstr>微软雅黑</vt:lpstr>
      <vt:lpstr>汉仪旗黑</vt:lpstr>
      <vt:lpstr>宋体</vt:lpstr>
      <vt:lpstr>Arial Unicode MS</vt:lpstr>
      <vt:lpstr>汉仪书宋二KW</vt:lpstr>
      <vt:lpstr>Oswald</vt:lpstr>
      <vt:lpstr>PT Sans</vt:lpstr>
      <vt:lpstr>Merriweather</vt:lpstr>
      <vt:lpstr>Calibri</vt:lpstr>
      <vt:lpstr>Helvetica Neue</vt:lpstr>
      <vt:lpstr>Amatic SC</vt:lpstr>
      <vt:lpstr>Roboto Medium</vt:lpstr>
      <vt:lpstr>Amatic SC</vt:lpstr>
      <vt:lpstr>Lato</vt:lpstr>
      <vt:lpstr>Merriweather</vt:lpstr>
      <vt:lpstr>Montserrat</vt:lpstr>
      <vt:lpstr>Montserrat Medium</vt:lpstr>
      <vt:lpstr>Oswald</vt:lpstr>
      <vt:lpstr>PT Sans</vt:lpstr>
      <vt:lpstr>Roboto Medium</vt:lpstr>
      <vt:lpstr>Vidaloka</vt:lpstr>
      <vt:lpstr>苹方-简</vt:lpstr>
      <vt:lpstr>Minimalist Business Slides XL by Slidesgo</vt:lpstr>
      <vt:lpstr>Minimalist Business Slides</vt:lpstr>
      <vt:lpstr>Contents of this template</vt:lpstr>
      <vt:lpstr>04</vt:lpstr>
      <vt:lpstr>Table of contents</vt:lpstr>
      <vt:lpstr>—Someone Famous</vt:lpstr>
      <vt:lpstr>—Someone Famous</vt:lpstr>
      <vt:lpstr>The slide title goes here!</vt:lpstr>
      <vt:lpstr>The slide title goes here!</vt:lpstr>
      <vt:lpstr>Whoa!</vt:lpstr>
      <vt:lpstr>Whoa!</vt:lpstr>
      <vt:lpstr>01</vt:lpstr>
      <vt:lpstr>01</vt:lpstr>
      <vt:lpstr>This is a graph</vt:lpstr>
      <vt:lpstr>This is a graph</vt:lpstr>
      <vt:lpstr>Maybe you need to divide the content</vt:lpstr>
      <vt:lpstr>Maybe you need to divide the content</vt:lpstr>
      <vt:lpstr>PowerPoint 演示文稿</vt:lpstr>
      <vt:lpstr>PowerPoint 演示文稿</vt:lpstr>
      <vt:lpstr>145,245</vt:lpstr>
      <vt:lpstr>795,321</vt:lpstr>
      <vt:lpstr>Schedule</vt:lpstr>
      <vt:lpstr>Schedule</vt:lpstr>
      <vt:lpstr>02</vt:lpstr>
      <vt:lpstr>02</vt:lpstr>
      <vt:lpstr>4,215</vt:lpstr>
      <vt:lpstr>More graphs</vt:lpstr>
      <vt:lpstr>Target</vt:lpstr>
      <vt:lpstr>Target</vt:lpstr>
      <vt:lpstr>the concept</vt:lpstr>
      <vt:lpstr>the concept</vt:lpstr>
      <vt:lpstr>Your can use three columns</vt:lpstr>
      <vt:lpstr>You can use six columns</vt:lpstr>
      <vt:lpstr>This is a timeline</vt:lpstr>
      <vt:lpstr>How the company generates income</vt:lpstr>
      <vt:lpstr>This is a table</vt:lpstr>
      <vt:lpstr>This is a table</vt:lpstr>
      <vt:lpstr>Percentages</vt:lpstr>
      <vt:lpstr>Percentages</vt:lpstr>
      <vt:lpstr>You can use six columns</vt:lpstr>
      <vt:lpstr>Competitors</vt:lpstr>
      <vt:lpstr>Awesome words</vt:lpstr>
      <vt:lpstr>Awesome words</vt:lpstr>
      <vt:lpstr>This is a map</vt:lpstr>
      <vt:lpstr>This is a map</vt:lpstr>
      <vt:lpstr>You can use four columns</vt:lpstr>
      <vt:lpstr>You can use three columns</vt:lpstr>
      <vt:lpstr>This is an infographic</vt:lpstr>
      <vt:lpstr>Product</vt:lpstr>
      <vt:lpstr>Monthly data</vt:lpstr>
      <vt:lpstr>15%</vt:lpstr>
      <vt:lpstr>Our goals</vt:lpstr>
      <vt:lpstr>Our goals</vt:lpstr>
      <vt:lpstr>Statistics</vt:lpstr>
      <vt:lpstr>Statistics</vt:lpstr>
      <vt:lpstr>386,000 km</vt:lpstr>
      <vt:lpstr>912</vt:lpstr>
      <vt:lpstr>Desktop mockup</vt:lpstr>
      <vt:lpstr>Tablet app</vt:lpstr>
      <vt:lpstr>Mobile web</vt:lpstr>
      <vt:lpstr>Laptop mockup</vt:lpstr>
      <vt:lpstr>List of references</vt:lpstr>
      <vt:lpstr>Research references</vt:lpstr>
      <vt:lpstr>Our team</vt:lpstr>
      <vt:lpstr>Our team</vt:lpstr>
      <vt:lpstr>Thanks</vt:lpstr>
      <vt:lpstr>Business icon pack</vt:lpstr>
      <vt:lpstr>Alternative infographics elements</vt:lpstr>
      <vt:lpstr>Alternative resources</vt:lpstr>
      <vt:lpstr>Alternative resources</vt:lpstr>
      <vt:lpstr>Alternative resources</vt:lpstr>
      <vt:lpstr>Resources</vt:lpstr>
      <vt:lpstr>Resources</vt:lpstr>
      <vt:lpstr>Resources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Minimalist Business Slides</dc:title>
  <dc:creator/>
  <cp:lastModifiedBy>Niki</cp:lastModifiedBy>
  <cp:revision>1</cp:revision>
  <dcterms:created xsi:type="dcterms:W3CDTF">2026-04-30T11:47:46Z</dcterms:created>
  <dcterms:modified xsi:type="dcterms:W3CDTF">2026-04-30T11:47:46Z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D9A0B0267B64910C6241F369E7A12E00_43</vt:lpwstr>
  </property>
  <property fmtid="{D5CDD505-2E9C-101B-9397-08002B2CF9AE}" pid="3" name="KSOProductBuildVer">
    <vt:lpwstr>2052-12.1.25869.25869</vt:lpwstr>
  </property>
</Properties>
</file>